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53" r:id="rId4"/>
  </p:sldMasterIdLst>
  <p:notesMasterIdLst>
    <p:notesMasterId r:id="rId22"/>
  </p:notesMasterIdLst>
  <p:sldIdLst>
    <p:sldId id="256" r:id="rId5"/>
    <p:sldId id="2147481214" r:id="rId6"/>
    <p:sldId id="2147481229" r:id="rId7"/>
    <p:sldId id="2147481188" r:id="rId8"/>
    <p:sldId id="2147481190" r:id="rId9"/>
    <p:sldId id="2147481195" r:id="rId10"/>
    <p:sldId id="2147481196" r:id="rId11"/>
    <p:sldId id="2147481197" r:id="rId12"/>
    <p:sldId id="2147481200" r:id="rId13"/>
    <p:sldId id="2147481198" r:id="rId14"/>
    <p:sldId id="2147481199" r:id="rId15"/>
    <p:sldId id="2147481201" r:id="rId16"/>
    <p:sldId id="2147481187" r:id="rId17"/>
    <p:sldId id="2147481228" r:id="rId18"/>
    <p:sldId id="2147481241" r:id="rId19"/>
    <p:sldId id="2147481240" r:id="rId20"/>
    <p:sldId id="214748123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E935927-A38B-4007-7461-2FC4DA23B05C}" name="Brent Lyman" initials="BL" userId="S::blyman@linq.com::4faffe8f-b2b3-480e-a768-f21e6bbdd5f1" providerId="AD"/>
  <p188:author id="{EB49D065-7030-EEAB-BE98-04673BD38934}" name="Shawn Warn" initials="SW" userId="S::swarn@linq.com::f9d3fed4-64aa-4227-a6b2-a8a94e12bf62" providerId="AD"/>
  <p188:author id="{3B1A0E83-F060-E211-D6B5-FBF562B5DB11}" name="Shayna Ortiz" initials="SO" userId="S::sortiz@linq.com::a197a0e3-4611-456c-b2a3-14c6fcfeeb83" providerId="AD"/>
  <p188:author id="{28D96C92-F7C2-5043-E830-E1DBA57BE49A}" name="Melissa Hicks" initials="" userId="S::mhicks@linq.com::98a1b464-1a24-4699-a3b5-e3651be19390" providerId="AD"/>
  <p188:author id="{269B9ABD-921E-ED7B-DD98-02C91C126AA3}" name="Ryan Schwartzberg" initials="" userId="S::rschwartzberg@linq.com::5abcf4bf-4d96-45aa-bfc9-0401b2c4fc67" providerId="AD"/>
  <p188:author id="{8A888BD8-A14C-2D08-A68A-87350FDEBE2D}" name="Phil Hartman" initials="PH" userId="S::phartman@linq.com::d0b6cd4d-984b-4d37-9ea4-4f9ab2b748d8" providerId="AD"/>
  <p188:author id="{6FDD26ED-9A2B-0696-E2B0-2524D94CF681}" name="Airon White" initials="AW" userId="S::aiwhite@linq.com::ff5141ae-c2ff-4fc4-ac15-fa77b07d330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9644"/>
    <a:srgbClr val="FDFDF6"/>
    <a:srgbClr val="A8EFF3"/>
    <a:srgbClr val="ACD7B1"/>
    <a:srgbClr val="00507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5FD9F8-4899-1D38-003B-135834E67344}" v="4" dt="2026-09-03T04:57:47.6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82082" autoAdjust="0"/>
  </p:normalViewPr>
  <p:slideViewPr>
    <p:cSldViewPr snapToGrid="0">
      <p:cViewPr>
        <p:scale>
          <a:sx n="150" d="100"/>
          <a:sy n="150" d="100"/>
        </p:scale>
        <p:origin x="-2770" y="-21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sika Mukherjee" userId="43f5bdcd-a5ae-4072-9154-6a9e77fa755b" providerId="ADAL" clId="{8ACD65AB-BB86-4D38-BFCF-91CB33AF15CA}"/>
    <pc:docChg chg="modSld">
      <pc:chgData name="Tosika Mukherjee" userId="43f5bdcd-a5ae-4072-9154-6a9e77fa755b" providerId="ADAL" clId="{8ACD65AB-BB86-4D38-BFCF-91CB33AF15CA}" dt="2026-09-03T14:32:44.447" v="0" actId="1076"/>
      <pc:docMkLst>
        <pc:docMk/>
      </pc:docMkLst>
      <pc:sldChg chg="modSp mod">
        <pc:chgData name="Tosika Mukherjee" userId="43f5bdcd-a5ae-4072-9154-6a9e77fa755b" providerId="ADAL" clId="{8ACD65AB-BB86-4D38-BFCF-91CB33AF15CA}" dt="2026-09-03T14:32:44.447" v="0" actId="1076"/>
        <pc:sldMkLst>
          <pc:docMk/>
          <pc:sldMk cId="591756965" sldId="2147481241"/>
        </pc:sldMkLst>
        <pc:picChg chg="mod">
          <ac:chgData name="Tosika Mukherjee" userId="43f5bdcd-a5ae-4072-9154-6a9e77fa755b" providerId="ADAL" clId="{8ACD65AB-BB86-4D38-BFCF-91CB33AF15CA}" dt="2026-09-03T14:32:44.447" v="0" actId="1076"/>
          <ac:picMkLst>
            <pc:docMk/>
            <pc:sldMk cId="591756965" sldId="2147481241"/>
            <ac:picMk id="3" creationId="{1ADD9BFC-9CFA-90EA-0005-5B5945388EF9}"/>
          </ac:picMkLst>
        </pc:picChg>
      </pc:sldChg>
    </pc:docChg>
  </pc:docChgLst>
  <pc:docChgLst>
    <pc:chgData name="Abhishek Narula" userId="S::abhishek.narula@algoworks.com::6c1a4e05-d08c-4450-b75f-04553d2dcd24" providerId="AD" clId="Web-{775FD9F8-4899-1D38-003B-135834E67344}"/>
    <pc:docChg chg="modSld">
      <pc:chgData name="Abhishek Narula" userId="S::abhishek.narula@algoworks.com::6c1a4e05-d08c-4450-b75f-04553d2dcd24" providerId="AD" clId="Web-{775FD9F8-4899-1D38-003B-135834E67344}" dt="2026-09-03T04:57:47.602" v="3" actId="1076"/>
      <pc:docMkLst>
        <pc:docMk/>
      </pc:docMkLst>
      <pc:sldChg chg="modSp">
        <pc:chgData name="Abhishek Narula" userId="S::abhishek.narula@algoworks.com::6c1a4e05-d08c-4450-b75f-04553d2dcd24" providerId="AD" clId="Web-{775FD9F8-4899-1D38-003B-135834E67344}" dt="2026-09-03T04:57:47.602" v="3" actId="1076"/>
        <pc:sldMkLst>
          <pc:docMk/>
          <pc:sldMk cId="4238906571" sldId="2147481196"/>
        </pc:sldMkLst>
        <pc:picChg chg="mod">
          <ac:chgData name="Abhishek Narula" userId="S::abhishek.narula@algoworks.com::6c1a4e05-d08c-4450-b75f-04553d2dcd24" providerId="AD" clId="Web-{775FD9F8-4899-1D38-003B-135834E67344}" dt="2026-09-03T04:57:47.602" v="3" actId="1076"/>
          <ac:picMkLst>
            <pc:docMk/>
            <pc:sldMk cId="4238906571" sldId="2147481196"/>
            <ac:picMk id="35" creationId="{84585046-5E6C-DB25-8C25-CC9A179572D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62B19E-CE29-47D9-B2D0-DCC83FC716E7}" type="datetimeFigureOut">
              <a:t>9/3/2026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41293B-03E7-4209-8A12-F5BA8C89D205}" type="slidenum">
              <a:t>‹#›</a:t>
            </a:fld>
            <a:endParaRPr lang="en-US"/>
          </a:p>
        </p:txBody>
      </p:sp>
    </p:spTree>
    <p:extLst>
      <p:ext uri="{BB962C8B-B14F-4D97-AF65-F5344CB8AC3E}">
        <p14:creationId xmlns:p14="http://schemas.microsoft.com/office/powerpoint/2010/main" val="38115872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set context. This deck has two parts: the customer-facing story about what we're building and why it matters — this is what a state agency would see. Then we'll transition into the technical architecture for the engineering team. Use the first 12 slides to make sure everyone has the same mental model of the product before we get into how it's built.</a:t>
            </a:r>
          </a:p>
          <a:p>
            <a:endParaRPr lang="en-US" dirty="0"/>
          </a:p>
        </p:txBody>
      </p:sp>
      <p:sp>
        <p:nvSpPr>
          <p:cNvPr id="4" name="Slide Number Placeholder 3"/>
          <p:cNvSpPr>
            <a:spLocks noGrp="1"/>
          </p:cNvSpPr>
          <p:nvPr>
            <p:ph type="sldNum" sz="quarter" idx="5"/>
          </p:nvPr>
        </p:nvSpPr>
        <p:spPr/>
        <p:txBody>
          <a:bodyPr/>
          <a:lstStyle/>
          <a:p>
            <a:fld id="{BB41293B-03E7-4209-8A12-F5BA8C89D205}" type="slidenum">
              <a:rPr lang="en-US" smtClean="0"/>
              <a:t>1</a:t>
            </a:fld>
            <a:endParaRPr lang="en-US"/>
          </a:p>
        </p:txBody>
      </p:sp>
    </p:spTree>
    <p:extLst>
      <p:ext uri="{BB962C8B-B14F-4D97-AF65-F5344CB8AC3E}">
        <p14:creationId xmlns:p14="http://schemas.microsoft.com/office/powerpoint/2010/main" val="3079108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Single platform, full program lifecycle. The key message: this isn't a point solution — it manages everything from sponsor applications through claim payment in one system. Replacing CTS and DIS across multiple states. Worth noting that most state CNP systems today are a collection of disconnected tools — this is a greenfield platform built to handle everything in one place.</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This is an expectation from our clients</a:t>
            </a:r>
          </a:p>
          <a:p>
            <a:r>
              <a:rPr lang="en-US" dirty="0"/>
              <a:t>2. The </a:t>
            </a:r>
            <a:r>
              <a:rPr lang="en-US" sz="1200" kern="1200" dirty="0" err="1">
                <a:solidFill>
                  <a:schemeClr val="tx1"/>
                </a:solidFill>
                <a:latin typeface="+mn-lt"/>
                <a:ea typeface="+mn-ea"/>
                <a:cs typeface="+mn-cs"/>
              </a:rPr>
              <a:t>IsFederal</a:t>
            </a:r>
            <a:r>
              <a:rPr lang="en-US" dirty="0"/>
              <a:t> flag is the clearest expression of this: it is enforced at three independent points. The UI suppresses the control entirely for users without the flag. The API validates the flag on every write before the record is persisted. A database trigger rejects any direct write that attempts to set </a:t>
            </a:r>
            <a:r>
              <a:rPr lang="en-US" sz="1200" kern="1200" dirty="0" err="1">
                <a:solidFill>
                  <a:schemeClr val="tx1"/>
                </a:solidFill>
                <a:latin typeface="+mn-lt"/>
                <a:ea typeface="+mn-ea"/>
                <a:cs typeface="+mn-cs"/>
              </a:rPr>
              <a:t>IsFederal</a:t>
            </a:r>
            <a:r>
              <a:rPr lang="en-US" sz="1200" kern="1200" dirty="0">
                <a:solidFill>
                  <a:schemeClr val="tx1"/>
                </a:solidFill>
                <a:latin typeface="+mn-lt"/>
                <a:ea typeface="+mn-ea"/>
                <a:cs typeface="+mn-cs"/>
              </a:rPr>
              <a:t> = true</a:t>
            </a:r>
            <a:r>
              <a:rPr lang="en-US" dirty="0"/>
              <a:t> without meeting the structural preconditions — meaning even a DBA with direct database access cannot override it without triggering a constraint violation. </a:t>
            </a:r>
          </a:p>
          <a:p>
            <a:r>
              <a:rPr lang="en-US" dirty="0"/>
              <a:t>3. cross-state data access requires simultaneously defeating the JWT validation layer, the application query layer, and the database schema boundary</a:t>
            </a:r>
          </a:p>
          <a:p>
            <a:r>
              <a:rPr lang="en-US" dirty="0"/>
              <a:t>4. . FERPA and USDA audit requirements make this non-negotiable, and it's a meaningful architectural decision (append-only audit is a constraint that shapes everything above it).</a:t>
            </a:r>
          </a:p>
        </p:txBody>
      </p:sp>
      <p:sp>
        <p:nvSpPr>
          <p:cNvPr id="4" name="Slide Number Placeholder 3"/>
          <p:cNvSpPr>
            <a:spLocks noGrp="1"/>
          </p:cNvSpPr>
          <p:nvPr>
            <p:ph type="sldNum" sz="quarter" idx="5"/>
          </p:nvPr>
        </p:nvSpPr>
        <p:spPr/>
        <p:txBody>
          <a:bodyPr/>
          <a:lstStyle/>
          <a:p>
            <a:fld id="{BB41293B-03E7-4209-8A12-F5BA8C89D205}" type="slidenum">
              <a:rPr lang="en-US" smtClean="0"/>
              <a:t>3</a:t>
            </a:fld>
            <a:endParaRPr lang="en-US"/>
          </a:p>
        </p:txBody>
      </p:sp>
    </p:spTree>
    <p:extLst>
      <p:ext uri="{BB962C8B-B14F-4D97-AF65-F5344CB8AC3E}">
        <p14:creationId xmlns:p14="http://schemas.microsoft.com/office/powerpoint/2010/main" val="8858267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 domains. 4 tiers</a:t>
            </a:r>
          </a:p>
          <a:p>
            <a:endParaRPr lang="en-US" dirty="0"/>
          </a:p>
          <a:p>
            <a:r>
              <a:rPr lang="en-US" dirty="0"/>
              <a:t>Authoritative: they are the only domains that decide whether a claim is paid, whether a sponsor is compliant, or whether a household qualifies. </a:t>
            </a:r>
          </a:p>
          <a:p>
            <a:endParaRPr lang="en-US" dirty="0"/>
          </a:p>
          <a:p>
            <a:r>
              <a:rPr lang="en-US" dirty="0"/>
              <a:t>Foundational: These domains constrain inputs and establish the structures that authoritative decisions operate on, but they never produce outcomes themselves; they are business-critical without being authoritative.</a:t>
            </a:r>
          </a:p>
          <a:p>
            <a:endParaRPr lang="en-US" dirty="0"/>
          </a:p>
          <a:p>
            <a:r>
              <a:rPr lang="en-US" dirty="0"/>
              <a:t>Operational: These domains generate the facts and transactions that flow upward to be adjudicated, but they do not adjudicate.</a:t>
            </a:r>
          </a:p>
          <a:p>
            <a:endParaRPr lang="en-US" dirty="0"/>
          </a:p>
          <a:p>
            <a:r>
              <a:rPr lang="en-US" dirty="0"/>
              <a:t>Observational: It reads facts produced by the layers above and surfaces them outward, but it never writes back into a decision process.</a:t>
            </a:r>
          </a:p>
        </p:txBody>
      </p:sp>
      <p:sp>
        <p:nvSpPr>
          <p:cNvPr id="4" name="Slide Number Placeholder 3"/>
          <p:cNvSpPr>
            <a:spLocks noGrp="1"/>
          </p:cNvSpPr>
          <p:nvPr>
            <p:ph type="sldNum" sz="quarter" idx="5"/>
          </p:nvPr>
        </p:nvSpPr>
        <p:spPr/>
        <p:txBody>
          <a:bodyPr/>
          <a:lstStyle/>
          <a:p>
            <a:fld id="{BB41293B-03E7-4209-8A12-F5BA8C89D205}" type="slidenum">
              <a:rPr lang="en-US" smtClean="0"/>
              <a:t>4</a:t>
            </a:fld>
            <a:endParaRPr lang="en-US"/>
          </a:p>
        </p:txBody>
      </p:sp>
    </p:spTree>
    <p:extLst>
      <p:ext uri="{BB962C8B-B14F-4D97-AF65-F5344CB8AC3E}">
        <p14:creationId xmlns:p14="http://schemas.microsoft.com/office/powerpoint/2010/main" val="1066427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Modular Monolith</a:t>
            </a:r>
          </a:p>
        </p:txBody>
      </p:sp>
      <p:sp>
        <p:nvSpPr>
          <p:cNvPr id="4" name="Slide Number Placeholder 3"/>
          <p:cNvSpPr>
            <a:spLocks noGrp="1"/>
          </p:cNvSpPr>
          <p:nvPr>
            <p:ph type="sldNum" sz="quarter" idx="5"/>
          </p:nvPr>
        </p:nvSpPr>
        <p:spPr/>
        <p:txBody>
          <a:bodyPr/>
          <a:lstStyle/>
          <a:p>
            <a:fld id="{BB41293B-03E7-4209-8A12-F5BA8C89D205}" type="slidenum">
              <a:rPr lang="en-US" smtClean="0"/>
              <a:t>5</a:t>
            </a:fld>
            <a:endParaRPr lang="en-US"/>
          </a:p>
        </p:txBody>
      </p:sp>
    </p:spTree>
    <p:extLst>
      <p:ext uri="{BB962C8B-B14F-4D97-AF65-F5344CB8AC3E}">
        <p14:creationId xmlns:p14="http://schemas.microsoft.com/office/powerpoint/2010/main" val="22817091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point. Everything before this was the customer story. This and everything after is the technical architecture. Walk the layers top to bottom: Frontend → Identity → Core Engines → Domain Services → Audit → Data → Integrations. The AI panel on the right is Phase 2 — designed but not yet built. Single ECS Fargate container, ASP.NET Core 8 modular monolith, Angular frontend, Aurora PostgreSQL.</a:t>
            </a:r>
          </a:p>
          <a:p>
            <a:endParaRPr lang="en-US" dirty="0"/>
          </a:p>
        </p:txBody>
      </p:sp>
      <p:sp>
        <p:nvSpPr>
          <p:cNvPr id="4" name="Slide Number Placeholder 3"/>
          <p:cNvSpPr>
            <a:spLocks noGrp="1"/>
          </p:cNvSpPr>
          <p:nvPr>
            <p:ph type="sldNum" sz="quarter" idx="5"/>
          </p:nvPr>
        </p:nvSpPr>
        <p:spPr/>
        <p:txBody>
          <a:bodyPr/>
          <a:lstStyle/>
          <a:p>
            <a:fld id="{BB41293B-03E7-4209-8A12-F5BA8C89D205}" type="slidenum">
              <a:rPr lang="en-US" smtClean="0"/>
              <a:t>6</a:t>
            </a:fld>
            <a:endParaRPr lang="en-US"/>
          </a:p>
        </p:txBody>
      </p:sp>
    </p:spTree>
    <p:extLst>
      <p:ext uri="{BB962C8B-B14F-4D97-AF65-F5344CB8AC3E}">
        <p14:creationId xmlns:p14="http://schemas.microsoft.com/office/powerpoint/2010/main" val="41546732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Harmony Auth is LINQ's centralized authentication service built on Okta and AWS Cognito. All LINQ apps authenticate through it. OIDC/OAuth 2.0 flow: user hits the app, redirects to IdP for login, Harmony Auth returns ID and access tokens, app validates them via Harmony Auth. JWT carries both the user's roles AND their state scope — a Virginia user literally cannot make a request that touches Alabama data. MFA enforced for all users with no admin override.</a:t>
            </a:r>
          </a:p>
          <a:p>
            <a:endParaRPr lang="en-US" dirty="0"/>
          </a:p>
        </p:txBody>
      </p:sp>
      <p:sp>
        <p:nvSpPr>
          <p:cNvPr id="4" name="Slide Number Placeholder 3"/>
          <p:cNvSpPr>
            <a:spLocks noGrp="1"/>
          </p:cNvSpPr>
          <p:nvPr>
            <p:ph type="sldNum" sz="quarter" idx="5"/>
          </p:nvPr>
        </p:nvSpPr>
        <p:spPr/>
        <p:txBody>
          <a:bodyPr/>
          <a:lstStyle/>
          <a:p>
            <a:fld id="{BB41293B-03E7-4209-8A12-F5BA8C89D205}" type="slidenum">
              <a:rPr lang="en-US" smtClean="0"/>
              <a:t>7</a:t>
            </a:fld>
            <a:endParaRPr lang="en-US"/>
          </a:p>
        </p:txBody>
      </p:sp>
    </p:spTree>
    <p:extLst>
      <p:ext uri="{BB962C8B-B14F-4D97-AF65-F5344CB8AC3E}">
        <p14:creationId xmlns:p14="http://schemas.microsoft.com/office/powerpoint/2010/main" val="32395889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engines are program-agnostic — they don't know if they're running an SNP claim or a CACFP review. What makes them behave correctly for each program is configuration, not code.</a:t>
            </a:r>
          </a:p>
          <a:p>
            <a:endParaRPr lang="en-US" dirty="0"/>
          </a:p>
          <a:p>
            <a:r>
              <a:rPr lang="en-US" dirty="0"/>
              <a:t>Workflow Engine: any process with approval steps runs through this — claim submission and site application are both driven by the same engine, with different configurations.</a:t>
            </a:r>
          </a:p>
          <a:p>
            <a:endParaRPr lang="en-US" dirty="0"/>
          </a:p>
          <a:p>
            <a:r>
              <a:rPr lang="en-US" dirty="0"/>
              <a:t>Form Engine: any data collection uses this. A form in SNP and a form in CACFP are both built and rendered by the same engine. When a federal form changes, the configuration updates, not the code.</a:t>
            </a:r>
          </a:p>
          <a:p>
            <a:endParaRPr lang="en-US" dirty="0"/>
          </a:p>
          <a:p>
            <a:r>
              <a:rPr lang="en-US" dirty="0"/>
              <a:t>Review Instrument Engine: the structured checklist tool for compliance monitoring. Different programs have different instruments; the same engine renders, scores, and records findings for all of them.</a:t>
            </a:r>
          </a:p>
          <a:p>
            <a:endParaRPr lang="en-US" dirty="0"/>
          </a:p>
          <a:p>
            <a:r>
              <a:rPr lang="en-US" dirty="0"/>
              <a:t>Rights Model: every page and function is a securable object with view, add, modify, delete, and admin rights. Starts with 9 base roles — fully customizable from there. Anything flagged isFederal can only be changed via code, enforced at the database level.</a:t>
            </a:r>
          </a:p>
          <a:p>
            <a:endParaRPr lang="en-US" dirty="0"/>
          </a:p>
        </p:txBody>
      </p:sp>
      <p:sp>
        <p:nvSpPr>
          <p:cNvPr id="4" name="Slide Number Placeholder 3"/>
          <p:cNvSpPr>
            <a:spLocks noGrp="1"/>
          </p:cNvSpPr>
          <p:nvPr>
            <p:ph type="sldNum" sz="quarter" idx="5"/>
          </p:nvPr>
        </p:nvSpPr>
        <p:spPr/>
        <p:txBody>
          <a:bodyPr/>
          <a:lstStyle/>
          <a:p>
            <a:fld id="{BB41293B-03E7-4209-8A12-F5BA8C89D205}" type="slidenum">
              <a:rPr lang="en-US" smtClean="0"/>
              <a:t>8</a:t>
            </a:fld>
            <a:endParaRPr lang="en-US"/>
          </a:p>
        </p:txBody>
      </p:sp>
    </p:spTree>
    <p:extLst>
      <p:ext uri="{BB962C8B-B14F-4D97-AF65-F5344CB8AC3E}">
        <p14:creationId xmlns:p14="http://schemas.microsoft.com/office/powerpoint/2010/main" val="24906643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tiers engineers need to understand when building or modifying features. Client self-service lives in the Config Admin UI and takes effect immediately — workflow routing, form rules, roles, notifications, document requirements, review instrument questions. LINQ Implementation Team tier covers things set at onboarding or changed on a service request — CnpDefaults, federal report mappings, schema provisioning for new states, feature flags. Development Required is anything where the code has to branch differently based on the value — new transaction types, new field types, claiming calculation changes, new program types. The rule: if the code cares about the value, it's a dev ticket.</a:t>
            </a:r>
          </a:p>
          <a:p>
            <a:endParaRPr lang="en-US" dirty="0"/>
          </a:p>
        </p:txBody>
      </p:sp>
      <p:sp>
        <p:nvSpPr>
          <p:cNvPr id="4" name="Slide Number Placeholder 3"/>
          <p:cNvSpPr>
            <a:spLocks noGrp="1"/>
          </p:cNvSpPr>
          <p:nvPr>
            <p:ph type="sldNum" sz="quarter" idx="5"/>
          </p:nvPr>
        </p:nvSpPr>
        <p:spPr/>
        <p:txBody>
          <a:bodyPr/>
          <a:lstStyle/>
          <a:p>
            <a:fld id="{BB41293B-03E7-4209-8A12-F5BA8C89D205}" type="slidenum">
              <a:rPr lang="en-US" smtClean="0"/>
              <a:t>9</a:t>
            </a:fld>
            <a:endParaRPr lang="en-US"/>
          </a:p>
        </p:txBody>
      </p:sp>
    </p:spTree>
    <p:extLst>
      <p:ext uri="{BB962C8B-B14F-4D97-AF65-F5344CB8AC3E}">
        <p14:creationId xmlns:p14="http://schemas.microsoft.com/office/powerpoint/2010/main" val="32979351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domain groupings covering the full program lifecycle. These are business capability boundaries, not microservices — everything runs in one container but each domain has its own namespace and its own database tables. Claims &amp; Reimbursement covers FA1-FA4 claims entry, edit checks, freeze-on-approval, and FNS federal report generation. Compliance &amp; Review covers both administrative and procurement review workflows — both use the Review Instrument Engine. Eligibility &amp; DC handles the VDSS feed and household applications. Accounting covers Oracle Financials integration and payment tracking.</a:t>
            </a:r>
          </a:p>
          <a:p>
            <a:endParaRPr lang="en-US" dirty="0"/>
          </a:p>
        </p:txBody>
      </p:sp>
      <p:sp>
        <p:nvSpPr>
          <p:cNvPr id="4" name="Slide Number Placeholder 3"/>
          <p:cNvSpPr>
            <a:spLocks noGrp="1"/>
          </p:cNvSpPr>
          <p:nvPr>
            <p:ph type="sldNum" sz="quarter" idx="5"/>
          </p:nvPr>
        </p:nvSpPr>
        <p:spPr/>
        <p:txBody>
          <a:bodyPr/>
          <a:lstStyle/>
          <a:p>
            <a:fld id="{BB41293B-03E7-4209-8A12-F5BA8C89D205}" type="slidenum">
              <a:rPr lang="en-US" smtClean="0"/>
              <a:t>10</a:t>
            </a:fld>
            <a:endParaRPr lang="en-US"/>
          </a:p>
        </p:txBody>
      </p:sp>
    </p:spTree>
    <p:extLst>
      <p:ext uri="{BB962C8B-B14F-4D97-AF65-F5344CB8AC3E}">
        <p14:creationId xmlns:p14="http://schemas.microsoft.com/office/powerpoint/2010/main" val="13481495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write coverage — every save, submit, approve, reject, and override is captured automatically, with no opt-in required. Two layers working together: EntitySnapshots captures full state at each event, FieldChangeLog captures field-level deltas for every write. Append-only — no admin or script can modify or delete records. S3 Object Lock WORM storage for long-term retention. Point-in-time queryable — we can reconstruct the state of any record at any moment in its history. This is how we answer "who approved this claim and when?" for a federal auditor.</a:t>
            </a:r>
          </a:p>
          <a:p>
            <a:endParaRPr lang="en-US" dirty="0"/>
          </a:p>
        </p:txBody>
      </p:sp>
      <p:sp>
        <p:nvSpPr>
          <p:cNvPr id="4" name="Slide Number Placeholder 3"/>
          <p:cNvSpPr>
            <a:spLocks noGrp="1"/>
          </p:cNvSpPr>
          <p:nvPr>
            <p:ph type="sldNum" sz="quarter" idx="5"/>
          </p:nvPr>
        </p:nvSpPr>
        <p:spPr/>
        <p:txBody>
          <a:bodyPr/>
          <a:lstStyle/>
          <a:p>
            <a:fld id="{BB41293B-03E7-4209-8A12-F5BA8C89D205}" type="slidenum">
              <a:rPr lang="en-US" smtClean="0"/>
              <a:t>12</a:t>
            </a:fld>
            <a:endParaRPr lang="en-US"/>
          </a:p>
        </p:txBody>
      </p:sp>
    </p:spTree>
    <p:extLst>
      <p:ext uri="{BB962C8B-B14F-4D97-AF65-F5344CB8AC3E}">
        <p14:creationId xmlns:p14="http://schemas.microsoft.com/office/powerpoint/2010/main" val="10321097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diving headfirst into microservices. The modular monolith lets us learn the right boundaries from real usage before we lock them into service contracts.</a:t>
            </a:r>
          </a:p>
          <a:p>
            <a:endParaRPr lang="en-US" dirty="0"/>
          </a:p>
          <a:p>
            <a:r>
              <a:rPr lang="en-US" dirty="0"/>
              <a:t>In a monolith, a wrong boundary is a namespace rename and moving some classes. In microservices, it's a new API contract, a data migration, and distributed transaction complexity.</a:t>
            </a:r>
          </a:p>
          <a:p>
            <a:endParaRPr lang="en-US" dirty="0"/>
          </a:p>
          <a:p>
            <a:r>
              <a:rPr lang="en-US" dirty="0"/>
              <a:t>Every domain is already namespace-isolated and schema-isolated. When the evidence says a domain needs independent scaling or deployment, we can extract it cleanly. The four authoritative domains — Claims, Accounting, Compliance, Eligibility — are the most likely candidates to move first. They have the clearest ownership and the most to gain from independent deployment.</a:t>
            </a:r>
          </a:p>
          <a:p>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9AFB0-0C0B-E6C9-128D-E33F7C7FFC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AE323B-4A1C-75BE-19DD-1980DA6E17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530BB8-79FF-CD64-AB51-8841D786119F}"/>
              </a:ext>
            </a:extLst>
          </p:cNvPr>
          <p:cNvSpPr>
            <a:spLocks noGrp="1"/>
          </p:cNvSpPr>
          <p:nvPr>
            <p:ph type="body" idx="1"/>
          </p:nvPr>
        </p:nvSpPr>
        <p:spPr/>
        <p:txBody>
          <a:bodyPr/>
          <a:lstStyle/>
          <a:p>
            <a:r>
              <a:rPr lang="en-US" dirty="0"/>
              <a:t>All AI capabilities are Phase 2 — designed but not yet built. Every AI output requires human review before any platform action is taken.</a:t>
            </a:r>
          </a:p>
          <a:p>
            <a:endParaRPr lang="en-US" dirty="0"/>
          </a:p>
          <a:p>
            <a:r>
              <a:rPr lang="en-US" dirty="0"/>
              <a:t>Natural Language Processing Query Interface: plain-English questions from directors and finance staff, answered by querying curated Snowflake views. No raw SQL, no PII in results. Must be registered with VITA via EA-225 before deployment per Virginia EO 30.</a:t>
            </a:r>
          </a:p>
          <a:p>
            <a:endParaRPr lang="en-US" dirty="0"/>
          </a:p>
          <a:p>
            <a:r>
              <a:rPr lang="en-US" dirty="0"/>
              <a:t>Risk Scoring: gradient-boosted model scores sponsors and sites for compliance risk. SHAP explainability shows top 3 factors. Informational only — never auto-triggers a review.</a:t>
            </a:r>
          </a:p>
          <a:p>
            <a:endParaRPr lang="en-US" dirty="0"/>
          </a:p>
          <a:p>
            <a:r>
              <a:rPr lang="en-US" dirty="0"/>
              <a:t>Anomaly Detection: flags unusual patterns in claims, DC match rates, and submission timing. No auto-actions.</a:t>
            </a:r>
          </a:p>
          <a:p>
            <a:endParaRPr lang="en-US" dirty="0"/>
          </a:p>
          <a:p>
            <a:r>
              <a:rPr lang="en-US" dirty="0"/>
              <a:t>New State Config Assist: AI scaffolds initial configuration when onboarding a new state, matching against similar existing states. All suggestions require explicit onshore approval before anything is applied.</a:t>
            </a:r>
          </a:p>
          <a:p>
            <a:endParaRPr lang="en-US" dirty="0"/>
          </a:p>
          <a:p>
            <a:r>
              <a:rPr lang="en-US" dirty="0"/>
              <a:t>The human review gate is non-negotiable on all four capabilities.</a:t>
            </a:r>
          </a:p>
          <a:p>
            <a:endParaRPr lang="en-US" dirty="0"/>
          </a:p>
        </p:txBody>
      </p:sp>
      <p:sp>
        <p:nvSpPr>
          <p:cNvPr id="4" name="Slide Number Placeholder 3">
            <a:extLst>
              <a:ext uri="{FF2B5EF4-FFF2-40B4-BE49-F238E27FC236}">
                <a16:creationId xmlns:a16="http://schemas.microsoft.com/office/drawing/2014/main" id="{15A6C795-F3CB-8CF3-FF31-440F29A5E5A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458635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Slide - LINQ">
    <p:spTree>
      <p:nvGrpSpPr>
        <p:cNvPr id="1" name=""/>
        <p:cNvGrpSpPr/>
        <p:nvPr/>
      </p:nvGrpSpPr>
      <p:grpSpPr>
        <a:xfrm>
          <a:off x="0" y="0"/>
          <a:ext cx="0" cy="0"/>
          <a:chOff x="0" y="0"/>
          <a:chExt cx="0" cy="0"/>
        </a:xfrm>
      </p:grpSpPr>
      <p:pic>
        <p:nvPicPr>
          <p:cNvPr id="5" name="Picture 4" descr="A blue backpack with pencils in it&#10;&#10;Description automatically generated">
            <a:extLst>
              <a:ext uri="{FF2B5EF4-FFF2-40B4-BE49-F238E27FC236}">
                <a16:creationId xmlns:a16="http://schemas.microsoft.com/office/drawing/2014/main" id="{9578AE55-96DF-2B58-B2CA-F195FBE79F8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2" name="Title 1">
            <a:extLst>
              <a:ext uri="{FF2B5EF4-FFF2-40B4-BE49-F238E27FC236}">
                <a16:creationId xmlns:a16="http://schemas.microsoft.com/office/drawing/2014/main" id="{97C06618-3C5A-FC9F-4CEF-48D599776ABE}"/>
              </a:ext>
            </a:extLst>
          </p:cNvPr>
          <p:cNvSpPr>
            <a:spLocks noGrp="1"/>
          </p:cNvSpPr>
          <p:nvPr>
            <p:ph type="title" hasCustomPrompt="1"/>
          </p:nvPr>
        </p:nvSpPr>
        <p:spPr>
          <a:xfrm>
            <a:off x="609601" y="1359707"/>
            <a:ext cx="5486400" cy="2356188"/>
          </a:xfrm>
        </p:spPr>
        <p:txBody>
          <a:bodyPr>
            <a:noAutofit/>
          </a:bodyPr>
          <a:lstStyle>
            <a:lvl1pPr>
              <a:defRPr sz="5200" b="1" i="0">
                <a:solidFill>
                  <a:schemeClr val="bg1"/>
                </a:solidFill>
                <a:latin typeface="Segoe UI" panose="020B0502040204020203" pitchFamily="34" charset="0"/>
                <a:cs typeface="Segoe UI" panose="020B0502040204020203" pitchFamily="34" charset="0"/>
              </a:defRPr>
            </a:lvl1pPr>
          </a:lstStyle>
          <a:p>
            <a:r>
              <a:rPr lang="en-US"/>
              <a:t>Click to add title (Segoe UI Bold, 52pt)</a:t>
            </a:r>
          </a:p>
        </p:txBody>
      </p:sp>
      <p:sp>
        <p:nvSpPr>
          <p:cNvPr id="8" name="Text Placeholder 7">
            <a:extLst>
              <a:ext uri="{FF2B5EF4-FFF2-40B4-BE49-F238E27FC236}">
                <a16:creationId xmlns:a16="http://schemas.microsoft.com/office/drawing/2014/main" id="{B8C928F3-F084-0072-EA8F-AE18EA3B209D}"/>
              </a:ext>
            </a:extLst>
          </p:cNvPr>
          <p:cNvSpPr>
            <a:spLocks noGrp="1"/>
          </p:cNvSpPr>
          <p:nvPr>
            <p:ph type="body" sz="quarter" idx="12" hasCustomPrompt="1"/>
          </p:nvPr>
        </p:nvSpPr>
        <p:spPr>
          <a:xfrm>
            <a:off x="609600" y="3828427"/>
            <a:ext cx="5486400" cy="876154"/>
          </a:xfrm>
        </p:spPr>
        <p:txBody>
          <a:bodyPr>
            <a:noAutofit/>
          </a:bodyPr>
          <a:lstStyle>
            <a:lvl1pPr marL="0" indent="0">
              <a:buFontTx/>
              <a:buNone/>
              <a:defRPr sz="1800" b="1" i="0">
                <a:latin typeface="Segoe UI Semibold" panose="020B0502040204020203" pitchFamily="34" charset="0"/>
                <a:cs typeface="Segoe UI Semibold" panose="020B0502040204020203" pitchFamily="34" charset="0"/>
              </a:defRPr>
            </a:lvl1pPr>
          </a:lstStyle>
          <a:p>
            <a:pPr lvl="0"/>
            <a:r>
              <a:rPr lang="en-US"/>
              <a:t>Click to add subhead text here (Segoe UI Semibold, 18pt)</a:t>
            </a:r>
          </a:p>
        </p:txBody>
      </p:sp>
      <p:sp>
        <p:nvSpPr>
          <p:cNvPr id="10" name="Text Placeholder 9">
            <a:extLst>
              <a:ext uri="{FF2B5EF4-FFF2-40B4-BE49-F238E27FC236}">
                <a16:creationId xmlns:a16="http://schemas.microsoft.com/office/drawing/2014/main" id="{3723A5A6-6714-7E5B-40EE-62AF551A96C1}"/>
              </a:ext>
            </a:extLst>
          </p:cNvPr>
          <p:cNvSpPr>
            <a:spLocks noGrp="1"/>
          </p:cNvSpPr>
          <p:nvPr>
            <p:ph type="body" sz="quarter" idx="13" hasCustomPrompt="1"/>
          </p:nvPr>
        </p:nvSpPr>
        <p:spPr>
          <a:xfrm>
            <a:off x="609600" y="4893038"/>
            <a:ext cx="5486400" cy="365125"/>
          </a:xfrm>
        </p:spPr>
        <p:txBody>
          <a:bodyPr>
            <a:noAutofit/>
          </a:bodyPr>
          <a:lstStyle>
            <a:lvl1pPr marL="0" indent="0">
              <a:buFontTx/>
              <a:buNone/>
              <a:defRPr sz="1400">
                <a:solidFill>
                  <a:schemeClr val="bg1"/>
                </a:solidFill>
              </a:defRPr>
            </a:lvl1pPr>
          </a:lstStyle>
          <a:p>
            <a:pPr lvl="0"/>
            <a:r>
              <a:rPr lang="en-US"/>
              <a:t>Date | Time |  Name</a:t>
            </a:r>
          </a:p>
        </p:txBody>
      </p:sp>
      <p:pic>
        <p:nvPicPr>
          <p:cNvPr id="12" name="Graphic 11">
            <a:extLst>
              <a:ext uri="{FF2B5EF4-FFF2-40B4-BE49-F238E27FC236}">
                <a16:creationId xmlns:a16="http://schemas.microsoft.com/office/drawing/2014/main" id="{40BE7AC2-A2A6-294A-D72D-BE69E39CE03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79008" y="5572548"/>
            <a:ext cx="2224149" cy="1032533"/>
          </a:xfrm>
          <a:prstGeom prst="rect">
            <a:avLst/>
          </a:prstGeom>
        </p:spPr>
      </p:pic>
      <p:pic>
        <p:nvPicPr>
          <p:cNvPr id="11" name="Picture 10" descr="A blue and black logo&#10;&#10;Description automatically generated">
            <a:extLst>
              <a:ext uri="{FF2B5EF4-FFF2-40B4-BE49-F238E27FC236}">
                <a16:creationId xmlns:a16="http://schemas.microsoft.com/office/drawing/2014/main" id="{B3F620CE-D425-85CD-2EC0-F5EC5D858AF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09600" y="5761007"/>
            <a:ext cx="1639043" cy="655617"/>
          </a:xfrm>
          <a:prstGeom prst="rect">
            <a:avLst/>
          </a:prstGeom>
        </p:spPr>
      </p:pic>
    </p:spTree>
    <p:extLst>
      <p:ext uri="{BB962C8B-B14F-4D97-AF65-F5344CB8AC3E}">
        <p14:creationId xmlns:p14="http://schemas.microsoft.com/office/powerpoint/2010/main" val="42039334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Slide - LINQ + Company">
    <p:spTree>
      <p:nvGrpSpPr>
        <p:cNvPr id="1" name=""/>
        <p:cNvGrpSpPr/>
        <p:nvPr/>
      </p:nvGrpSpPr>
      <p:grpSpPr>
        <a:xfrm>
          <a:off x="0" y="0"/>
          <a:ext cx="0" cy="0"/>
          <a:chOff x="0" y="0"/>
          <a:chExt cx="0" cy="0"/>
        </a:xfrm>
      </p:grpSpPr>
      <p:pic>
        <p:nvPicPr>
          <p:cNvPr id="5" name="Picture 4" descr="A blue backpack with pencils in it&#10;&#10;Description automatically generated">
            <a:extLst>
              <a:ext uri="{FF2B5EF4-FFF2-40B4-BE49-F238E27FC236}">
                <a16:creationId xmlns:a16="http://schemas.microsoft.com/office/drawing/2014/main" id="{9578AE55-96DF-2B58-B2CA-F195FBE79F8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pic>
        <p:nvPicPr>
          <p:cNvPr id="12" name="Graphic 11">
            <a:extLst>
              <a:ext uri="{FF2B5EF4-FFF2-40B4-BE49-F238E27FC236}">
                <a16:creationId xmlns:a16="http://schemas.microsoft.com/office/drawing/2014/main" id="{40BE7AC2-A2A6-294A-D72D-BE69E39CE03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98519" y="5572548"/>
            <a:ext cx="4575559" cy="1114002"/>
          </a:xfrm>
          <a:prstGeom prst="rect">
            <a:avLst/>
          </a:prstGeom>
        </p:spPr>
      </p:pic>
      <p:pic>
        <p:nvPicPr>
          <p:cNvPr id="11" name="Picture 10" descr="A blue and black logo&#10;&#10;Description automatically generated">
            <a:extLst>
              <a:ext uri="{FF2B5EF4-FFF2-40B4-BE49-F238E27FC236}">
                <a16:creationId xmlns:a16="http://schemas.microsoft.com/office/drawing/2014/main" id="{B3F620CE-D425-85CD-2EC0-F5EC5D858AF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09600" y="5761007"/>
            <a:ext cx="1639043" cy="655617"/>
          </a:xfrm>
          <a:prstGeom prst="rect">
            <a:avLst/>
          </a:prstGeom>
        </p:spPr>
      </p:pic>
      <p:sp>
        <p:nvSpPr>
          <p:cNvPr id="9" name="Text Placeholder 8">
            <a:extLst>
              <a:ext uri="{FF2B5EF4-FFF2-40B4-BE49-F238E27FC236}">
                <a16:creationId xmlns:a16="http://schemas.microsoft.com/office/drawing/2014/main" id="{EA9B423B-4C29-9E19-E6AF-33EECBAA3F17}"/>
              </a:ext>
            </a:extLst>
          </p:cNvPr>
          <p:cNvSpPr>
            <a:spLocks noGrp="1"/>
          </p:cNvSpPr>
          <p:nvPr>
            <p:ph type="body" sz="quarter" idx="14" hasCustomPrompt="1"/>
          </p:nvPr>
        </p:nvSpPr>
        <p:spPr>
          <a:xfrm>
            <a:off x="2331845" y="5898006"/>
            <a:ext cx="311823" cy="365125"/>
          </a:xfrm>
        </p:spPr>
        <p:txBody>
          <a:bodyPr>
            <a:noAutofit/>
          </a:bodyPr>
          <a:lstStyle>
            <a:lvl1pPr marL="0" indent="0" algn="ctr">
              <a:buFontTx/>
              <a:buNone/>
              <a:defRPr sz="2000" b="1">
                <a:solidFill>
                  <a:schemeClr val="accent6"/>
                </a:solidFill>
              </a:defRPr>
            </a:lvl1pPr>
          </a:lstStyle>
          <a:p>
            <a:pPr lvl="0"/>
            <a:r>
              <a:rPr lang="en-US"/>
              <a:t>+</a:t>
            </a:r>
          </a:p>
        </p:txBody>
      </p:sp>
      <p:sp>
        <p:nvSpPr>
          <p:cNvPr id="14" name="Picture Placeholder 13">
            <a:extLst>
              <a:ext uri="{FF2B5EF4-FFF2-40B4-BE49-F238E27FC236}">
                <a16:creationId xmlns:a16="http://schemas.microsoft.com/office/drawing/2014/main" id="{5A16CB63-B8A1-139D-5C68-662EAC716189}"/>
              </a:ext>
            </a:extLst>
          </p:cNvPr>
          <p:cNvSpPr>
            <a:spLocks noGrp="1"/>
          </p:cNvSpPr>
          <p:nvPr>
            <p:ph type="pic" sz="quarter" idx="15" hasCustomPrompt="1"/>
          </p:nvPr>
        </p:nvSpPr>
        <p:spPr>
          <a:xfrm>
            <a:off x="2726871" y="5855022"/>
            <a:ext cx="1713049" cy="626514"/>
          </a:xfrm>
        </p:spPr>
        <p:txBody>
          <a:bodyPr/>
          <a:lstStyle>
            <a:lvl1pPr marL="0" indent="0" algn="ctr">
              <a:buFontTx/>
              <a:buNone/>
              <a:defRPr/>
            </a:lvl1pPr>
          </a:lstStyle>
          <a:p>
            <a:r>
              <a:rPr lang="en-US"/>
              <a:t>Click to add company Logo</a:t>
            </a:r>
          </a:p>
        </p:txBody>
      </p:sp>
      <p:sp>
        <p:nvSpPr>
          <p:cNvPr id="17" name="Text Placeholder 9">
            <a:extLst>
              <a:ext uri="{FF2B5EF4-FFF2-40B4-BE49-F238E27FC236}">
                <a16:creationId xmlns:a16="http://schemas.microsoft.com/office/drawing/2014/main" id="{3ACAB479-5DD1-2467-B5A5-D8827770CEC5}"/>
              </a:ext>
            </a:extLst>
          </p:cNvPr>
          <p:cNvSpPr>
            <a:spLocks noGrp="1"/>
          </p:cNvSpPr>
          <p:nvPr>
            <p:ph type="body" sz="quarter" idx="13" hasCustomPrompt="1"/>
          </p:nvPr>
        </p:nvSpPr>
        <p:spPr>
          <a:xfrm>
            <a:off x="647700" y="4893038"/>
            <a:ext cx="5448300" cy="365125"/>
          </a:xfrm>
        </p:spPr>
        <p:txBody>
          <a:bodyPr>
            <a:noAutofit/>
          </a:bodyPr>
          <a:lstStyle>
            <a:lvl1pPr marL="0" indent="0">
              <a:buFontTx/>
              <a:buNone/>
              <a:defRPr sz="1400">
                <a:solidFill>
                  <a:schemeClr val="bg1"/>
                </a:solidFill>
              </a:defRPr>
            </a:lvl1pPr>
          </a:lstStyle>
          <a:p>
            <a:pPr lvl="0"/>
            <a:r>
              <a:rPr lang="en-US"/>
              <a:t>Date | Time |  Name</a:t>
            </a:r>
          </a:p>
        </p:txBody>
      </p:sp>
      <p:sp>
        <p:nvSpPr>
          <p:cNvPr id="2" name="Title 1">
            <a:extLst>
              <a:ext uri="{FF2B5EF4-FFF2-40B4-BE49-F238E27FC236}">
                <a16:creationId xmlns:a16="http://schemas.microsoft.com/office/drawing/2014/main" id="{70D04567-2AAD-7C62-165F-4FD61FEB2BB9}"/>
              </a:ext>
            </a:extLst>
          </p:cNvPr>
          <p:cNvSpPr>
            <a:spLocks noGrp="1"/>
          </p:cNvSpPr>
          <p:nvPr>
            <p:ph type="title" hasCustomPrompt="1"/>
          </p:nvPr>
        </p:nvSpPr>
        <p:spPr>
          <a:xfrm>
            <a:off x="647699" y="1359707"/>
            <a:ext cx="5448301" cy="2356188"/>
          </a:xfrm>
        </p:spPr>
        <p:txBody>
          <a:bodyPr>
            <a:noAutofit/>
          </a:bodyPr>
          <a:lstStyle>
            <a:lvl1pPr>
              <a:defRPr sz="5200" b="1" i="0">
                <a:solidFill>
                  <a:schemeClr val="bg1"/>
                </a:solidFill>
                <a:latin typeface="Segoe UI" panose="020B0502040204020203" pitchFamily="34" charset="0"/>
                <a:cs typeface="Segoe UI" panose="020B0502040204020203" pitchFamily="34" charset="0"/>
              </a:defRPr>
            </a:lvl1pPr>
          </a:lstStyle>
          <a:p>
            <a:r>
              <a:rPr lang="en-US"/>
              <a:t>Click to add title (Segoe UI Bold, 52pt)</a:t>
            </a:r>
          </a:p>
        </p:txBody>
      </p:sp>
      <p:sp>
        <p:nvSpPr>
          <p:cNvPr id="3" name="Text Placeholder 7">
            <a:extLst>
              <a:ext uri="{FF2B5EF4-FFF2-40B4-BE49-F238E27FC236}">
                <a16:creationId xmlns:a16="http://schemas.microsoft.com/office/drawing/2014/main" id="{C09516F8-46B2-7F4D-DF85-55734B5F3A81}"/>
              </a:ext>
            </a:extLst>
          </p:cNvPr>
          <p:cNvSpPr>
            <a:spLocks noGrp="1"/>
          </p:cNvSpPr>
          <p:nvPr>
            <p:ph type="body" sz="quarter" idx="12" hasCustomPrompt="1"/>
          </p:nvPr>
        </p:nvSpPr>
        <p:spPr>
          <a:xfrm>
            <a:off x="647700" y="3828427"/>
            <a:ext cx="5448300" cy="876154"/>
          </a:xfrm>
        </p:spPr>
        <p:txBody>
          <a:bodyPr>
            <a:noAutofit/>
          </a:bodyPr>
          <a:lstStyle>
            <a:lvl1pPr marL="0" indent="0">
              <a:buFontTx/>
              <a:buNone/>
              <a:defRPr sz="1800" b="1" i="0">
                <a:latin typeface="Segoe UI Semibold" panose="020B0502040204020203" pitchFamily="34" charset="0"/>
                <a:cs typeface="Segoe UI Semibold" panose="020B0502040204020203" pitchFamily="34" charset="0"/>
              </a:defRPr>
            </a:lvl1pPr>
          </a:lstStyle>
          <a:p>
            <a:pPr lvl="0"/>
            <a:r>
              <a:rPr lang="en-US"/>
              <a:t>Click to add subhead text here (Segoe UI Semibold, 18pt)</a:t>
            </a:r>
          </a:p>
        </p:txBody>
      </p:sp>
    </p:spTree>
    <p:extLst>
      <p:ext uri="{BB962C8B-B14F-4D97-AF65-F5344CB8AC3E}">
        <p14:creationId xmlns:p14="http://schemas.microsoft.com/office/powerpoint/2010/main" val="3412668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Slide 2 - LINQ">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B8FC6E1-5274-899C-2F36-BCD8AE9BED10}"/>
              </a:ext>
            </a:extLst>
          </p:cNvPr>
          <p:cNvPicPr>
            <a:picLocks noChangeAspect="1"/>
          </p:cNvPicPr>
          <p:nvPr userDrawn="1"/>
        </p:nvPicPr>
        <p:blipFill>
          <a:blip r:embed="rId2"/>
          <a:srcRect l="6475" r="6475"/>
          <a:stretch/>
        </p:blipFill>
        <p:spPr>
          <a:xfrm>
            <a:off x="0" y="0"/>
            <a:ext cx="12258898" cy="6858000"/>
          </a:xfrm>
          <a:prstGeom prst="rect">
            <a:avLst/>
          </a:prstGeom>
        </p:spPr>
      </p:pic>
      <p:pic>
        <p:nvPicPr>
          <p:cNvPr id="13" name="Picture 12" descr="A black and white logo&#10;&#10;Description automatically generated">
            <a:extLst>
              <a:ext uri="{FF2B5EF4-FFF2-40B4-BE49-F238E27FC236}">
                <a16:creationId xmlns:a16="http://schemas.microsoft.com/office/drawing/2014/main" id="{49D8BE85-DC42-1EBD-204F-EE981BEA8167}"/>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8970" y="5761007"/>
            <a:ext cx="1639043" cy="655617"/>
          </a:xfrm>
          <a:prstGeom prst="rect">
            <a:avLst/>
          </a:prstGeom>
        </p:spPr>
      </p:pic>
      <p:sp>
        <p:nvSpPr>
          <p:cNvPr id="4" name="Text Placeholder 9">
            <a:extLst>
              <a:ext uri="{FF2B5EF4-FFF2-40B4-BE49-F238E27FC236}">
                <a16:creationId xmlns:a16="http://schemas.microsoft.com/office/drawing/2014/main" id="{F183808D-59EE-B402-7D91-0129C9C665BB}"/>
              </a:ext>
            </a:extLst>
          </p:cNvPr>
          <p:cNvSpPr>
            <a:spLocks noGrp="1"/>
          </p:cNvSpPr>
          <p:nvPr>
            <p:ph type="body" sz="quarter" idx="13" hasCustomPrompt="1"/>
          </p:nvPr>
        </p:nvSpPr>
        <p:spPr>
          <a:xfrm>
            <a:off x="647698" y="4893038"/>
            <a:ext cx="3352801" cy="725337"/>
          </a:xfrm>
        </p:spPr>
        <p:txBody>
          <a:bodyPr>
            <a:noAutofit/>
          </a:bodyPr>
          <a:lstStyle>
            <a:lvl1pPr marL="0" indent="0">
              <a:buFontTx/>
              <a:buNone/>
              <a:defRPr sz="1400">
                <a:solidFill>
                  <a:schemeClr val="bg1"/>
                </a:solidFill>
              </a:defRPr>
            </a:lvl1pPr>
          </a:lstStyle>
          <a:p>
            <a:pPr lvl="0"/>
            <a:r>
              <a:rPr lang="en-US"/>
              <a:t>Date | Time |  Name</a:t>
            </a:r>
          </a:p>
        </p:txBody>
      </p:sp>
      <p:sp>
        <p:nvSpPr>
          <p:cNvPr id="5" name="Title 1">
            <a:extLst>
              <a:ext uri="{FF2B5EF4-FFF2-40B4-BE49-F238E27FC236}">
                <a16:creationId xmlns:a16="http://schemas.microsoft.com/office/drawing/2014/main" id="{3125D22A-8441-1B73-2F2C-1C32F2CE3ABE}"/>
              </a:ext>
            </a:extLst>
          </p:cNvPr>
          <p:cNvSpPr>
            <a:spLocks noGrp="1"/>
          </p:cNvSpPr>
          <p:nvPr>
            <p:ph type="title" hasCustomPrompt="1"/>
          </p:nvPr>
        </p:nvSpPr>
        <p:spPr>
          <a:xfrm>
            <a:off x="647699" y="1359707"/>
            <a:ext cx="5448301" cy="2356188"/>
          </a:xfrm>
        </p:spPr>
        <p:txBody>
          <a:bodyPr>
            <a:noAutofit/>
          </a:bodyPr>
          <a:lstStyle>
            <a:lvl1pPr>
              <a:defRPr sz="5200" b="1" i="0">
                <a:solidFill>
                  <a:schemeClr val="bg1"/>
                </a:solidFill>
                <a:latin typeface="Segoe UI" panose="020B0502040204020203" pitchFamily="34" charset="0"/>
                <a:cs typeface="Segoe UI" panose="020B0502040204020203" pitchFamily="34" charset="0"/>
              </a:defRPr>
            </a:lvl1pPr>
          </a:lstStyle>
          <a:p>
            <a:r>
              <a:rPr lang="en-US"/>
              <a:t>Click to add title (Segoe UI Bold, 52pt)</a:t>
            </a:r>
          </a:p>
        </p:txBody>
      </p:sp>
      <p:sp>
        <p:nvSpPr>
          <p:cNvPr id="6" name="Text Placeholder 7">
            <a:extLst>
              <a:ext uri="{FF2B5EF4-FFF2-40B4-BE49-F238E27FC236}">
                <a16:creationId xmlns:a16="http://schemas.microsoft.com/office/drawing/2014/main" id="{8FBAA2F9-F103-F42E-8238-836DEA593581}"/>
              </a:ext>
            </a:extLst>
          </p:cNvPr>
          <p:cNvSpPr>
            <a:spLocks noGrp="1"/>
          </p:cNvSpPr>
          <p:nvPr>
            <p:ph type="body" sz="quarter" idx="12" hasCustomPrompt="1"/>
          </p:nvPr>
        </p:nvSpPr>
        <p:spPr>
          <a:xfrm>
            <a:off x="647700" y="3828427"/>
            <a:ext cx="3352800" cy="876154"/>
          </a:xfrm>
        </p:spPr>
        <p:txBody>
          <a:bodyPr>
            <a:noAutofit/>
          </a:bodyPr>
          <a:lstStyle>
            <a:lvl1pPr marL="0" indent="0">
              <a:buFontTx/>
              <a:buNone/>
              <a:defRPr sz="1800" b="1" i="0">
                <a:solidFill>
                  <a:schemeClr val="accent3"/>
                </a:solidFill>
                <a:latin typeface="Segoe UI Semibold" panose="020B0502040204020203" pitchFamily="34" charset="0"/>
                <a:cs typeface="Segoe UI Semibold" panose="020B0502040204020203" pitchFamily="34" charset="0"/>
              </a:defRPr>
            </a:lvl1pPr>
          </a:lstStyle>
          <a:p>
            <a:pPr lvl="0"/>
            <a:r>
              <a:rPr lang="en-US"/>
              <a:t>Click to add subhead text here (Segoe UI Semibold, 18pt)</a:t>
            </a:r>
          </a:p>
        </p:txBody>
      </p:sp>
    </p:spTree>
    <p:extLst>
      <p:ext uri="{BB962C8B-B14F-4D97-AF65-F5344CB8AC3E}">
        <p14:creationId xmlns:p14="http://schemas.microsoft.com/office/powerpoint/2010/main" val="6842493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Slide 2 - LINQ + Company">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B8FC6E1-5274-899C-2F36-BCD8AE9BED10}"/>
              </a:ext>
            </a:extLst>
          </p:cNvPr>
          <p:cNvPicPr>
            <a:picLocks noChangeAspect="1"/>
          </p:cNvPicPr>
          <p:nvPr userDrawn="1"/>
        </p:nvPicPr>
        <p:blipFill>
          <a:blip r:embed="rId2"/>
          <a:srcRect l="6475" r="6475"/>
          <a:stretch/>
        </p:blipFill>
        <p:spPr>
          <a:xfrm>
            <a:off x="0" y="0"/>
            <a:ext cx="12258898" cy="6858000"/>
          </a:xfrm>
          <a:prstGeom prst="rect">
            <a:avLst/>
          </a:prstGeom>
        </p:spPr>
      </p:pic>
      <p:pic>
        <p:nvPicPr>
          <p:cNvPr id="2" name="Graphic 1">
            <a:extLst>
              <a:ext uri="{FF2B5EF4-FFF2-40B4-BE49-F238E27FC236}">
                <a16:creationId xmlns:a16="http://schemas.microsoft.com/office/drawing/2014/main" id="{5ABBBC4B-F633-6D09-8DC1-D165087F002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98519" y="5572548"/>
            <a:ext cx="4575559" cy="1114002"/>
          </a:xfrm>
          <a:prstGeom prst="rect">
            <a:avLst/>
          </a:prstGeom>
        </p:spPr>
      </p:pic>
      <p:pic>
        <p:nvPicPr>
          <p:cNvPr id="3" name="Picture 2" descr="A blue and black logo&#10;&#10;Description automatically generated">
            <a:extLst>
              <a:ext uri="{FF2B5EF4-FFF2-40B4-BE49-F238E27FC236}">
                <a16:creationId xmlns:a16="http://schemas.microsoft.com/office/drawing/2014/main" id="{F5347ABC-B821-CB1F-D2DA-F82F1520EF63}"/>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09600" y="5761007"/>
            <a:ext cx="1639043" cy="655617"/>
          </a:xfrm>
          <a:prstGeom prst="rect">
            <a:avLst/>
          </a:prstGeom>
        </p:spPr>
      </p:pic>
      <p:sp>
        <p:nvSpPr>
          <p:cNvPr id="4" name="Text Placeholder 8">
            <a:extLst>
              <a:ext uri="{FF2B5EF4-FFF2-40B4-BE49-F238E27FC236}">
                <a16:creationId xmlns:a16="http://schemas.microsoft.com/office/drawing/2014/main" id="{A2239C9A-C817-B80E-0F1B-2D3D66ACC198}"/>
              </a:ext>
            </a:extLst>
          </p:cNvPr>
          <p:cNvSpPr>
            <a:spLocks noGrp="1"/>
          </p:cNvSpPr>
          <p:nvPr>
            <p:ph type="body" sz="quarter" idx="14" hasCustomPrompt="1"/>
          </p:nvPr>
        </p:nvSpPr>
        <p:spPr>
          <a:xfrm>
            <a:off x="2331845" y="5898006"/>
            <a:ext cx="311823" cy="365125"/>
          </a:xfrm>
        </p:spPr>
        <p:txBody>
          <a:bodyPr>
            <a:noAutofit/>
          </a:bodyPr>
          <a:lstStyle>
            <a:lvl1pPr marL="0" indent="0" algn="ctr">
              <a:buFontTx/>
              <a:buNone/>
              <a:defRPr sz="2000" b="1">
                <a:solidFill>
                  <a:schemeClr val="accent6"/>
                </a:solidFill>
              </a:defRPr>
            </a:lvl1pPr>
          </a:lstStyle>
          <a:p>
            <a:pPr lvl="0"/>
            <a:r>
              <a:rPr lang="en-US"/>
              <a:t>+</a:t>
            </a:r>
          </a:p>
        </p:txBody>
      </p:sp>
      <p:sp>
        <p:nvSpPr>
          <p:cNvPr id="5" name="Picture Placeholder 13">
            <a:extLst>
              <a:ext uri="{FF2B5EF4-FFF2-40B4-BE49-F238E27FC236}">
                <a16:creationId xmlns:a16="http://schemas.microsoft.com/office/drawing/2014/main" id="{A5F73440-65BD-F63C-B564-4AEB1327B45A}"/>
              </a:ext>
            </a:extLst>
          </p:cNvPr>
          <p:cNvSpPr>
            <a:spLocks noGrp="1"/>
          </p:cNvSpPr>
          <p:nvPr>
            <p:ph type="pic" sz="quarter" idx="15" hasCustomPrompt="1"/>
          </p:nvPr>
        </p:nvSpPr>
        <p:spPr>
          <a:xfrm>
            <a:off x="2726871" y="5855022"/>
            <a:ext cx="1713049" cy="626514"/>
          </a:xfrm>
        </p:spPr>
        <p:txBody>
          <a:bodyPr/>
          <a:lstStyle>
            <a:lvl1pPr marL="0" indent="0" algn="ctr">
              <a:buFontTx/>
              <a:buNone/>
              <a:defRPr/>
            </a:lvl1pPr>
          </a:lstStyle>
          <a:p>
            <a:r>
              <a:rPr lang="en-US"/>
              <a:t>Click to add company Logo</a:t>
            </a:r>
          </a:p>
        </p:txBody>
      </p:sp>
      <p:sp>
        <p:nvSpPr>
          <p:cNvPr id="6" name="Text Placeholder 9">
            <a:extLst>
              <a:ext uri="{FF2B5EF4-FFF2-40B4-BE49-F238E27FC236}">
                <a16:creationId xmlns:a16="http://schemas.microsoft.com/office/drawing/2014/main" id="{B5E36879-7D90-E76F-A72C-8C0FBA3EF2C6}"/>
              </a:ext>
            </a:extLst>
          </p:cNvPr>
          <p:cNvSpPr>
            <a:spLocks noGrp="1"/>
          </p:cNvSpPr>
          <p:nvPr>
            <p:ph type="body" sz="quarter" idx="13" hasCustomPrompt="1"/>
          </p:nvPr>
        </p:nvSpPr>
        <p:spPr>
          <a:xfrm>
            <a:off x="609600" y="4893038"/>
            <a:ext cx="3390900" cy="581549"/>
          </a:xfrm>
        </p:spPr>
        <p:txBody>
          <a:bodyPr>
            <a:normAutofit/>
          </a:bodyPr>
          <a:lstStyle>
            <a:lvl1pPr marL="0" indent="0">
              <a:buFontTx/>
              <a:buNone/>
              <a:defRPr sz="1400">
                <a:solidFill>
                  <a:schemeClr val="bg1"/>
                </a:solidFill>
              </a:defRPr>
            </a:lvl1pPr>
          </a:lstStyle>
          <a:p>
            <a:pPr lvl="0"/>
            <a:r>
              <a:rPr lang="en-US"/>
              <a:t>Date | Time |  Name</a:t>
            </a:r>
          </a:p>
        </p:txBody>
      </p:sp>
      <p:sp>
        <p:nvSpPr>
          <p:cNvPr id="8" name="Title 1">
            <a:extLst>
              <a:ext uri="{FF2B5EF4-FFF2-40B4-BE49-F238E27FC236}">
                <a16:creationId xmlns:a16="http://schemas.microsoft.com/office/drawing/2014/main" id="{2EEF7E66-19EF-778F-67DE-DD9CF7A104A9}"/>
              </a:ext>
            </a:extLst>
          </p:cNvPr>
          <p:cNvSpPr>
            <a:spLocks noGrp="1"/>
          </p:cNvSpPr>
          <p:nvPr>
            <p:ph type="title" hasCustomPrompt="1"/>
          </p:nvPr>
        </p:nvSpPr>
        <p:spPr>
          <a:xfrm>
            <a:off x="609601" y="1359707"/>
            <a:ext cx="5486400" cy="2356188"/>
          </a:xfrm>
        </p:spPr>
        <p:txBody>
          <a:bodyPr>
            <a:noAutofit/>
          </a:bodyPr>
          <a:lstStyle>
            <a:lvl1pPr>
              <a:defRPr sz="5200" b="1" i="0">
                <a:solidFill>
                  <a:schemeClr val="bg1"/>
                </a:solidFill>
                <a:latin typeface="Segoe UI" panose="020B0502040204020203" pitchFamily="34" charset="0"/>
                <a:cs typeface="Segoe UI" panose="020B0502040204020203" pitchFamily="34" charset="0"/>
              </a:defRPr>
            </a:lvl1pPr>
          </a:lstStyle>
          <a:p>
            <a:r>
              <a:rPr lang="en-US"/>
              <a:t>Click to add title (Segoe UI Bold, 52pt)</a:t>
            </a:r>
          </a:p>
        </p:txBody>
      </p:sp>
      <p:sp>
        <p:nvSpPr>
          <p:cNvPr id="10" name="Text Placeholder 7">
            <a:extLst>
              <a:ext uri="{FF2B5EF4-FFF2-40B4-BE49-F238E27FC236}">
                <a16:creationId xmlns:a16="http://schemas.microsoft.com/office/drawing/2014/main" id="{8E258914-4870-30C3-2D3D-66B5755C55CA}"/>
              </a:ext>
            </a:extLst>
          </p:cNvPr>
          <p:cNvSpPr>
            <a:spLocks noGrp="1"/>
          </p:cNvSpPr>
          <p:nvPr>
            <p:ph type="body" sz="quarter" idx="12" hasCustomPrompt="1"/>
          </p:nvPr>
        </p:nvSpPr>
        <p:spPr>
          <a:xfrm>
            <a:off x="609600" y="3828427"/>
            <a:ext cx="3390900" cy="876154"/>
          </a:xfrm>
        </p:spPr>
        <p:txBody>
          <a:bodyPr>
            <a:normAutofit/>
          </a:bodyPr>
          <a:lstStyle>
            <a:lvl1pPr marL="0" indent="0">
              <a:buFontTx/>
              <a:buNone/>
              <a:defRPr sz="1800" b="1" i="0">
                <a:solidFill>
                  <a:schemeClr val="accent3"/>
                </a:solidFill>
                <a:latin typeface="Segoe UI Semibold" panose="020B0502040204020203" pitchFamily="34" charset="0"/>
                <a:cs typeface="Segoe UI Semibold" panose="020B0502040204020203" pitchFamily="34" charset="0"/>
              </a:defRPr>
            </a:lvl1pPr>
          </a:lstStyle>
          <a:p>
            <a:pPr lvl="0"/>
            <a:r>
              <a:rPr lang="en-US"/>
              <a:t>Click to add subhead text here (Segoe UI Semibold, 18pt)</a:t>
            </a:r>
          </a:p>
        </p:txBody>
      </p:sp>
    </p:spTree>
    <p:extLst>
      <p:ext uri="{BB962C8B-B14F-4D97-AF65-F5344CB8AC3E}">
        <p14:creationId xmlns:p14="http://schemas.microsoft.com/office/powerpoint/2010/main" val="34656193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Picture agenda">
    <p:bg>
      <p:bgPr>
        <a:solidFill>
          <a:schemeClr val="bg1"/>
        </a:solidFill>
        <a:effectLst/>
      </p:bgPr>
    </p:bg>
    <p:spTree>
      <p:nvGrpSpPr>
        <p:cNvPr id="1" name=""/>
        <p:cNvGrpSpPr/>
        <p:nvPr/>
      </p:nvGrpSpPr>
      <p:grpSpPr>
        <a:xfrm>
          <a:off x="0" y="0"/>
          <a:ext cx="0" cy="0"/>
          <a:chOff x="0" y="0"/>
          <a:chExt cx="0" cy="0"/>
        </a:xfrm>
      </p:grpSpPr>
      <p:pic>
        <p:nvPicPr>
          <p:cNvPr id="7" name="Picture 6" descr="A child holding a banana&#10;&#10;Description automatically generated">
            <a:extLst>
              <a:ext uri="{FF2B5EF4-FFF2-40B4-BE49-F238E27FC236}">
                <a16:creationId xmlns:a16="http://schemas.microsoft.com/office/drawing/2014/main" id="{81DB1CC6-5F70-DC9D-2720-6B5FC28CF2DF}"/>
              </a:ext>
            </a:extLst>
          </p:cNvPr>
          <p:cNvPicPr>
            <a:picLocks noChangeAspect="1"/>
          </p:cNvPicPr>
          <p:nvPr userDrawn="1"/>
        </p:nvPicPr>
        <p:blipFill>
          <a:blip r:embed="rId2">
            <a:extLst>
              <a:ext uri="{28A0092B-C50C-407E-A947-70E740481C1C}">
                <a14:useLocalDpi xmlns:a14="http://schemas.microsoft.com/office/drawing/2010/main" val="0"/>
              </a:ext>
            </a:extLst>
          </a:blip>
          <a:srcRect l="22411" t="-3339" r="44242" b="23401"/>
          <a:stretch/>
        </p:blipFill>
        <p:spPr>
          <a:xfrm>
            <a:off x="-69699" y="-306502"/>
            <a:ext cx="4487512" cy="7164502"/>
          </a:xfrm>
          <a:prstGeom prst="rect">
            <a:avLst/>
          </a:prstGeom>
        </p:spPr>
      </p:pic>
      <p:sp>
        <p:nvSpPr>
          <p:cNvPr id="10" name="Freeform 9">
            <a:extLst>
              <a:ext uri="{FF2B5EF4-FFF2-40B4-BE49-F238E27FC236}">
                <a16:creationId xmlns:a16="http://schemas.microsoft.com/office/drawing/2014/main" id="{FC4880A6-9EE4-7E21-B789-59728241D016}"/>
              </a:ext>
            </a:extLst>
          </p:cNvPr>
          <p:cNvSpPr/>
          <p:nvPr userDrawn="1"/>
        </p:nvSpPr>
        <p:spPr>
          <a:xfrm flipH="1">
            <a:off x="4059229" y="-22167"/>
            <a:ext cx="6477961" cy="6891890"/>
          </a:xfrm>
          <a:custGeom>
            <a:avLst/>
            <a:gdLst>
              <a:gd name="connsiteX0" fmla="*/ 0 w 6486374"/>
              <a:gd name="connsiteY0" fmla="*/ 0 h 6871996"/>
              <a:gd name="connsiteX1" fmla="*/ 6486374 w 6486374"/>
              <a:gd name="connsiteY1" fmla="*/ 0 h 6871996"/>
              <a:gd name="connsiteX2" fmla="*/ 6464163 w 6486374"/>
              <a:gd name="connsiteY2" fmla="*/ 20187 h 6871996"/>
              <a:gd name="connsiteX3" fmla="*/ 6125321 w 6486374"/>
              <a:gd name="connsiteY3" fmla="*/ 838223 h 6871996"/>
              <a:gd name="connsiteX4" fmla="*/ 6125321 w 6486374"/>
              <a:gd name="connsiteY4" fmla="*/ 6532395 h 6871996"/>
              <a:gd name="connsiteX5" fmla="*/ 6148825 w 6486374"/>
              <a:gd name="connsiteY5" fmla="*/ 6765546 h 6871996"/>
              <a:gd name="connsiteX6" fmla="*/ 6181869 w 6486374"/>
              <a:gd name="connsiteY6" fmla="*/ 6871996 h 6871996"/>
              <a:gd name="connsiteX7" fmla="*/ 0 w 6486374"/>
              <a:gd name="connsiteY7" fmla="*/ 6871996 h 6871996"/>
              <a:gd name="connsiteX0" fmla="*/ 0 w 6486374"/>
              <a:gd name="connsiteY0" fmla="*/ 0 h 6871996"/>
              <a:gd name="connsiteX1" fmla="*/ 6486374 w 6486374"/>
              <a:gd name="connsiteY1" fmla="*/ 0 h 6871996"/>
              <a:gd name="connsiteX2" fmla="*/ 6464163 w 6486374"/>
              <a:gd name="connsiteY2" fmla="*/ 20187 h 6871996"/>
              <a:gd name="connsiteX3" fmla="*/ 6236157 w 6486374"/>
              <a:gd name="connsiteY3" fmla="*/ 1724914 h 6871996"/>
              <a:gd name="connsiteX4" fmla="*/ 6125321 w 6486374"/>
              <a:gd name="connsiteY4" fmla="*/ 6532395 h 6871996"/>
              <a:gd name="connsiteX5" fmla="*/ 6148825 w 6486374"/>
              <a:gd name="connsiteY5" fmla="*/ 6765546 h 6871996"/>
              <a:gd name="connsiteX6" fmla="*/ 6181869 w 6486374"/>
              <a:gd name="connsiteY6" fmla="*/ 6871996 h 6871996"/>
              <a:gd name="connsiteX7" fmla="*/ 0 w 6486374"/>
              <a:gd name="connsiteY7" fmla="*/ 6871996 h 6871996"/>
              <a:gd name="connsiteX8" fmla="*/ 0 w 6486374"/>
              <a:gd name="connsiteY8" fmla="*/ 0 h 6871996"/>
              <a:gd name="connsiteX0" fmla="*/ 0 w 6486374"/>
              <a:gd name="connsiteY0" fmla="*/ 0 h 6871996"/>
              <a:gd name="connsiteX1" fmla="*/ 6486374 w 6486374"/>
              <a:gd name="connsiteY1" fmla="*/ 0 h 6871996"/>
              <a:gd name="connsiteX2" fmla="*/ 6464163 w 6486374"/>
              <a:gd name="connsiteY2" fmla="*/ 20187 h 6871996"/>
              <a:gd name="connsiteX3" fmla="*/ 6236157 w 6486374"/>
              <a:gd name="connsiteY3" fmla="*/ 1724914 h 6871996"/>
              <a:gd name="connsiteX4" fmla="*/ 6042194 w 6486374"/>
              <a:gd name="connsiteY4" fmla="*/ 5922795 h 6871996"/>
              <a:gd name="connsiteX5" fmla="*/ 6148825 w 6486374"/>
              <a:gd name="connsiteY5" fmla="*/ 6765546 h 6871996"/>
              <a:gd name="connsiteX6" fmla="*/ 6181869 w 6486374"/>
              <a:gd name="connsiteY6" fmla="*/ 6871996 h 6871996"/>
              <a:gd name="connsiteX7" fmla="*/ 0 w 6486374"/>
              <a:gd name="connsiteY7" fmla="*/ 6871996 h 6871996"/>
              <a:gd name="connsiteX8" fmla="*/ 0 w 6486374"/>
              <a:gd name="connsiteY8" fmla="*/ 0 h 6871996"/>
              <a:gd name="connsiteX0" fmla="*/ 0 w 6486374"/>
              <a:gd name="connsiteY0" fmla="*/ 0 h 6871996"/>
              <a:gd name="connsiteX1" fmla="*/ 6486374 w 6486374"/>
              <a:gd name="connsiteY1" fmla="*/ 0 h 6871996"/>
              <a:gd name="connsiteX2" fmla="*/ 6464163 w 6486374"/>
              <a:gd name="connsiteY2" fmla="*/ 20187 h 6871996"/>
              <a:gd name="connsiteX3" fmla="*/ 6236157 w 6486374"/>
              <a:gd name="connsiteY3" fmla="*/ 1724914 h 6871996"/>
              <a:gd name="connsiteX4" fmla="*/ 6028340 w 6486374"/>
              <a:gd name="connsiteY4" fmla="*/ 5673413 h 6871996"/>
              <a:gd name="connsiteX5" fmla="*/ 6148825 w 6486374"/>
              <a:gd name="connsiteY5" fmla="*/ 6765546 h 6871996"/>
              <a:gd name="connsiteX6" fmla="*/ 6181869 w 6486374"/>
              <a:gd name="connsiteY6" fmla="*/ 6871996 h 6871996"/>
              <a:gd name="connsiteX7" fmla="*/ 0 w 6486374"/>
              <a:gd name="connsiteY7" fmla="*/ 6871996 h 6871996"/>
              <a:gd name="connsiteX8" fmla="*/ 0 w 6486374"/>
              <a:gd name="connsiteY8" fmla="*/ 0 h 6871996"/>
              <a:gd name="connsiteX0" fmla="*/ 0 w 6486374"/>
              <a:gd name="connsiteY0" fmla="*/ 0 h 6871996"/>
              <a:gd name="connsiteX1" fmla="*/ 6486374 w 6486374"/>
              <a:gd name="connsiteY1" fmla="*/ 0 h 6871996"/>
              <a:gd name="connsiteX2" fmla="*/ 6464163 w 6486374"/>
              <a:gd name="connsiteY2" fmla="*/ 20187 h 6871996"/>
              <a:gd name="connsiteX3" fmla="*/ 6236157 w 6486374"/>
              <a:gd name="connsiteY3" fmla="*/ 1724914 h 6871996"/>
              <a:gd name="connsiteX4" fmla="*/ 6028340 w 6486374"/>
              <a:gd name="connsiteY4" fmla="*/ 5673413 h 6871996"/>
              <a:gd name="connsiteX5" fmla="*/ 6121116 w 6486374"/>
              <a:gd name="connsiteY5" fmla="*/ 6211364 h 6871996"/>
              <a:gd name="connsiteX6" fmla="*/ 6181869 w 6486374"/>
              <a:gd name="connsiteY6" fmla="*/ 6871996 h 6871996"/>
              <a:gd name="connsiteX7" fmla="*/ 0 w 6486374"/>
              <a:gd name="connsiteY7" fmla="*/ 6871996 h 6871996"/>
              <a:gd name="connsiteX8" fmla="*/ 0 w 6486374"/>
              <a:gd name="connsiteY8" fmla="*/ 0 h 6871996"/>
              <a:gd name="connsiteX0" fmla="*/ 0 w 6486374"/>
              <a:gd name="connsiteY0" fmla="*/ 0 h 6871996"/>
              <a:gd name="connsiteX1" fmla="*/ 6486374 w 6486374"/>
              <a:gd name="connsiteY1" fmla="*/ 0 h 6871996"/>
              <a:gd name="connsiteX2" fmla="*/ 6464163 w 6486374"/>
              <a:gd name="connsiteY2" fmla="*/ 20187 h 6871996"/>
              <a:gd name="connsiteX3" fmla="*/ 6236157 w 6486374"/>
              <a:gd name="connsiteY3" fmla="*/ 1724914 h 6871996"/>
              <a:gd name="connsiteX4" fmla="*/ 6125322 w 6486374"/>
              <a:gd name="connsiteY4" fmla="*/ 5049958 h 6871996"/>
              <a:gd name="connsiteX5" fmla="*/ 6121116 w 6486374"/>
              <a:gd name="connsiteY5" fmla="*/ 6211364 h 6871996"/>
              <a:gd name="connsiteX6" fmla="*/ 6181869 w 6486374"/>
              <a:gd name="connsiteY6" fmla="*/ 6871996 h 6871996"/>
              <a:gd name="connsiteX7" fmla="*/ 0 w 6486374"/>
              <a:gd name="connsiteY7" fmla="*/ 6871996 h 6871996"/>
              <a:gd name="connsiteX8" fmla="*/ 0 w 6486374"/>
              <a:gd name="connsiteY8" fmla="*/ 0 h 6871996"/>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125322 w 6486374"/>
              <a:gd name="connsiteY4" fmla="*/ 5049958 h 6885850"/>
              <a:gd name="connsiteX5" fmla="*/ 6121116 w 6486374"/>
              <a:gd name="connsiteY5" fmla="*/ 6211364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125322 w 6486374"/>
              <a:gd name="connsiteY4" fmla="*/ 5049958 h 6885850"/>
              <a:gd name="connsiteX5" fmla="*/ 6218098 w 6486374"/>
              <a:gd name="connsiteY5" fmla="*/ 6225218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18098 w 6486374"/>
              <a:gd name="connsiteY5" fmla="*/ 6225218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43701 w 6486374"/>
              <a:gd name="connsiteY5" fmla="*/ 6032035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43701 w 6486374"/>
              <a:gd name="connsiteY5" fmla="*/ 6032035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43702 w 6486374"/>
              <a:gd name="connsiteY5" fmla="*/ 6019156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56504 w 6486374"/>
              <a:gd name="connsiteY5" fmla="*/ 5993398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30902 w 6486374"/>
              <a:gd name="connsiteY5" fmla="*/ 5890367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30902 w 6486374"/>
              <a:gd name="connsiteY5" fmla="*/ 5890367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30902 w 6486374"/>
              <a:gd name="connsiteY5" fmla="*/ 5890367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91261"/>
              <a:gd name="connsiteX1" fmla="*/ 6486374 w 6486374"/>
              <a:gd name="connsiteY1" fmla="*/ 0 h 6891261"/>
              <a:gd name="connsiteX2" fmla="*/ 6464163 w 6486374"/>
              <a:gd name="connsiteY2" fmla="*/ 20187 h 6891261"/>
              <a:gd name="connsiteX3" fmla="*/ 6236157 w 6486374"/>
              <a:gd name="connsiteY3" fmla="*/ 1724914 h 6891261"/>
              <a:gd name="connsiteX4" fmla="*/ 6214935 w 6486374"/>
              <a:gd name="connsiteY4" fmla="*/ 4921170 h 6891261"/>
              <a:gd name="connsiteX5" fmla="*/ 6230902 w 6486374"/>
              <a:gd name="connsiteY5" fmla="*/ 5890367 h 6891261"/>
              <a:gd name="connsiteX6" fmla="*/ 6228167 w 6486374"/>
              <a:gd name="connsiteY6" fmla="*/ 6891261 h 6891261"/>
              <a:gd name="connsiteX7" fmla="*/ 0 w 6486374"/>
              <a:gd name="connsiteY7" fmla="*/ 6871996 h 6891261"/>
              <a:gd name="connsiteX8" fmla="*/ 0 w 6486374"/>
              <a:gd name="connsiteY8" fmla="*/ 0 h 6891261"/>
              <a:gd name="connsiteX0" fmla="*/ 0 w 6486374"/>
              <a:gd name="connsiteY0" fmla="*/ 0 h 6891261"/>
              <a:gd name="connsiteX1" fmla="*/ 6486374 w 6486374"/>
              <a:gd name="connsiteY1" fmla="*/ 0 h 6891261"/>
              <a:gd name="connsiteX2" fmla="*/ 6464163 w 6486374"/>
              <a:gd name="connsiteY2" fmla="*/ 20187 h 6891261"/>
              <a:gd name="connsiteX3" fmla="*/ 6236157 w 6486374"/>
              <a:gd name="connsiteY3" fmla="*/ 1724914 h 6891261"/>
              <a:gd name="connsiteX4" fmla="*/ 6227974 w 6486374"/>
              <a:gd name="connsiteY4" fmla="*/ 3435763 h 6891261"/>
              <a:gd name="connsiteX5" fmla="*/ 6214935 w 6486374"/>
              <a:gd name="connsiteY5" fmla="*/ 4921170 h 6891261"/>
              <a:gd name="connsiteX6" fmla="*/ 6230902 w 6486374"/>
              <a:gd name="connsiteY6" fmla="*/ 5890367 h 6891261"/>
              <a:gd name="connsiteX7" fmla="*/ 6228167 w 6486374"/>
              <a:gd name="connsiteY7" fmla="*/ 6891261 h 6891261"/>
              <a:gd name="connsiteX8" fmla="*/ 0 w 6486374"/>
              <a:gd name="connsiteY8" fmla="*/ 6871996 h 6891261"/>
              <a:gd name="connsiteX9" fmla="*/ 0 w 6486374"/>
              <a:gd name="connsiteY9" fmla="*/ 0 h 6891261"/>
              <a:gd name="connsiteX0" fmla="*/ 0 w 6486374"/>
              <a:gd name="connsiteY0" fmla="*/ 0 h 6891261"/>
              <a:gd name="connsiteX1" fmla="*/ 6486374 w 6486374"/>
              <a:gd name="connsiteY1" fmla="*/ 0 h 6891261"/>
              <a:gd name="connsiteX2" fmla="*/ 6464163 w 6486374"/>
              <a:gd name="connsiteY2" fmla="*/ 20187 h 6891261"/>
              <a:gd name="connsiteX3" fmla="*/ 6236157 w 6486374"/>
              <a:gd name="connsiteY3" fmla="*/ 1724914 h 6891261"/>
              <a:gd name="connsiteX4" fmla="*/ 6201083 w 6486374"/>
              <a:gd name="connsiteY4" fmla="*/ 3408709 h 6891261"/>
              <a:gd name="connsiteX5" fmla="*/ 6214935 w 6486374"/>
              <a:gd name="connsiteY5" fmla="*/ 4921170 h 6891261"/>
              <a:gd name="connsiteX6" fmla="*/ 6230902 w 6486374"/>
              <a:gd name="connsiteY6" fmla="*/ 5890367 h 6891261"/>
              <a:gd name="connsiteX7" fmla="*/ 6228167 w 6486374"/>
              <a:gd name="connsiteY7" fmla="*/ 6891261 h 6891261"/>
              <a:gd name="connsiteX8" fmla="*/ 0 w 6486374"/>
              <a:gd name="connsiteY8" fmla="*/ 6871996 h 6891261"/>
              <a:gd name="connsiteX9" fmla="*/ 0 w 6486374"/>
              <a:gd name="connsiteY9" fmla="*/ 0 h 6891261"/>
              <a:gd name="connsiteX0" fmla="*/ 0 w 6486374"/>
              <a:gd name="connsiteY0" fmla="*/ 0 h 6891261"/>
              <a:gd name="connsiteX1" fmla="*/ 6486374 w 6486374"/>
              <a:gd name="connsiteY1" fmla="*/ 0 h 6891261"/>
              <a:gd name="connsiteX2" fmla="*/ 6464163 w 6486374"/>
              <a:gd name="connsiteY2" fmla="*/ 20187 h 6891261"/>
              <a:gd name="connsiteX3" fmla="*/ 6198509 w 6486374"/>
              <a:gd name="connsiteY3" fmla="*/ 1530131 h 6891261"/>
              <a:gd name="connsiteX4" fmla="*/ 6201083 w 6486374"/>
              <a:gd name="connsiteY4" fmla="*/ 3408709 h 6891261"/>
              <a:gd name="connsiteX5" fmla="*/ 6214935 w 6486374"/>
              <a:gd name="connsiteY5" fmla="*/ 4921170 h 6891261"/>
              <a:gd name="connsiteX6" fmla="*/ 6230902 w 6486374"/>
              <a:gd name="connsiteY6" fmla="*/ 5890367 h 6891261"/>
              <a:gd name="connsiteX7" fmla="*/ 6228167 w 6486374"/>
              <a:gd name="connsiteY7" fmla="*/ 6891261 h 6891261"/>
              <a:gd name="connsiteX8" fmla="*/ 0 w 6486374"/>
              <a:gd name="connsiteY8" fmla="*/ 6871996 h 6891261"/>
              <a:gd name="connsiteX9" fmla="*/ 0 w 6486374"/>
              <a:gd name="connsiteY9" fmla="*/ 0 h 6891261"/>
              <a:gd name="connsiteX0" fmla="*/ 0 w 6486374"/>
              <a:gd name="connsiteY0" fmla="*/ 0 h 6891261"/>
              <a:gd name="connsiteX1" fmla="*/ 6486374 w 6486374"/>
              <a:gd name="connsiteY1" fmla="*/ 0 h 6891261"/>
              <a:gd name="connsiteX2" fmla="*/ 6464163 w 6486374"/>
              <a:gd name="connsiteY2" fmla="*/ 20187 h 6891261"/>
              <a:gd name="connsiteX3" fmla="*/ 6198509 w 6486374"/>
              <a:gd name="connsiteY3" fmla="*/ 1530131 h 6891261"/>
              <a:gd name="connsiteX4" fmla="*/ 6201083 w 6486374"/>
              <a:gd name="connsiteY4" fmla="*/ 3408709 h 6891261"/>
              <a:gd name="connsiteX5" fmla="*/ 6214935 w 6486374"/>
              <a:gd name="connsiteY5" fmla="*/ 4921170 h 6891261"/>
              <a:gd name="connsiteX6" fmla="*/ 6230902 w 6486374"/>
              <a:gd name="connsiteY6" fmla="*/ 5890367 h 6891261"/>
              <a:gd name="connsiteX7" fmla="*/ 6228167 w 6486374"/>
              <a:gd name="connsiteY7" fmla="*/ 6891261 h 6891261"/>
              <a:gd name="connsiteX8" fmla="*/ 0 w 6486374"/>
              <a:gd name="connsiteY8" fmla="*/ 6871996 h 6891261"/>
              <a:gd name="connsiteX9" fmla="*/ 0 w 6486374"/>
              <a:gd name="connsiteY9" fmla="*/ 0 h 6891261"/>
              <a:gd name="connsiteX0" fmla="*/ 0 w 6486374"/>
              <a:gd name="connsiteY0" fmla="*/ 0 h 6891261"/>
              <a:gd name="connsiteX1" fmla="*/ 6486374 w 6486374"/>
              <a:gd name="connsiteY1" fmla="*/ 0 h 6891261"/>
              <a:gd name="connsiteX2" fmla="*/ 6464163 w 6486374"/>
              <a:gd name="connsiteY2" fmla="*/ 20187 h 6891261"/>
              <a:gd name="connsiteX3" fmla="*/ 6281756 w 6486374"/>
              <a:gd name="connsiteY3" fmla="*/ 416620 h 6891261"/>
              <a:gd name="connsiteX4" fmla="*/ 6198509 w 6486374"/>
              <a:gd name="connsiteY4" fmla="*/ 1530131 h 6891261"/>
              <a:gd name="connsiteX5" fmla="*/ 6201083 w 6486374"/>
              <a:gd name="connsiteY5" fmla="*/ 3408709 h 6891261"/>
              <a:gd name="connsiteX6" fmla="*/ 6214935 w 6486374"/>
              <a:gd name="connsiteY6" fmla="*/ 4921170 h 6891261"/>
              <a:gd name="connsiteX7" fmla="*/ 6230902 w 6486374"/>
              <a:gd name="connsiteY7" fmla="*/ 5890367 h 6891261"/>
              <a:gd name="connsiteX8" fmla="*/ 6228167 w 6486374"/>
              <a:gd name="connsiteY8" fmla="*/ 6891261 h 6891261"/>
              <a:gd name="connsiteX9" fmla="*/ 0 w 6486374"/>
              <a:gd name="connsiteY9" fmla="*/ 6871996 h 6891261"/>
              <a:gd name="connsiteX10" fmla="*/ 0 w 6486374"/>
              <a:gd name="connsiteY10" fmla="*/ 0 h 6891261"/>
              <a:gd name="connsiteX0" fmla="*/ 0 w 6486374"/>
              <a:gd name="connsiteY0" fmla="*/ 0 h 6891261"/>
              <a:gd name="connsiteX1" fmla="*/ 6486374 w 6486374"/>
              <a:gd name="connsiteY1" fmla="*/ 0 h 6891261"/>
              <a:gd name="connsiteX2" fmla="*/ 6464163 w 6486374"/>
              <a:gd name="connsiteY2" fmla="*/ 20187 h 6891261"/>
              <a:gd name="connsiteX3" fmla="*/ 6249487 w 6486374"/>
              <a:gd name="connsiteY3" fmla="*/ 459905 h 6891261"/>
              <a:gd name="connsiteX4" fmla="*/ 6198509 w 6486374"/>
              <a:gd name="connsiteY4" fmla="*/ 1530131 h 6891261"/>
              <a:gd name="connsiteX5" fmla="*/ 6201083 w 6486374"/>
              <a:gd name="connsiteY5" fmla="*/ 3408709 h 6891261"/>
              <a:gd name="connsiteX6" fmla="*/ 6214935 w 6486374"/>
              <a:gd name="connsiteY6" fmla="*/ 4921170 h 6891261"/>
              <a:gd name="connsiteX7" fmla="*/ 6230902 w 6486374"/>
              <a:gd name="connsiteY7" fmla="*/ 5890367 h 6891261"/>
              <a:gd name="connsiteX8" fmla="*/ 6228167 w 6486374"/>
              <a:gd name="connsiteY8" fmla="*/ 6891261 h 6891261"/>
              <a:gd name="connsiteX9" fmla="*/ 0 w 6486374"/>
              <a:gd name="connsiteY9" fmla="*/ 6871996 h 6891261"/>
              <a:gd name="connsiteX10" fmla="*/ 0 w 6486374"/>
              <a:gd name="connsiteY10" fmla="*/ 0 h 6891261"/>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198509 w 6486374"/>
              <a:gd name="connsiteY4" fmla="*/ 1531587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198509 w 6486374"/>
              <a:gd name="connsiteY4" fmla="*/ 1531587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198509 w 6486374"/>
              <a:gd name="connsiteY4" fmla="*/ 1531587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198509 w 6486374"/>
              <a:gd name="connsiteY4" fmla="*/ 1531587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198509 w 6486374"/>
              <a:gd name="connsiteY4" fmla="*/ 1531587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49344 w 6486374"/>
              <a:gd name="connsiteY5" fmla="*/ 3466809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49344 w 6486374"/>
              <a:gd name="connsiteY5" fmla="*/ 3466809 h 6892717"/>
              <a:gd name="connsiteX6" fmla="*/ 6214935 w 6486374"/>
              <a:gd name="connsiteY6" fmla="*/ 4922626 h 6892717"/>
              <a:gd name="connsiteX7" fmla="*/ 6230902 w 6486374"/>
              <a:gd name="connsiteY7" fmla="*/ 5891823 h 6892717"/>
              <a:gd name="connsiteX8" fmla="*/ 6320210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49344 w 6486374"/>
              <a:gd name="connsiteY5" fmla="*/ 3466809 h 6892717"/>
              <a:gd name="connsiteX6" fmla="*/ 6214935 w 6486374"/>
              <a:gd name="connsiteY6" fmla="*/ 4922626 h 6892717"/>
              <a:gd name="connsiteX7" fmla="*/ 6230902 w 6486374"/>
              <a:gd name="connsiteY7" fmla="*/ 5891823 h 6892717"/>
              <a:gd name="connsiteX8" fmla="*/ 6320210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317301 w 6486374"/>
              <a:gd name="connsiteY5" fmla="*/ 3483900 h 6892717"/>
              <a:gd name="connsiteX6" fmla="*/ 6214935 w 6486374"/>
              <a:gd name="connsiteY6" fmla="*/ 4922626 h 6892717"/>
              <a:gd name="connsiteX7" fmla="*/ 6230902 w 6486374"/>
              <a:gd name="connsiteY7" fmla="*/ 5891823 h 6892717"/>
              <a:gd name="connsiteX8" fmla="*/ 6320210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74829 w 6486374"/>
              <a:gd name="connsiteY5" fmla="*/ 3483900 h 6892717"/>
              <a:gd name="connsiteX6" fmla="*/ 6214935 w 6486374"/>
              <a:gd name="connsiteY6" fmla="*/ 4922626 h 6892717"/>
              <a:gd name="connsiteX7" fmla="*/ 6230902 w 6486374"/>
              <a:gd name="connsiteY7" fmla="*/ 5891823 h 6892717"/>
              <a:gd name="connsiteX8" fmla="*/ 6320210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15366 w 6486374"/>
              <a:gd name="connsiteY5" fmla="*/ 3509538 h 6892717"/>
              <a:gd name="connsiteX6" fmla="*/ 6214935 w 6486374"/>
              <a:gd name="connsiteY6" fmla="*/ 4922626 h 6892717"/>
              <a:gd name="connsiteX7" fmla="*/ 6230902 w 6486374"/>
              <a:gd name="connsiteY7" fmla="*/ 5891823 h 6892717"/>
              <a:gd name="connsiteX8" fmla="*/ 6320210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74828 w 6486374"/>
              <a:gd name="connsiteY5" fmla="*/ 3500992 h 6892717"/>
              <a:gd name="connsiteX6" fmla="*/ 6214935 w 6486374"/>
              <a:gd name="connsiteY6" fmla="*/ 4922626 h 6892717"/>
              <a:gd name="connsiteX7" fmla="*/ 6230902 w 6486374"/>
              <a:gd name="connsiteY7" fmla="*/ 5891823 h 6892717"/>
              <a:gd name="connsiteX8" fmla="*/ 6320210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74828 w 6486374"/>
              <a:gd name="connsiteY5" fmla="*/ 3500992 h 6892717"/>
              <a:gd name="connsiteX6" fmla="*/ 6266579 w 6486374"/>
              <a:gd name="connsiteY6" fmla="*/ 4829108 h 6892717"/>
              <a:gd name="connsiteX7" fmla="*/ 6230902 w 6486374"/>
              <a:gd name="connsiteY7" fmla="*/ 5891823 h 6892717"/>
              <a:gd name="connsiteX8" fmla="*/ 6320210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74828 w 6486374"/>
              <a:gd name="connsiteY5" fmla="*/ 3500992 h 6892717"/>
              <a:gd name="connsiteX6" fmla="*/ 6266579 w 6486374"/>
              <a:gd name="connsiteY6" fmla="*/ 4829108 h 6892717"/>
              <a:gd name="connsiteX7" fmla="*/ 6313532 w 6486374"/>
              <a:gd name="connsiteY7" fmla="*/ 5995733 h 6892717"/>
              <a:gd name="connsiteX8" fmla="*/ 6320210 w 6486374"/>
              <a:gd name="connsiteY8" fmla="*/ 6892717 h 6892717"/>
              <a:gd name="connsiteX9" fmla="*/ 0 w 6486374"/>
              <a:gd name="connsiteY9" fmla="*/ 6873452 h 6892717"/>
              <a:gd name="connsiteX10" fmla="*/ 0 w 6486374"/>
              <a:gd name="connsiteY10" fmla="*/ 1456 h 6892717"/>
              <a:gd name="connsiteX0" fmla="*/ 0 w 6486374"/>
              <a:gd name="connsiteY0" fmla="*/ 11847 h 6903108"/>
              <a:gd name="connsiteX1" fmla="*/ 6486374 w 6486374"/>
              <a:gd name="connsiteY1" fmla="*/ 11847 h 6903108"/>
              <a:gd name="connsiteX2" fmla="*/ 6176062 w 6486374"/>
              <a:gd name="connsiteY2" fmla="*/ 0 h 6903108"/>
              <a:gd name="connsiteX3" fmla="*/ 6249487 w 6486374"/>
              <a:gd name="connsiteY3" fmla="*/ 471752 h 6903108"/>
              <a:gd name="connsiteX4" fmla="*/ 6246770 w 6486374"/>
              <a:gd name="connsiteY4" fmla="*/ 1598622 h 6903108"/>
              <a:gd name="connsiteX5" fmla="*/ 6274828 w 6486374"/>
              <a:gd name="connsiteY5" fmla="*/ 3511383 h 6903108"/>
              <a:gd name="connsiteX6" fmla="*/ 6266579 w 6486374"/>
              <a:gd name="connsiteY6" fmla="*/ 4839499 h 6903108"/>
              <a:gd name="connsiteX7" fmla="*/ 6313532 w 6486374"/>
              <a:gd name="connsiteY7" fmla="*/ 6006124 h 6903108"/>
              <a:gd name="connsiteX8" fmla="*/ 6320210 w 6486374"/>
              <a:gd name="connsiteY8" fmla="*/ 6903108 h 6903108"/>
              <a:gd name="connsiteX9" fmla="*/ 0 w 6486374"/>
              <a:gd name="connsiteY9" fmla="*/ 6883843 h 6903108"/>
              <a:gd name="connsiteX10" fmla="*/ 0 w 6486374"/>
              <a:gd name="connsiteY10" fmla="*/ 11847 h 6903108"/>
              <a:gd name="connsiteX0" fmla="*/ 0 w 6320210"/>
              <a:gd name="connsiteY0" fmla="*/ 11847 h 6903108"/>
              <a:gd name="connsiteX1" fmla="*/ 5536142 w 6320210"/>
              <a:gd name="connsiteY1" fmla="*/ 1456 h 6903108"/>
              <a:gd name="connsiteX2" fmla="*/ 6176062 w 6320210"/>
              <a:gd name="connsiteY2" fmla="*/ 0 h 6903108"/>
              <a:gd name="connsiteX3" fmla="*/ 6249487 w 6320210"/>
              <a:gd name="connsiteY3" fmla="*/ 471752 h 6903108"/>
              <a:gd name="connsiteX4" fmla="*/ 6246770 w 6320210"/>
              <a:gd name="connsiteY4" fmla="*/ 1598622 h 6903108"/>
              <a:gd name="connsiteX5" fmla="*/ 6274828 w 6320210"/>
              <a:gd name="connsiteY5" fmla="*/ 3511383 h 6903108"/>
              <a:gd name="connsiteX6" fmla="*/ 6266579 w 6320210"/>
              <a:gd name="connsiteY6" fmla="*/ 4839499 h 6903108"/>
              <a:gd name="connsiteX7" fmla="*/ 6313532 w 6320210"/>
              <a:gd name="connsiteY7" fmla="*/ 6006124 h 6903108"/>
              <a:gd name="connsiteX8" fmla="*/ 6320210 w 6320210"/>
              <a:gd name="connsiteY8" fmla="*/ 6903108 h 6903108"/>
              <a:gd name="connsiteX9" fmla="*/ 0 w 6320210"/>
              <a:gd name="connsiteY9" fmla="*/ 6883843 h 6903108"/>
              <a:gd name="connsiteX10" fmla="*/ 0 w 6320210"/>
              <a:gd name="connsiteY10" fmla="*/ 11847 h 6903108"/>
              <a:gd name="connsiteX0" fmla="*/ 0 w 6320210"/>
              <a:gd name="connsiteY0" fmla="*/ 10391 h 6901652"/>
              <a:gd name="connsiteX1" fmla="*/ 5536142 w 6320210"/>
              <a:gd name="connsiteY1" fmla="*/ 0 h 6901652"/>
              <a:gd name="connsiteX2" fmla="*/ 6248362 w 6320210"/>
              <a:gd name="connsiteY2" fmla="*/ 8935 h 6901652"/>
              <a:gd name="connsiteX3" fmla="*/ 6249487 w 6320210"/>
              <a:gd name="connsiteY3" fmla="*/ 470296 h 6901652"/>
              <a:gd name="connsiteX4" fmla="*/ 6246770 w 6320210"/>
              <a:gd name="connsiteY4" fmla="*/ 1597166 h 6901652"/>
              <a:gd name="connsiteX5" fmla="*/ 6274828 w 6320210"/>
              <a:gd name="connsiteY5" fmla="*/ 3509927 h 6901652"/>
              <a:gd name="connsiteX6" fmla="*/ 6266579 w 6320210"/>
              <a:gd name="connsiteY6" fmla="*/ 4838043 h 6901652"/>
              <a:gd name="connsiteX7" fmla="*/ 6313532 w 6320210"/>
              <a:gd name="connsiteY7" fmla="*/ 6004668 h 6901652"/>
              <a:gd name="connsiteX8" fmla="*/ 6320210 w 6320210"/>
              <a:gd name="connsiteY8" fmla="*/ 6901652 h 6901652"/>
              <a:gd name="connsiteX9" fmla="*/ 0 w 6320210"/>
              <a:gd name="connsiteY9" fmla="*/ 6882387 h 6901652"/>
              <a:gd name="connsiteX10" fmla="*/ 0 w 6320210"/>
              <a:gd name="connsiteY10" fmla="*/ 10391 h 6901652"/>
              <a:gd name="connsiteX0" fmla="*/ 0 w 6347223"/>
              <a:gd name="connsiteY0" fmla="*/ 10391 h 6901652"/>
              <a:gd name="connsiteX1" fmla="*/ 5536142 w 6347223"/>
              <a:gd name="connsiteY1" fmla="*/ 0 h 6901652"/>
              <a:gd name="connsiteX2" fmla="*/ 6248362 w 6347223"/>
              <a:gd name="connsiteY2" fmla="*/ 8935 h 6901652"/>
              <a:gd name="connsiteX3" fmla="*/ 6249487 w 6347223"/>
              <a:gd name="connsiteY3" fmla="*/ 470296 h 6901652"/>
              <a:gd name="connsiteX4" fmla="*/ 6246770 w 6347223"/>
              <a:gd name="connsiteY4" fmla="*/ 1597166 h 6901652"/>
              <a:gd name="connsiteX5" fmla="*/ 6347129 w 6347223"/>
              <a:gd name="connsiteY5" fmla="*/ 3499536 h 6901652"/>
              <a:gd name="connsiteX6" fmla="*/ 6266579 w 6347223"/>
              <a:gd name="connsiteY6" fmla="*/ 4838043 h 6901652"/>
              <a:gd name="connsiteX7" fmla="*/ 6313532 w 6347223"/>
              <a:gd name="connsiteY7" fmla="*/ 6004668 h 6901652"/>
              <a:gd name="connsiteX8" fmla="*/ 6320210 w 6347223"/>
              <a:gd name="connsiteY8" fmla="*/ 6901652 h 6901652"/>
              <a:gd name="connsiteX9" fmla="*/ 0 w 6347223"/>
              <a:gd name="connsiteY9" fmla="*/ 6882387 h 6901652"/>
              <a:gd name="connsiteX10" fmla="*/ 0 w 6347223"/>
              <a:gd name="connsiteY10" fmla="*/ 10391 h 6901652"/>
              <a:gd name="connsiteX0" fmla="*/ 0 w 6320210"/>
              <a:gd name="connsiteY0" fmla="*/ 10391 h 6901652"/>
              <a:gd name="connsiteX1" fmla="*/ 5536142 w 6320210"/>
              <a:gd name="connsiteY1" fmla="*/ 0 h 6901652"/>
              <a:gd name="connsiteX2" fmla="*/ 6248362 w 6320210"/>
              <a:gd name="connsiteY2" fmla="*/ 8935 h 6901652"/>
              <a:gd name="connsiteX3" fmla="*/ 6249487 w 6320210"/>
              <a:gd name="connsiteY3" fmla="*/ 470296 h 6901652"/>
              <a:gd name="connsiteX4" fmla="*/ 6246770 w 6320210"/>
              <a:gd name="connsiteY4" fmla="*/ 1597166 h 6901652"/>
              <a:gd name="connsiteX5" fmla="*/ 6305815 w 6320210"/>
              <a:gd name="connsiteY5" fmla="*/ 3374845 h 6901652"/>
              <a:gd name="connsiteX6" fmla="*/ 6266579 w 6320210"/>
              <a:gd name="connsiteY6" fmla="*/ 4838043 h 6901652"/>
              <a:gd name="connsiteX7" fmla="*/ 6313532 w 6320210"/>
              <a:gd name="connsiteY7" fmla="*/ 6004668 h 6901652"/>
              <a:gd name="connsiteX8" fmla="*/ 6320210 w 6320210"/>
              <a:gd name="connsiteY8" fmla="*/ 6901652 h 6901652"/>
              <a:gd name="connsiteX9" fmla="*/ 0 w 6320210"/>
              <a:gd name="connsiteY9" fmla="*/ 6882387 h 6901652"/>
              <a:gd name="connsiteX10" fmla="*/ 0 w 6320210"/>
              <a:gd name="connsiteY10" fmla="*/ 10391 h 6901652"/>
              <a:gd name="connsiteX0" fmla="*/ 0 w 6320210"/>
              <a:gd name="connsiteY0" fmla="*/ 10391 h 6901652"/>
              <a:gd name="connsiteX1" fmla="*/ 5536142 w 6320210"/>
              <a:gd name="connsiteY1" fmla="*/ 0 h 6901652"/>
              <a:gd name="connsiteX2" fmla="*/ 6248362 w 6320210"/>
              <a:gd name="connsiteY2" fmla="*/ 8935 h 6901652"/>
              <a:gd name="connsiteX3" fmla="*/ 6249487 w 6320210"/>
              <a:gd name="connsiteY3" fmla="*/ 470296 h 6901652"/>
              <a:gd name="connsiteX4" fmla="*/ 6246770 w 6320210"/>
              <a:gd name="connsiteY4" fmla="*/ 1597166 h 6901652"/>
              <a:gd name="connsiteX5" fmla="*/ 6305815 w 6320210"/>
              <a:gd name="connsiteY5" fmla="*/ 3374845 h 6901652"/>
              <a:gd name="connsiteX6" fmla="*/ 6266579 w 6320210"/>
              <a:gd name="connsiteY6" fmla="*/ 4838043 h 6901652"/>
              <a:gd name="connsiteX7" fmla="*/ 6292876 w 6320210"/>
              <a:gd name="connsiteY7" fmla="*/ 5921541 h 6901652"/>
              <a:gd name="connsiteX8" fmla="*/ 6320210 w 6320210"/>
              <a:gd name="connsiteY8" fmla="*/ 6901652 h 6901652"/>
              <a:gd name="connsiteX9" fmla="*/ 0 w 6320210"/>
              <a:gd name="connsiteY9" fmla="*/ 6882387 h 6901652"/>
              <a:gd name="connsiteX10" fmla="*/ 0 w 6320210"/>
              <a:gd name="connsiteY10" fmla="*/ 10391 h 6901652"/>
              <a:gd name="connsiteX0" fmla="*/ 0 w 6320210"/>
              <a:gd name="connsiteY0" fmla="*/ 10391 h 6901652"/>
              <a:gd name="connsiteX1" fmla="*/ 5536142 w 6320210"/>
              <a:gd name="connsiteY1" fmla="*/ 0 h 6901652"/>
              <a:gd name="connsiteX2" fmla="*/ 6248362 w 6320210"/>
              <a:gd name="connsiteY2" fmla="*/ 8935 h 6901652"/>
              <a:gd name="connsiteX3" fmla="*/ 6249487 w 6320210"/>
              <a:gd name="connsiteY3" fmla="*/ 470296 h 6901652"/>
              <a:gd name="connsiteX4" fmla="*/ 6246770 w 6320210"/>
              <a:gd name="connsiteY4" fmla="*/ 1597166 h 6901652"/>
              <a:gd name="connsiteX5" fmla="*/ 6305815 w 6320210"/>
              <a:gd name="connsiteY5" fmla="*/ 3374845 h 6901652"/>
              <a:gd name="connsiteX6" fmla="*/ 6266579 w 6320210"/>
              <a:gd name="connsiteY6" fmla="*/ 4838043 h 6901652"/>
              <a:gd name="connsiteX7" fmla="*/ 6292876 w 6320210"/>
              <a:gd name="connsiteY7" fmla="*/ 5921541 h 6901652"/>
              <a:gd name="connsiteX8" fmla="*/ 6320210 w 6320210"/>
              <a:gd name="connsiteY8" fmla="*/ 6901652 h 6901652"/>
              <a:gd name="connsiteX9" fmla="*/ 0 w 6320210"/>
              <a:gd name="connsiteY9" fmla="*/ 6882387 h 6901652"/>
              <a:gd name="connsiteX10" fmla="*/ 0 w 6320210"/>
              <a:gd name="connsiteY10" fmla="*/ 10391 h 6901652"/>
              <a:gd name="connsiteX0" fmla="*/ 0 w 6320210"/>
              <a:gd name="connsiteY0" fmla="*/ 10391 h 6901652"/>
              <a:gd name="connsiteX1" fmla="*/ 5536142 w 6320210"/>
              <a:gd name="connsiteY1" fmla="*/ 0 h 6901652"/>
              <a:gd name="connsiteX2" fmla="*/ 6248362 w 6320210"/>
              <a:gd name="connsiteY2" fmla="*/ 8935 h 6901652"/>
              <a:gd name="connsiteX3" fmla="*/ 6249487 w 6320210"/>
              <a:gd name="connsiteY3" fmla="*/ 470296 h 6901652"/>
              <a:gd name="connsiteX4" fmla="*/ 6246770 w 6320210"/>
              <a:gd name="connsiteY4" fmla="*/ 1597166 h 6901652"/>
              <a:gd name="connsiteX5" fmla="*/ 6305815 w 6320210"/>
              <a:gd name="connsiteY5" fmla="*/ 3374845 h 6901652"/>
              <a:gd name="connsiteX6" fmla="*/ 6266579 w 6320210"/>
              <a:gd name="connsiteY6" fmla="*/ 4838043 h 6901652"/>
              <a:gd name="connsiteX7" fmla="*/ 6261890 w 6320210"/>
              <a:gd name="connsiteY7" fmla="*/ 5921541 h 6901652"/>
              <a:gd name="connsiteX8" fmla="*/ 6320210 w 6320210"/>
              <a:gd name="connsiteY8" fmla="*/ 6901652 h 6901652"/>
              <a:gd name="connsiteX9" fmla="*/ 0 w 6320210"/>
              <a:gd name="connsiteY9" fmla="*/ 6882387 h 6901652"/>
              <a:gd name="connsiteX10" fmla="*/ 0 w 6320210"/>
              <a:gd name="connsiteY10" fmla="*/ 10391 h 6901652"/>
              <a:gd name="connsiteX0" fmla="*/ 0 w 6357542"/>
              <a:gd name="connsiteY0" fmla="*/ 10391 h 6901652"/>
              <a:gd name="connsiteX1" fmla="*/ 5536142 w 6357542"/>
              <a:gd name="connsiteY1" fmla="*/ 0 h 6901652"/>
              <a:gd name="connsiteX2" fmla="*/ 6248362 w 6357542"/>
              <a:gd name="connsiteY2" fmla="*/ 8935 h 6901652"/>
              <a:gd name="connsiteX3" fmla="*/ 6249487 w 6357542"/>
              <a:gd name="connsiteY3" fmla="*/ 470296 h 6901652"/>
              <a:gd name="connsiteX4" fmla="*/ 6246770 w 6357542"/>
              <a:gd name="connsiteY4" fmla="*/ 1597166 h 6901652"/>
              <a:gd name="connsiteX5" fmla="*/ 6357458 w 6357542"/>
              <a:gd name="connsiteY5" fmla="*/ 3374845 h 6901652"/>
              <a:gd name="connsiteX6" fmla="*/ 6266579 w 6357542"/>
              <a:gd name="connsiteY6" fmla="*/ 4838043 h 6901652"/>
              <a:gd name="connsiteX7" fmla="*/ 6261890 w 6357542"/>
              <a:gd name="connsiteY7" fmla="*/ 5921541 h 6901652"/>
              <a:gd name="connsiteX8" fmla="*/ 6320210 w 6357542"/>
              <a:gd name="connsiteY8" fmla="*/ 6901652 h 6901652"/>
              <a:gd name="connsiteX9" fmla="*/ 0 w 6357542"/>
              <a:gd name="connsiteY9" fmla="*/ 6882387 h 6901652"/>
              <a:gd name="connsiteX10" fmla="*/ 0 w 6357542"/>
              <a:gd name="connsiteY10" fmla="*/ 10391 h 6901652"/>
              <a:gd name="connsiteX0" fmla="*/ 0 w 6357542"/>
              <a:gd name="connsiteY0" fmla="*/ 10391 h 6901652"/>
              <a:gd name="connsiteX1" fmla="*/ 5536142 w 6357542"/>
              <a:gd name="connsiteY1" fmla="*/ 0 h 6901652"/>
              <a:gd name="connsiteX2" fmla="*/ 6248362 w 6357542"/>
              <a:gd name="connsiteY2" fmla="*/ 8935 h 6901652"/>
              <a:gd name="connsiteX3" fmla="*/ 6249487 w 6357542"/>
              <a:gd name="connsiteY3" fmla="*/ 470296 h 6901652"/>
              <a:gd name="connsiteX4" fmla="*/ 6246770 w 6357542"/>
              <a:gd name="connsiteY4" fmla="*/ 1597166 h 6901652"/>
              <a:gd name="connsiteX5" fmla="*/ 6357458 w 6357542"/>
              <a:gd name="connsiteY5" fmla="*/ 3374845 h 6901652"/>
              <a:gd name="connsiteX6" fmla="*/ 6266579 w 6357542"/>
              <a:gd name="connsiteY6" fmla="*/ 4838043 h 6901652"/>
              <a:gd name="connsiteX7" fmla="*/ 6261890 w 6357542"/>
              <a:gd name="connsiteY7" fmla="*/ 5921541 h 6901652"/>
              <a:gd name="connsiteX8" fmla="*/ 6320210 w 6357542"/>
              <a:gd name="connsiteY8" fmla="*/ 6901652 h 6901652"/>
              <a:gd name="connsiteX9" fmla="*/ 0 w 6357542"/>
              <a:gd name="connsiteY9" fmla="*/ 6882387 h 6901652"/>
              <a:gd name="connsiteX10" fmla="*/ 0 w 6357542"/>
              <a:gd name="connsiteY10" fmla="*/ 10391 h 6901652"/>
              <a:gd name="connsiteX0" fmla="*/ 0 w 6357554"/>
              <a:gd name="connsiteY0" fmla="*/ 10391 h 6901652"/>
              <a:gd name="connsiteX1" fmla="*/ 5536142 w 6357554"/>
              <a:gd name="connsiteY1" fmla="*/ 0 h 6901652"/>
              <a:gd name="connsiteX2" fmla="*/ 6248362 w 6357554"/>
              <a:gd name="connsiteY2" fmla="*/ 8935 h 6901652"/>
              <a:gd name="connsiteX3" fmla="*/ 6249487 w 6357554"/>
              <a:gd name="connsiteY3" fmla="*/ 470296 h 6901652"/>
              <a:gd name="connsiteX4" fmla="*/ 6246770 w 6357554"/>
              <a:gd name="connsiteY4" fmla="*/ 1597166 h 6901652"/>
              <a:gd name="connsiteX5" fmla="*/ 6357458 w 6357554"/>
              <a:gd name="connsiteY5" fmla="*/ 3374845 h 6901652"/>
              <a:gd name="connsiteX6" fmla="*/ 6225265 w 6357554"/>
              <a:gd name="connsiteY6" fmla="*/ 4910780 h 6901652"/>
              <a:gd name="connsiteX7" fmla="*/ 6261890 w 6357554"/>
              <a:gd name="connsiteY7" fmla="*/ 5921541 h 6901652"/>
              <a:gd name="connsiteX8" fmla="*/ 6320210 w 6357554"/>
              <a:gd name="connsiteY8" fmla="*/ 6901652 h 6901652"/>
              <a:gd name="connsiteX9" fmla="*/ 0 w 6357554"/>
              <a:gd name="connsiteY9" fmla="*/ 6882387 h 6901652"/>
              <a:gd name="connsiteX10" fmla="*/ 0 w 6357554"/>
              <a:gd name="connsiteY10" fmla="*/ 10391 h 6901652"/>
              <a:gd name="connsiteX0" fmla="*/ 0 w 6506126"/>
              <a:gd name="connsiteY0" fmla="*/ 10391 h 6891261"/>
              <a:gd name="connsiteX1" fmla="*/ 5536142 w 6506126"/>
              <a:gd name="connsiteY1" fmla="*/ 0 h 6891261"/>
              <a:gd name="connsiteX2" fmla="*/ 6248362 w 6506126"/>
              <a:gd name="connsiteY2" fmla="*/ 8935 h 6891261"/>
              <a:gd name="connsiteX3" fmla="*/ 6249487 w 6506126"/>
              <a:gd name="connsiteY3" fmla="*/ 470296 h 6891261"/>
              <a:gd name="connsiteX4" fmla="*/ 6246770 w 6506126"/>
              <a:gd name="connsiteY4" fmla="*/ 1597166 h 6891261"/>
              <a:gd name="connsiteX5" fmla="*/ 6357458 w 6506126"/>
              <a:gd name="connsiteY5" fmla="*/ 3374845 h 6891261"/>
              <a:gd name="connsiteX6" fmla="*/ 6225265 w 6506126"/>
              <a:gd name="connsiteY6" fmla="*/ 4910780 h 6891261"/>
              <a:gd name="connsiteX7" fmla="*/ 6261890 w 6506126"/>
              <a:gd name="connsiteY7" fmla="*/ 5921541 h 6891261"/>
              <a:gd name="connsiteX8" fmla="*/ 6506126 w 6506126"/>
              <a:gd name="connsiteY8" fmla="*/ 6891261 h 6891261"/>
              <a:gd name="connsiteX9" fmla="*/ 0 w 6506126"/>
              <a:gd name="connsiteY9" fmla="*/ 6882387 h 6891261"/>
              <a:gd name="connsiteX10" fmla="*/ 0 w 6506126"/>
              <a:gd name="connsiteY10" fmla="*/ 10391 h 6891261"/>
              <a:gd name="connsiteX0" fmla="*/ 0 w 6506126"/>
              <a:gd name="connsiteY0" fmla="*/ 10391 h 6891261"/>
              <a:gd name="connsiteX1" fmla="*/ 5536142 w 6506126"/>
              <a:gd name="connsiteY1" fmla="*/ 0 h 6891261"/>
              <a:gd name="connsiteX2" fmla="*/ 6248362 w 6506126"/>
              <a:gd name="connsiteY2" fmla="*/ 8935 h 6891261"/>
              <a:gd name="connsiteX3" fmla="*/ 6249487 w 6506126"/>
              <a:gd name="connsiteY3" fmla="*/ 470296 h 6891261"/>
              <a:gd name="connsiteX4" fmla="*/ 6246770 w 6506126"/>
              <a:gd name="connsiteY4" fmla="*/ 1597166 h 6891261"/>
              <a:gd name="connsiteX5" fmla="*/ 6357458 w 6506126"/>
              <a:gd name="connsiteY5" fmla="*/ 3374845 h 6891261"/>
              <a:gd name="connsiteX6" fmla="*/ 6225265 w 6506126"/>
              <a:gd name="connsiteY6" fmla="*/ 4910780 h 6891261"/>
              <a:gd name="connsiteX7" fmla="*/ 6261890 w 6506126"/>
              <a:gd name="connsiteY7" fmla="*/ 5921541 h 6891261"/>
              <a:gd name="connsiteX8" fmla="*/ 6506126 w 6506126"/>
              <a:gd name="connsiteY8" fmla="*/ 6891261 h 6891261"/>
              <a:gd name="connsiteX9" fmla="*/ 0 w 6506126"/>
              <a:gd name="connsiteY9" fmla="*/ 6882387 h 6891261"/>
              <a:gd name="connsiteX10" fmla="*/ 0 w 6506126"/>
              <a:gd name="connsiteY10" fmla="*/ 10391 h 6891261"/>
              <a:gd name="connsiteX0" fmla="*/ 0 w 6506126"/>
              <a:gd name="connsiteY0" fmla="*/ 22238 h 6903108"/>
              <a:gd name="connsiteX1" fmla="*/ 5536142 w 6506126"/>
              <a:gd name="connsiteY1" fmla="*/ 11847 h 6903108"/>
              <a:gd name="connsiteX2" fmla="*/ 6454935 w 6506126"/>
              <a:gd name="connsiteY2" fmla="*/ 0 h 6903108"/>
              <a:gd name="connsiteX3" fmla="*/ 6249487 w 6506126"/>
              <a:gd name="connsiteY3" fmla="*/ 482143 h 6903108"/>
              <a:gd name="connsiteX4" fmla="*/ 6246770 w 6506126"/>
              <a:gd name="connsiteY4" fmla="*/ 1609013 h 6903108"/>
              <a:gd name="connsiteX5" fmla="*/ 6357458 w 6506126"/>
              <a:gd name="connsiteY5" fmla="*/ 3386692 h 6903108"/>
              <a:gd name="connsiteX6" fmla="*/ 6225265 w 6506126"/>
              <a:gd name="connsiteY6" fmla="*/ 4922627 h 6903108"/>
              <a:gd name="connsiteX7" fmla="*/ 6261890 w 6506126"/>
              <a:gd name="connsiteY7" fmla="*/ 5933388 h 6903108"/>
              <a:gd name="connsiteX8" fmla="*/ 6506126 w 6506126"/>
              <a:gd name="connsiteY8" fmla="*/ 6903108 h 6903108"/>
              <a:gd name="connsiteX9" fmla="*/ 0 w 6506126"/>
              <a:gd name="connsiteY9" fmla="*/ 6894234 h 6903108"/>
              <a:gd name="connsiteX10" fmla="*/ 0 w 6506126"/>
              <a:gd name="connsiteY10" fmla="*/ 22238 h 6903108"/>
              <a:gd name="connsiteX0" fmla="*/ 0 w 6506126"/>
              <a:gd name="connsiteY0" fmla="*/ 22238 h 6903108"/>
              <a:gd name="connsiteX1" fmla="*/ 5536142 w 6506126"/>
              <a:gd name="connsiteY1" fmla="*/ 11847 h 6903108"/>
              <a:gd name="connsiteX2" fmla="*/ 6454935 w 6506126"/>
              <a:gd name="connsiteY2" fmla="*/ 0 h 6903108"/>
              <a:gd name="connsiteX3" fmla="*/ 6249487 w 6506126"/>
              <a:gd name="connsiteY3" fmla="*/ 482143 h 6903108"/>
              <a:gd name="connsiteX4" fmla="*/ 6246770 w 6506126"/>
              <a:gd name="connsiteY4" fmla="*/ 1609013 h 6903108"/>
              <a:gd name="connsiteX5" fmla="*/ 6285159 w 6506126"/>
              <a:gd name="connsiteY5" fmla="*/ 3397083 h 6903108"/>
              <a:gd name="connsiteX6" fmla="*/ 6225265 w 6506126"/>
              <a:gd name="connsiteY6" fmla="*/ 4922627 h 6903108"/>
              <a:gd name="connsiteX7" fmla="*/ 6261890 w 6506126"/>
              <a:gd name="connsiteY7" fmla="*/ 5933388 h 6903108"/>
              <a:gd name="connsiteX8" fmla="*/ 6506126 w 6506126"/>
              <a:gd name="connsiteY8" fmla="*/ 6903108 h 6903108"/>
              <a:gd name="connsiteX9" fmla="*/ 0 w 6506126"/>
              <a:gd name="connsiteY9" fmla="*/ 6894234 h 6903108"/>
              <a:gd name="connsiteX10" fmla="*/ 0 w 6506126"/>
              <a:gd name="connsiteY10" fmla="*/ 22238 h 6903108"/>
              <a:gd name="connsiteX0" fmla="*/ 0 w 6506126"/>
              <a:gd name="connsiteY0" fmla="*/ 22238 h 6903108"/>
              <a:gd name="connsiteX1" fmla="*/ 5536142 w 6506126"/>
              <a:gd name="connsiteY1" fmla="*/ 11847 h 6903108"/>
              <a:gd name="connsiteX2" fmla="*/ 6454935 w 6506126"/>
              <a:gd name="connsiteY2" fmla="*/ 0 h 6903108"/>
              <a:gd name="connsiteX3" fmla="*/ 6272793 w 6506126"/>
              <a:gd name="connsiteY3" fmla="*/ 588357 h 6903108"/>
              <a:gd name="connsiteX4" fmla="*/ 6246770 w 6506126"/>
              <a:gd name="connsiteY4" fmla="*/ 1609013 h 6903108"/>
              <a:gd name="connsiteX5" fmla="*/ 6285159 w 6506126"/>
              <a:gd name="connsiteY5" fmla="*/ 3397083 h 6903108"/>
              <a:gd name="connsiteX6" fmla="*/ 6225265 w 6506126"/>
              <a:gd name="connsiteY6" fmla="*/ 4922627 h 6903108"/>
              <a:gd name="connsiteX7" fmla="*/ 6261890 w 6506126"/>
              <a:gd name="connsiteY7" fmla="*/ 5933388 h 6903108"/>
              <a:gd name="connsiteX8" fmla="*/ 6506126 w 6506126"/>
              <a:gd name="connsiteY8" fmla="*/ 6903108 h 6903108"/>
              <a:gd name="connsiteX9" fmla="*/ 0 w 6506126"/>
              <a:gd name="connsiteY9" fmla="*/ 6894234 h 6903108"/>
              <a:gd name="connsiteX10" fmla="*/ 0 w 6506126"/>
              <a:gd name="connsiteY10" fmla="*/ 22238 h 6903108"/>
              <a:gd name="connsiteX0" fmla="*/ 0 w 6506126"/>
              <a:gd name="connsiteY0" fmla="*/ 22238 h 6903108"/>
              <a:gd name="connsiteX1" fmla="*/ 5536142 w 6506126"/>
              <a:gd name="connsiteY1" fmla="*/ 11847 h 6903108"/>
              <a:gd name="connsiteX2" fmla="*/ 6454935 w 6506126"/>
              <a:gd name="connsiteY2" fmla="*/ 0 h 6903108"/>
              <a:gd name="connsiteX3" fmla="*/ 6272793 w 6506126"/>
              <a:gd name="connsiteY3" fmla="*/ 588357 h 6903108"/>
              <a:gd name="connsiteX4" fmla="*/ 6246770 w 6506126"/>
              <a:gd name="connsiteY4" fmla="*/ 1609013 h 6903108"/>
              <a:gd name="connsiteX5" fmla="*/ 6285159 w 6506126"/>
              <a:gd name="connsiteY5" fmla="*/ 3397083 h 6903108"/>
              <a:gd name="connsiteX6" fmla="*/ 6225265 w 6506126"/>
              <a:gd name="connsiteY6" fmla="*/ 4922627 h 6903108"/>
              <a:gd name="connsiteX7" fmla="*/ 6261890 w 6506126"/>
              <a:gd name="connsiteY7" fmla="*/ 5933388 h 6903108"/>
              <a:gd name="connsiteX8" fmla="*/ 6506126 w 6506126"/>
              <a:gd name="connsiteY8" fmla="*/ 6903108 h 6903108"/>
              <a:gd name="connsiteX9" fmla="*/ 0 w 6506126"/>
              <a:gd name="connsiteY9" fmla="*/ 6894234 h 6903108"/>
              <a:gd name="connsiteX10" fmla="*/ 0 w 6506126"/>
              <a:gd name="connsiteY10" fmla="*/ 22238 h 6903108"/>
              <a:gd name="connsiteX0" fmla="*/ 0 w 6506126"/>
              <a:gd name="connsiteY0" fmla="*/ 22238 h 6903108"/>
              <a:gd name="connsiteX1" fmla="*/ 5536142 w 6506126"/>
              <a:gd name="connsiteY1" fmla="*/ 11847 h 6903108"/>
              <a:gd name="connsiteX2" fmla="*/ 6454935 w 6506126"/>
              <a:gd name="connsiteY2" fmla="*/ 0 h 6903108"/>
              <a:gd name="connsiteX3" fmla="*/ 6272793 w 6506126"/>
              <a:gd name="connsiteY3" fmla="*/ 588357 h 6903108"/>
              <a:gd name="connsiteX4" fmla="*/ 6246770 w 6506126"/>
              <a:gd name="connsiteY4" fmla="*/ 1609013 h 6903108"/>
              <a:gd name="connsiteX5" fmla="*/ 6285159 w 6506126"/>
              <a:gd name="connsiteY5" fmla="*/ 3397083 h 6903108"/>
              <a:gd name="connsiteX6" fmla="*/ 6225265 w 6506126"/>
              <a:gd name="connsiteY6" fmla="*/ 4922627 h 6903108"/>
              <a:gd name="connsiteX7" fmla="*/ 6261890 w 6506126"/>
              <a:gd name="connsiteY7" fmla="*/ 5933388 h 6903108"/>
              <a:gd name="connsiteX8" fmla="*/ 6506126 w 6506126"/>
              <a:gd name="connsiteY8" fmla="*/ 6903108 h 6903108"/>
              <a:gd name="connsiteX9" fmla="*/ 0 w 6506126"/>
              <a:gd name="connsiteY9" fmla="*/ 6894234 h 6903108"/>
              <a:gd name="connsiteX10" fmla="*/ 0 w 6506126"/>
              <a:gd name="connsiteY10" fmla="*/ 22238 h 6903108"/>
              <a:gd name="connsiteX0" fmla="*/ 0 w 6454935"/>
              <a:gd name="connsiteY0" fmla="*/ 22238 h 6914909"/>
              <a:gd name="connsiteX1" fmla="*/ 5536142 w 6454935"/>
              <a:gd name="connsiteY1" fmla="*/ 11847 h 6914909"/>
              <a:gd name="connsiteX2" fmla="*/ 6454935 w 6454935"/>
              <a:gd name="connsiteY2" fmla="*/ 0 h 6914909"/>
              <a:gd name="connsiteX3" fmla="*/ 6272793 w 6454935"/>
              <a:gd name="connsiteY3" fmla="*/ 588357 h 6914909"/>
              <a:gd name="connsiteX4" fmla="*/ 6246770 w 6454935"/>
              <a:gd name="connsiteY4" fmla="*/ 1609013 h 6914909"/>
              <a:gd name="connsiteX5" fmla="*/ 6285159 w 6454935"/>
              <a:gd name="connsiteY5" fmla="*/ 3397083 h 6914909"/>
              <a:gd name="connsiteX6" fmla="*/ 6225265 w 6454935"/>
              <a:gd name="connsiteY6" fmla="*/ 4922627 h 6914909"/>
              <a:gd name="connsiteX7" fmla="*/ 6261890 w 6454935"/>
              <a:gd name="connsiteY7" fmla="*/ 5933388 h 6914909"/>
              <a:gd name="connsiteX8" fmla="*/ 6436210 w 6454935"/>
              <a:gd name="connsiteY8" fmla="*/ 6914909 h 6914909"/>
              <a:gd name="connsiteX9" fmla="*/ 0 w 6454935"/>
              <a:gd name="connsiteY9" fmla="*/ 6894234 h 6914909"/>
              <a:gd name="connsiteX10" fmla="*/ 0 w 6454935"/>
              <a:gd name="connsiteY10" fmla="*/ 22238 h 6914909"/>
              <a:gd name="connsiteX0" fmla="*/ 0 w 6454935"/>
              <a:gd name="connsiteY0" fmla="*/ 22238 h 6914909"/>
              <a:gd name="connsiteX1" fmla="*/ 5536142 w 6454935"/>
              <a:gd name="connsiteY1" fmla="*/ 11847 h 6914909"/>
              <a:gd name="connsiteX2" fmla="*/ 6454935 w 6454935"/>
              <a:gd name="connsiteY2" fmla="*/ 0 h 6914909"/>
              <a:gd name="connsiteX3" fmla="*/ 6272793 w 6454935"/>
              <a:gd name="connsiteY3" fmla="*/ 588357 h 6914909"/>
              <a:gd name="connsiteX4" fmla="*/ 6246770 w 6454935"/>
              <a:gd name="connsiteY4" fmla="*/ 1609013 h 6914909"/>
              <a:gd name="connsiteX5" fmla="*/ 6285159 w 6454935"/>
              <a:gd name="connsiteY5" fmla="*/ 3397083 h 6914909"/>
              <a:gd name="connsiteX6" fmla="*/ 6225265 w 6454935"/>
              <a:gd name="connsiteY6" fmla="*/ 4922627 h 6914909"/>
              <a:gd name="connsiteX7" fmla="*/ 6261890 w 6454935"/>
              <a:gd name="connsiteY7" fmla="*/ 5933388 h 6914909"/>
              <a:gd name="connsiteX8" fmla="*/ 6436210 w 6454935"/>
              <a:gd name="connsiteY8" fmla="*/ 6914909 h 6914909"/>
              <a:gd name="connsiteX9" fmla="*/ 0 w 6454935"/>
              <a:gd name="connsiteY9" fmla="*/ 6894234 h 6914909"/>
              <a:gd name="connsiteX10" fmla="*/ 0 w 6454935"/>
              <a:gd name="connsiteY10" fmla="*/ 22238 h 6914909"/>
              <a:gd name="connsiteX0" fmla="*/ 0 w 6454935"/>
              <a:gd name="connsiteY0" fmla="*/ 50414 h 6943085"/>
              <a:gd name="connsiteX1" fmla="*/ 5607275 w 6454935"/>
              <a:gd name="connsiteY1" fmla="*/ 0 h 6943085"/>
              <a:gd name="connsiteX2" fmla="*/ 6454935 w 6454935"/>
              <a:gd name="connsiteY2" fmla="*/ 28176 h 6943085"/>
              <a:gd name="connsiteX3" fmla="*/ 6272793 w 6454935"/>
              <a:gd name="connsiteY3" fmla="*/ 616533 h 6943085"/>
              <a:gd name="connsiteX4" fmla="*/ 6246770 w 6454935"/>
              <a:gd name="connsiteY4" fmla="*/ 1637189 h 6943085"/>
              <a:gd name="connsiteX5" fmla="*/ 6285159 w 6454935"/>
              <a:gd name="connsiteY5" fmla="*/ 3425259 h 6943085"/>
              <a:gd name="connsiteX6" fmla="*/ 6225265 w 6454935"/>
              <a:gd name="connsiteY6" fmla="*/ 4950803 h 6943085"/>
              <a:gd name="connsiteX7" fmla="*/ 6261890 w 6454935"/>
              <a:gd name="connsiteY7" fmla="*/ 5961564 h 6943085"/>
              <a:gd name="connsiteX8" fmla="*/ 6436210 w 6454935"/>
              <a:gd name="connsiteY8" fmla="*/ 6943085 h 6943085"/>
              <a:gd name="connsiteX9" fmla="*/ 0 w 6454935"/>
              <a:gd name="connsiteY9" fmla="*/ 6922410 h 6943085"/>
              <a:gd name="connsiteX10" fmla="*/ 0 w 6454935"/>
              <a:gd name="connsiteY10" fmla="*/ 50414 h 6943085"/>
              <a:gd name="connsiteX0" fmla="*/ 0 w 6454935"/>
              <a:gd name="connsiteY0" fmla="*/ 50414 h 6943085"/>
              <a:gd name="connsiteX1" fmla="*/ 5607275 w 6454935"/>
              <a:gd name="connsiteY1" fmla="*/ 0 h 6943085"/>
              <a:gd name="connsiteX2" fmla="*/ 6454935 w 6454935"/>
              <a:gd name="connsiteY2" fmla="*/ 28176 h 6943085"/>
              <a:gd name="connsiteX3" fmla="*/ 6272793 w 6454935"/>
              <a:gd name="connsiteY3" fmla="*/ 616533 h 6943085"/>
              <a:gd name="connsiteX4" fmla="*/ 6246770 w 6454935"/>
              <a:gd name="connsiteY4" fmla="*/ 1637189 h 6943085"/>
              <a:gd name="connsiteX5" fmla="*/ 6285159 w 6454935"/>
              <a:gd name="connsiteY5" fmla="*/ 3425259 h 6943085"/>
              <a:gd name="connsiteX6" fmla="*/ 6225265 w 6454935"/>
              <a:gd name="connsiteY6" fmla="*/ 4950803 h 6943085"/>
              <a:gd name="connsiteX7" fmla="*/ 6261890 w 6454935"/>
              <a:gd name="connsiteY7" fmla="*/ 5961564 h 6943085"/>
              <a:gd name="connsiteX8" fmla="*/ 6436210 w 6454935"/>
              <a:gd name="connsiteY8" fmla="*/ 6943085 h 6943085"/>
              <a:gd name="connsiteX9" fmla="*/ 0 w 6454935"/>
              <a:gd name="connsiteY9" fmla="*/ 6922410 h 6943085"/>
              <a:gd name="connsiteX10" fmla="*/ 0 w 6454935"/>
              <a:gd name="connsiteY10" fmla="*/ 50414 h 6943085"/>
              <a:gd name="connsiteX0" fmla="*/ 0 w 6454935"/>
              <a:gd name="connsiteY0" fmla="*/ 22238 h 6914909"/>
              <a:gd name="connsiteX1" fmla="*/ 6041975 w 6454935"/>
              <a:gd name="connsiteY1" fmla="*/ 3842 h 6914909"/>
              <a:gd name="connsiteX2" fmla="*/ 6454935 w 6454935"/>
              <a:gd name="connsiteY2" fmla="*/ 0 h 6914909"/>
              <a:gd name="connsiteX3" fmla="*/ 6272793 w 6454935"/>
              <a:gd name="connsiteY3" fmla="*/ 588357 h 6914909"/>
              <a:gd name="connsiteX4" fmla="*/ 6246770 w 6454935"/>
              <a:gd name="connsiteY4" fmla="*/ 1609013 h 6914909"/>
              <a:gd name="connsiteX5" fmla="*/ 6285159 w 6454935"/>
              <a:gd name="connsiteY5" fmla="*/ 3397083 h 6914909"/>
              <a:gd name="connsiteX6" fmla="*/ 6225265 w 6454935"/>
              <a:gd name="connsiteY6" fmla="*/ 4922627 h 6914909"/>
              <a:gd name="connsiteX7" fmla="*/ 6261890 w 6454935"/>
              <a:gd name="connsiteY7" fmla="*/ 5933388 h 6914909"/>
              <a:gd name="connsiteX8" fmla="*/ 6436210 w 6454935"/>
              <a:gd name="connsiteY8" fmla="*/ 6914909 h 6914909"/>
              <a:gd name="connsiteX9" fmla="*/ 0 w 6454935"/>
              <a:gd name="connsiteY9" fmla="*/ 6894234 h 6914909"/>
              <a:gd name="connsiteX10" fmla="*/ 0 w 6454935"/>
              <a:gd name="connsiteY10" fmla="*/ 22238 h 6914909"/>
              <a:gd name="connsiteX0" fmla="*/ 0 w 6454935"/>
              <a:gd name="connsiteY0" fmla="*/ 30402 h 6923073"/>
              <a:gd name="connsiteX1" fmla="*/ 6041975 w 6454935"/>
              <a:gd name="connsiteY1" fmla="*/ 12006 h 6923073"/>
              <a:gd name="connsiteX2" fmla="*/ 6454935 w 6454935"/>
              <a:gd name="connsiteY2" fmla="*/ 8164 h 6923073"/>
              <a:gd name="connsiteX3" fmla="*/ 6272793 w 6454935"/>
              <a:gd name="connsiteY3" fmla="*/ 596521 h 6923073"/>
              <a:gd name="connsiteX4" fmla="*/ 6246770 w 6454935"/>
              <a:gd name="connsiteY4" fmla="*/ 1617177 h 6923073"/>
              <a:gd name="connsiteX5" fmla="*/ 6285159 w 6454935"/>
              <a:gd name="connsiteY5" fmla="*/ 3405247 h 6923073"/>
              <a:gd name="connsiteX6" fmla="*/ 6225265 w 6454935"/>
              <a:gd name="connsiteY6" fmla="*/ 4930791 h 6923073"/>
              <a:gd name="connsiteX7" fmla="*/ 6261890 w 6454935"/>
              <a:gd name="connsiteY7" fmla="*/ 5941552 h 6923073"/>
              <a:gd name="connsiteX8" fmla="*/ 6436210 w 6454935"/>
              <a:gd name="connsiteY8" fmla="*/ 6923073 h 6923073"/>
              <a:gd name="connsiteX9" fmla="*/ 0 w 6454935"/>
              <a:gd name="connsiteY9" fmla="*/ 6902398 h 6923073"/>
              <a:gd name="connsiteX10" fmla="*/ 0 w 6454935"/>
              <a:gd name="connsiteY10" fmla="*/ 30402 h 6923073"/>
              <a:gd name="connsiteX0" fmla="*/ 0 w 6439128"/>
              <a:gd name="connsiteY0" fmla="*/ 33355 h 6926026"/>
              <a:gd name="connsiteX1" fmla="*/ 6041975 w 6439128"/>
              <a:gd name="connsiteY1" fmla="*/ 14959 h 6926026"/>
              <a:gd name="connsiteX2" fmla="*/ 6439128 w 6439128"/>
              <a:gd name="connsiteY2" fmla="*/ 3113 h 6926026"/>
              <a:gd name="connsiteX3" fmla="*/ 6272793 w 6439128"/>
              <a:gd name="connsiteY3" fmla="*/ 599474 h 6926026"/>
              <a:gd name="connsiteX4" fmla="*/ 6246770 w 6439128"/>
              <a:gd name="connsiteY4" fmla="*/ 1620130 h 6926026"/>
              <a:gd name="connsiteX5" fmla="*/ 6285159 w 6439128"/>
              <a:gd name="connsiteY5" fmla="*/ 3408200 h 6926026"/>
              <a:gd name="connsiteX6" fmla="*/ 6225265 w 6439128"/>
              <a:gd name="connsiteY6" fmla="*/ 4933744 h 6926026"/>
              <a:gd name="connsiteX7" fmla="*/ 6261890 w 6439128"/>
              <a:gd name="connsiteY7" fmla="*/ 5944505 h 6926026"/>
              <a:gd name="connsiteX8" fmla="*/ 6436210 w 6439128"/>
              <a:gd name="connsiteY8" fmla="*/ 6926026 h 6926026"/>
              <a:gd name="connsiteX9" fmla="*/ 0 w 6439128"/>
              <a:gd name="connsiteY9" fmla="*/ 6905351 h 6926026"/>
              <a:gd name="connsiteX10" fmla="*/ 0 w 6439128"/>
              <a:gd name="connsiteY10" fmla="*/ 33355 h 6926026"/>
              <a:gd name="connsiteX0" fmla="*/ 0 w 6439128"/>
              <a:gd name="connsiteY0" fmla="*/ 33355 h 6926026"/>
              <a:gd name="connsiteX1" fmla="*/ 6002456 w 6439128"/>
              <a:gd name="connsiteY1" fmla="*/ 14959 h 6926026"/>
              <a:gd name="connsiteX2" fmla="*/ 6439128 w 6439128"/>
              <a:gd name="connsiteY2" fmla="*/ 3113 h 6926026"/>
              <a:gd name="connsiteX3" fmla="*/ 6272793 w 6439128"/>
              <a:gd name="connsiteY3" fmla="*/ 599474 h 6926026"/>
              <a:gd name="connsiteX4" fmla="*/ 6246770 w 6439128"/>
              <a:gd name="connsiteY4" fmla="*/ 1620130 h 6926026"/>
              <a:gd name="connsiteX5" fmla="*/ 6285159 w 6439128"/>
              <a:gd name="connsiteY5" fmla="*/ 3408200 h 6926026"/>
              <a:gd name="connsiteX6" fmla="*/ 6225265 w 6439128"/>
              <a:gd name="connsiteY6" fmla="*/ 4933744 h 6926026"/>
              <a:gd name="connsiteX7" fmla="*/ 6261890 w 6439128"/>
              <a:gd name="connsiteY7" fmla="*/ 5944505 h 6926026"/>
              <a:gd name="connsiteX8" fmla="*/ 6436210 w 6439128"/>
              <a:gd name="connsiteY8" fmla="*/ 6926026 h 6926026"/>
              <a:gd name="connsiteX9" fmla="*/ 0 w 6439128"/>
              <a:gd name="connsiteY9" fmla="*/ 6905351 h 6926026"/>
              <a:gd name="connsiteX10" fmla="*/ 0 w 6439128"/>
              <a:gd name="connsiteY10" fmla="*/ 33355 h 6926026"/>
              <a:gd name="connsiteX0" fmla="*/ 0 w 6439128"/>
              <a:gd name="connsiteY0" fmla="*/ 45333 h 6938004"/>
              <a:gd name="connsiteX1" fmla="*/ 5934711 w 6439128"/>
              <a:gd name="connsiteY1" fmla="*/ 9785 h 6938004"/>
              <a:gd name="connsiteX2" fmla="*/ 6439128 w 6439128"/>
              <a:gd name="connsiteY2" fmla="*/ 15091 h 6938004"/>
              <a:gd name="connsiteX3" fmla="*/ 6272793 w 6439128"/>
              <a:gd name="connsiteY3" fmla="*/ 611452 h 6938004"/>
              <a:gd name="connsiteX4" fmla="*/ 6246770 w 6439128"/>
              <a:gd name="connsiteY4" fmla="*/ 1632108 h 6938004"/>
              <a:gd name="connsiteX5" fmla="*/ 6285159 w 6439128"/>
              <a:gd name="connsiteY5" fmla="*/ 3420178 h 6938004"/>
              <a:gd name="connsiteX6" fmla="*/ 6225265 w 6439128"/>
              <a:gd name="connsiteY6" fmla="*/ 4945722 h 6938004"/>
              <a:gd name="connsiteX7" fmla="*/ 6261890 w 6439128"/>
              <a:gd name="connsiteY7" fmla="*/ 5956483 h 6938004"/>
              <a:gd name="connsiteX8" fmla="*/ 6436210 w 6439128"/>
              <a:gd name="connsiteY8" fmla="*/ 6938004 h 6938004"/>
              <a:gd name="connsiteX9" fmla="*/ 0 w 6439128"/>
              <a:gd name="connsiteY9" fmla="*/ 6917329 h 6938004"/>
              <a:gd name="connsiteX10" fmla="*/ 0 w 6439128"/>
              <a:gd name="connsiteY10" fmla="*/ 45333 h 6938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39128" h="6938004">
                <a:moveTo>
                  <a:pt x="0" y="45333"/>
                </a:moveTo>
                <a:lnTo>
                  <a:pt x="5934711" y="9785"/>
                </a:lnTo>
                <a:cubicBezTo>
                  <a:pt x="6088172" y="-15510"/>
                  <a:pt x="6301475" y="16372"/>
                  <a:pt x="6439128" y="15091"/>
                </a:cubicBezTo>
                <a:cubicBezTo>
                  <a:pt x="6405025" y="84528"/>
                  <a:pt x="6326034" y="295378"/>
                  <a:pt x="6272793" y="611452"/>
                </a:cubicBezTo>
                <a:cubicBezTo>
                  <a:pt x="6212382" y="971792"/>
                  <a:pt x="6236083" y="1101059"/>
                  <a:pt x="6246770" y="1632108"/>
                </a:cubicBezTo>
                <a:cubicBezTo>
                  <a:pt x="6263710" y="2249923"/>
                  <a:pt x="6288743" y="2867909"/>
                  <a:pt x="6285159" y="3420178"/>
                </a:cubicBezTo>
                <a:cubicBezTo>
                  <a:pt x="6281575" y="3972447"/>
                  <a:pt x="6224777" y="4536621"/>
                  <a:pt x="6225265" y="4945722"/>
                </a:cubicBezTo>
                <a:cubicBezTo>
                  <a:pt x="6225265" y="5025588"/>
                  <a:pt x="6273370" y="5561946"/>
                  <a:pt x="6261890" y="5956483"/>
                </a:cubicBezTo>
                <a:cubicBezTo>
                  <a:pt x="6278755" y="6495084"/>
                  <a:pt x="6321478" y="6523064"/>
                  <a:pt x="6436210" y="6938004"/>
                </a:cubicBezTo>
                <a:lnTo>
                  <a:pt x="0" y="6917329"/>
                </a:lnTo>
                <a:lnTo>
                  <a:pt x="0" y="45333"/>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B18A34-D7EC-B6A8-3D74-638EB82565B4}"/>
              </a:ext>
            </a:extLst>
          </p:cNvPr>
          <p:cNvSpPr>
            <a:spLocks noGrp="1"/>
          </p:cNvSpPr>
          <p:nvPr>
            <p:ph type="title" hasCustomPrompt="1"/>
          </p:nvPr>
        </p:nvSpPr>
        <p:spPr>
          <a:xfrm>
            <a:off x="647700" y="609600"/>
            <a:ext cx="2899682" cy="655617"/>
          </a:xfrm>
        </p:spPr>
        <p:txBody>
          <a:bodyPr>
            <a:noAutofit/>
          </a:bodyPr>
          <a:lstStyle>
            <a:lvl1pPr>
              <a:defRPr sz="2800" b="1">
                <a:solidFill>
                  <a:schemeClr val="bg1"/>
                </a:solidFill>
              </a:defRPr>
            </a:lvl1pPr>
          </a:lstStyle>
          <a:p>
            <a:r>
              <a:rPr lang="en-US"/>
              <a:t>Agenda</a:t>
            </a:r>
          </a:p>
        </p:txBody>
      </p:sp>
      <p:sp>
        <p:nvSpPr>
          <p:cNvPr id="9" name="Text Placeholder 8">
            <a:extLst>
              <a:ext uri="{FF2B5EF4-FFF2-40B4-BE49-F238E27FC236}">
                <a16:creationId xmlns:a16="http://schemas.microsoft.com/office/drawing/2014/main" id="{D7318D30-FF71-EA8A-A3AF-97876FB87A1A}"/>
              </a:ext>
            </a:extLst>
          </p:cNvPr>
          <p:cNvSpPr>
            <a:spLocks noGrp="1"/>
          </p:cNvSpPr>
          <p:nvPr>
            <p:ph type="body" sz="quarter" idx="17" hasCustomPrompt="1"/>
          </p:nvPr>
        </p:nvSpPr>
        <p:spPr>
          <a:xfrm>
            <a:off x="5185194" y="999330"/>
            <a:ext cx="6359106" cy="5210969"/>
          </a:xfrm>
        </p:spPr>
        <p:txBody>
          <a:bodyPr>
            <a:noAutofit/>
          </a:bodyPr>
          <a:lstStyle>
            <a:lvl1pPr marL="457200" indent="-457200">
              <a:spcAft>
                <a:spcPts val="1200"/>
              </a:spcAft>
              <a:buFont typeface="+mj-lt"/>
              <a:buAutoNum type="arabicPeriod"/>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add first agenda item</a:t>
            </a:r>
          </a:p>
          <a:p>
            <a:pPr lvl="0"/>
            <a:r>
              <a:rPr lang="en-US"/>
              <a:t>Click to add second agenda item</a:t>
            </a:r>
          </a:p>
          <a:p>
            <a:pPr lvl="0"/>
            <a:r>
              <a:rPr lang="en-US"/>
              <a:t>Click to add third agenda item</a:t>
            </a:r>
          </a:p>
          <a:p>
            <a:pPr lvl="0"/>
            <a:r>
              <a:rPr lang="en-US"/>
              <a:t>Click to add fourth agenda item</a:t>
            </a:r>
          </a:p>
          <a:p>
            <a:pPr lvl="0"/>
            <a:r>
              <a:rPr lang="en-US"/>
              <a:t>Click to add fifth agenda item</a:t>
            </a:r>
          </a:p>
          <a:p>
            <a:pPr lvl="0"/>
            <a:r>
              <a:rPr lang="en-US"/>
              <a:t>Click to add sixth agenda item</a:t>
            </a:r>
          </a:p>
          <a:p>
            <a:pPr lvl="0"/>
            <a:r>
              <a:rPr lang="en-US"/>
              <a:t>Click to add seventh agenda item</a:t>
            </a:r>
          </a:p>
          <a:p>
            <a:pPr lvl="0"/>
            <a:endParaRPr lang="en-US"/>
          </a:p>
        </p:txBody>
      </p:sp>
      <p:pic>
        <p:nvPicPr>
          <p:cNvPr id="13" name="Picture 12" descr="A black and white logo&#10;&#10;Description automatically generated">
            <a:extLst>
              <a:ext uri="{FF2B5EF4-FFF2-40B4-BE49-F238E27FC236}">
                <a16:creationId xmlns:a16="http://schemas.microsoft.com/office/drawing/2014/main" id="{F9FBE2F5-9890-D9EE-66BD-C0E105A51294}"/>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159" r="-1"/>
          <a:stretch/>
        </p:blipFill>
        <p:spPr>
          <a:xfrm>
            <a:off x="553738" y="6321817"/>
            <a:ext cx="1077219" cy="430204"/>
          </a:xfrm>
          <a:prstGeom prst="rect">
            <a:avLst/>
          </a:prstGeom>
        </p:spPr>
      </p:pic>
      <p:graphicFrame>
        <p:nvGraphicFramePr>
          <p:cNvPr id="3" name="Table 2">
            <a:extLst>
              <a:ext uri="{FF2B5EF4-FFF2-40B4-BE49-F238E27FC236}">
                <a16:creationId xmlns:a16="http://schemas.microsoft.com/office/drawing/2014/main" id="{1F5E7309-9A8B-0A4F-3D47-FBD23C530D2F}"/>
              </a:ext>
            </a:extLst>
          </p:cNvPr>
          <p:cNvGraphicFramePr>
            <a:graphicFrameLocks noGrp="1"/>
          </p:cNvGraphicFramePr>
          <p:nvPr userDrawn="1">
            <p:extLst>
              <p:ext uri="{D42A27DB-BD31-4B8C-83A1-F6EECF244321}">
                <p14:modId xmlns:p14="http://schemas.microsoft.com/office/powerpoint/2010/main" val="2077592814"/>
              </p:ext>
            </p:extLst>
          </p:nvPr>
        </p:nvGraphicFramePr>
        <p:xfrm>
          <a:off x="1667827" y="6497348"/>
          <a:ext cx="1932173" cy="255359"/>
        </p:xfrm>
        <a:graphic>
          <a:graphicData uri="http://schemas.openxmlformats.org/drawingml/2006/table">
            <a:tbl>
              <a:tblPr firstRow="1" bandRow="1">
                <a:tableStyleId>{5C22544A-7EE6-4342-B048-85BDC9FD1C3A}</a:tableStyleId>
              </a:tblPr>
              <a:tblGrid>
                <a:gridCol w="1932173">
                  <a:extLst>
                    <a:ext uri="{9D8B030D-6E8A-4147-A177-3AD203B41FA5}">
                      <a16:colId xmlns:a16="http://schemas.microsoft.com/office/drawing/2014/main" val="1979303119"/>
                    </a:ext>
                  </a:extLst>
                </a:gridCol>
              </a:tblGrid>
              <a:tr h="2553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50" b="0">
                          <a:solidFill>
                            <a:schemeClr val="bg1">
                              <a:lumMod val="50000"/>
                            </a:schemeClr>
                          </a:solidFill>
                        </a:rPr>
                        <a:t>© EMS LINQ, LLC. All rights reserved. </a:t>
                      </a:r>
                    </a:p>
                  </a:txBody>
                  <a:tcPr>
                    <a:lnL w="12700" cmpd="sng">
                      <a:noFill/>
                    </a:lnL>
                    <a:lnR w="12700" cmpd="sng">
                      <a:noFill/>
                    </a:lnR>
                    <a:lnT w="12700" cmpd="sng">
                      <a:noFill/>
                    </a:lnT>
                    <a:lnB w="38100" cmpd="sng">
                      <a:noFill/>
                    </a:lnB>
                    <a:noFill/>
                  </a:tcPr>
                </a:tc>
                <a:extLst>
                  <a:ext uri="{0D108BD9-81ED-4DB2-BD59-A6C34878D82A}">
                    <a16:rowId xmlns:a16="http://schemas.microsoft.com/office/drawing/2014/main" val="1911493861"/>
                  </a:ext>
                </a:extLst>
              </a:tr>
            </a:tbl>
          </a:graphicData>
        </a:graphic>
      </p:graphicFrame>
      <p:sp>
        <p:nvSpPr>
          <p:cNvPr id="8" name="Slide Number Placeholder 7">
            <a:extLst>
              <a:ext uri="{FF2B5EF4-FFF2-40B4-BE49-F238E27FC236}">
                <a16:creationId xmlns:a16="http://schemas.microsoft.com/office/drawing/2014/main" id="{58737EF9-0A48-32B3-B4B1-F35EDDC2CCF1}"/>
              </a:ext>
            </a:extLst>
          </p:cNvPr>
          <p:cNvSpPr>
            <a:spLocks noGrp="1"/>
          </p:cNvSpPr>
          <p:nvPr>
            <p:ph type="sldNum" sz="quarter" idx="18"/>
          </p:nvPr>
        </p:nvSpPr>
        <p:spPr/>
        <p:txBody>
          <a:bodyPr/>
          <a:lstStyle/>
          <a:p>
            <a:fld id="{F71C0B42-4AEE-41DE-B077-4156AA01E9D4}" type="slidenum">
              <a:rPr lang="en-US" smtClean="0"/>
              <a:pPr/>
              <a:t>‹#›</a:t>
            </a:fld>
            <a:endParaRPr lang="en-US"/>
          </a:p>
        </p:txBody>
      </p:sp>
    </p:spTree>
    <p:extLst>
      <p:ext uri="{BB962C8B-B14F-4D97-AF65-F5344CB8AC3E}">
        <p14:creationId xmlns:p14="http://schemas.microsoft.com/office/powerpoint/2010/main" val="7208449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picture agenda">
    <p:bg>
      <p:bgPr>
        <a:solidFill>
          <a:schemeClr val="bg1"/>
        </a:solidFill>
        <a:effectLst/>
      </p:bgPr>
    </p:bg>
    <p:spTree>
      <p:nvGrpSpPr>
        <p:cNvPr id="1" name=""/>
        <p:cNvGrpSpPr/>
        <p:nvPr/>
      </p:nvGrpSpPr>
      <p:grpSpPr>
        <a:xfrm>
          <a:off x="0" y="0"/>
          <a:ext cx="0" cy="0"/>
          <a:chOff x="0" y="0"/>
          <a:chExt cx="0" cy="0"/>
        </a:xfrm>
      </p:grpSpPr>
      <p:sp>
        <p:nvSpPr>
          <p:cNvPr id="3" name="Picture Placeholder 22">
            <a:extLst>
              <a:ext uri="{FF2B5EF4-FFF2-40B4-BE49-F238E27FC236}">
                <a16:creationId xmlns:a16="http://schemas.microsoft.com/office/drawing/2014/main" id="{5FCB578D-487C-A164-8A53-2699C719C194}"/>
              </a:ext>
            </a:extLst>
          </p:cNvPr>
          <p:cNvSpPr>
            <a:spLocks noGrp="1"/>
          </p:cNvSpPr>
          <p:nvPr>
            <p:ph type="pic" sz="quarter" idx="13" hasCustomPrompt="1"/>
          </p:nvPr>
        </p:nvSpPr>
        <p:spPr>
          <a:xfrm>
            <a:off x="147331" y="215262"/>
            <a:ext cx="3853169" cy="5985187"/>
          </a:xfrm>
          <a:custGeom>
            <a:avLst/>
            <a:gdLst>
              <a:gd name="connsiteX0" fmla="*/ 0 w 3792538"/>
              <a:gd name="connsiteY0" fmla="*/ 0 h 4849812"/>
              <a:gd name="connsiteX1" fmla="*/ 3792538 w 3792538"/>
              <a:gd name="connsiteY1" fmla="*/ 0 h 4849812"/>
              <a:gd name="connsiteX2" fmla="*/ 3792538 w 3792538"/>
              <a:gd name="connsiteY2" fmla="*/ 4849812 h 4849812"/>
              <a:gd name="connsiteX3" fmla="*/ 0 w 3792538"/>
              <a:gd name="connsiteY3" fmla="*/ 4849812 h 4849812"/>
              <a:gd name="connsiteX4" fmla="*/ 0 w 3792538"/>
              <a:gd name="connsiteY4" fmla="*/ 0 h 4849812"/>
              <a:gd name="connsiteX0" fmla="*/ 175365 w 3792538"/>
              <a:gd name="connsiteY0" fmla="*/ 187891 h 4849812"/>
              <a:gd name="connsiteX1" fmla="*/ 3792538 w 3792538"/>
              <a:gd name="connsiteY1" fmla="*/ 0 h 4849812"/>
              <a:gd name="connsiteX2" fmla="*/ 3792538 w 3792538"/>
              <a:gd name="connsiteY2" fmla="*/ 4849812 h 4849812"/>
              <a:gd name="connsiteX3" fmla="*/ 0 w 3792538"/>
              <a:gd name="connsiteY3" fmla="*/ 4849812 h 4849812"/>
              <a:gd name="connsiteX4" fmla="*/ 175365 w 3792538"/>
              <a:gd name="connsiteY4" fmla="*/ 187891 h 4849812"/>
              <a:gd name="connsiteX0" fmla="*/ 175365 w 3792538"/>
              <a:gd name="connsiteY0" fmla="*/ 254121 h 4916042"/>
              <a:gd name="connsiteX1" fmla="*/ 3792538 w 3792538"/>
              <a:gd name="connsiteY1" fmla="*/ 66230 h 4916042"/>
              <a:gd name="connsiteX2" fmla="*/ 3792538 w 3792538"/>
              <a:gd name="connsiteY2" fmla="*/ 4916042 h 4916042"/>
              <a:gd name="connsiteX3" fmla="*/ 0 w 3792538"/>
              <a:gd name="connsiteY3" fmla="*/ 4916042 h 4916042"/>
              <a:gd name="connsiteX4" fmla="*/ 175365 w 3792538"/>
              <a:gd name="connsiteY4" fmla="*/ 254121 h 4916042"/>
              <a:gd name="connsiteX0" fmla="*/ 186614 w 3803787"/>
              <a:gd name="connsiteY0" fmla="*/ 254121 h 4916042"/>
              <a:gd name="connsiteX1" fmla="*/ 3803787 w 3803787"/>
              <a:gd name="connsiteY1" fmla="*/ 66230 h 4916042"/>
              <a:gd name="connsiteX2" fmla="*/ 3803787 w 3803787"/>
              <a:gd name="connsiteY2" fmla="*/ 4916042 h 4916042"/>
              <a:gd name="connsiteX3" fmla="*/ 11249 w 3803787"/>
              <a:gd name="connsiteY3" fmla="*/ 4916042 h 4916042"/>
              <a:gd name="connsiteX4" fmla="*/ 186614 w 3803787"/>
              <a:gd name="connsiteY4" fmla="*/ 254121 h 4916042"/>
              <a:gd name="connsiteX0" fmla="*/ 90495 w 3707668"/>
              <a:gd name="connsiteY0" fmla="*/ 254121 h 4916042"/>
              <a:gd name="connsiteX1" fmla="*/ 3707668 w 3707668"/>
              <a:gd name="connsiteY1" fmla="*/ 66230 h 4916042"/>
              <a:gd name="connsiteX2" fmla="*/ 3707668 w 3707668"/>
              <a:gd name="connsiteY2" fmla="*/ 4916042 h 4916042"/>
              <a:gd name="connsiteX3" fmla="*/ 353541 w 3707668"/>
              <a:gd name="connsiteY3" fmla="*/ 4916042 h 4916042"/>
              <a:gd name="connsiteX4" fmla="*/ 90495 w 3707668"/>
              <a:gd name="connsiteY4" fmla="*/ 254121 h 4916042"/>
              <a:gd name="connsiteX0" fmla="*/ 191817 w 3808990"/>
              <a:gd name="connsiteY0" fmla="*/ 254121 h 4916042"/>
              <a:gd name="connsiteX1" fmla="*/ 3808990 w 3808990"/>
              <a:gd name="connsiteY1" fmla="*/ 66230 h 4916042"/>
              <a:gd name="connsiteX2" fmla="*/ 3808990 w 3808990"/>
              <a:gd name="connsiteY2" fmla="*/ 4916042 h 4916042"/>
              <a:gd name="connsiteX3" fmla="*/ 454863 w 3808990"/>
              <a:gd name="connsiteY3" fmla="*/ 4916042 h 4916042"/>
              <a:gd name="connsiteX4" fmla="*/ 191817 w 3808990"/>
              <a:gd name="connsiteY4" fmla="*/ 254121 h 4916042"/>
              <a:gd name="connsiteX0" fmla="*/ 191817 w 3808990"/>
              <a:gd name="connsiteY0" fmla="*/ 254121 h 5099757"/>
              <a:gd name="connsiteX1" fmla="*/ 3808990 w 3808990"/>
              <a:gd name="connsiteY1" fmla="*/ 66230 h 5099757"/>
              <a:gd name="connsiteX2" fmla="*/ 3808990 w 3808990"/>
              <a:gd name="connsiteY2" fmla="*/ 4916042 h 5099757"/>
              <a:gd name="connsiteX3" fmla="*/ 454863 w 3808990"/>
              <a:gd name="connsiteY3" fmla="*/ 4916042 h 5099757"/>
              <a:gd name="connsiteX4" fmla="*/ 191817 w 3808990"/>
              <a:gd name="connsiteY4" fmla="*/ 254121 h 5099757"/>
              <a:gd name="connsiteX0" fmla="*/ 191817 w 3808990"/>
              <a:gd name="connsiteY0" fmla="*/ 254121 h 5103061"/>
              <a:gd name="connsiteX1" fmla="*/ 3808990 w 3808990"/>
              <a:gd name="connsiteY1" fmla="*/ 66230 h 5103061"/>
              <a:gd name="connsiteX2" fmla="*/ 3596047 w 3808990"/>
              <a:gd name="connsiteY2" fmla="*/ 4928568 h 5103061"/>
              <a:gd name="connsiteX3" fmla="*/ 454863 w 3808990"/>
              <a:gd name="connsiteY3" fmla="*/ 4916042 h 5103061"/>
              <a:gd name="connsiteX4" fmla="*/ 191817 w 3808990"/>
              <a:gd name="connsiteY4" fmla="*/ 254121 h 5103061"/>
              <a:gd name="connsiteX0" fmla="*/ 191817 w 3808990"/>
              <a:gd name="connsiteY0" fmla="*/ 254121 h 5218251"/>
              <a:gd name="connsiteX1" fmla="*/ 3808990 w 3808990"/>
              <a:gd name="connsiteY1" fmla="*/ 66230 h 5218251"/>
              <a:gd name="connsiteX2" fmla="*/ 3596047 w 3808990"/>
              <a:gd name="connsiteY2" fmla="*/ 4928568 h 5218251"/>
              <a:gd name="connsiteX3" fmla="*/ 454863 w 3808990"/>
              <a:gd name="connsiteY3" fmla="*/ 4916042 h 5218251"/>
              <a:gd name="connsiteX4" fmla="*/ 191817 w 3808990"/>
              <a:gd name="connsiteY4" fmla="*/ 254121 h 5218251"/>
              <a:gd name="connsiteX0" fmla="*/ 191817 w 3860878"/>
              <a:gd name="connsiteY0" fmla="*/ 254121 h 5218251"/>
              <a:gd name="connsiteX1" fmla="*/ 3808990 w 3860878"/>
              <a:gd name="connsiteY1" fmla="*/ 66230 h 5218251"/>
              <a:gd name="connsiteX2" fmla="*/ 3596047 w 3860878"/>
              <a:gd name="connsiteY2" fmla="*/ 4928568 h 5218251"/>
              <a:gd name="connsiteX3" fmla="*/ 454863 w 3860878"/>
              <a:gd name="connsiteY3" fmla="*/ 4916042 h 5218251"/>
              <a:gd name="connsiteX4" fmla="*/ 191817 w 3860878"/>
              <a:gd name="connsiteY4" fmla="*/ 254121 h 5218251"/>
              <a:gd name="connsiteX0" fmla="*/ 191817 w 3799284"/>
              <a:gd name="connsiteY0" fmla="*/ 207404 h 5171534"/>
              <a:gd name="connsiteX1" fmla="*/ 3608573 w 3799284"/>
              <a:gd name="connsiteY1" fmla="*/ 169825 h 5171534"/>
              <a:gd name="connsiteX2" fmla="*/ 3596047 w 3799284"/>
              <a:gd name="connsiteY2" fmla="*/ 4881851 h 5171534"/>
              <a:gd name="connsiteX3" fmla="*/ 454863 w 3799284"/>
              <a:gd name="connsiteY3" fmla="*/ 4869325 h 5171534"/>
              <a:gd name="connsiteX4" fmla="*/ 191817 w 3799284"/>
              <a:gd name="connsiteY4" fmla="*/ 207404 h 5171534"/>
              <a:gd name="connsiteX0" fmla="*/ 191817 w 3799284"/>
              <a:gd name="connsiteY0" fmla="*/ 361834 h 5325964"/>
              <a:gd name="connsiteX1" fmla="*/ 3608573 w 3799284"/>
              <a:gd name="connsiteY1" fmla="*/ 324255 h 5325964"/>
              <a:gd name="connsiteX2" fmla="*/ 3596047 w 3799284"/>
              <a:gd name="connsiteY2" fmla="*/ 5036281 h 5325964"/>
              <a:gd name="connsiteX3" fmla="*/ 454863 w 3799284"/>
              <a:gd name="connsiteY3" fmla="*/ 5023755 h 5325964"/>
              <a:gd name="connsiteX4" fmla="*/ 191817 w 3799284"/>
              <a:gd name="connsiteY4" fmla="*/ 361834 h 5325964"/>
              <a:gd name="connsiteX0" fmla="*/ 191817 w 3884556"/>
              <a:gd name="connsiteY0" fmla="*/ 361834 h 5325964"/>
              <a:gd name="connsiteX1" fmla="*/ 3608573 w 3884556"/>
              <a:gd name="connsiteY1" fmla="*/ 324255 h 5325964"/>
              <a:gd name="connsiteX2" fmla="*/ 3596047 w 3884556"/>
              <a:gd name="connsiteY2" fmla="*/ 5036281 h 5325964"/>
              <a:gd name="connsiteX3" fmla="*/ 454863 w 3884556"/>
              <a:gd name="connsiteY3" fmla="*/ 5023755 h 5325964"/>
              <a:gd name="connsiteX4" fmla="*/ 191817 w 3884556"/>
              <a:gd name="connsiteY4" fmla="*/ 361834 h 5325964"/>
              <a:gd name="connsiteX0" fmla="*/ 191817 w 3855754"/>
              <a:gd name="connsiteY0" fmla="*/ 361834 h 5726890"/>
              <a:gd name="connsiteX1" fmla="*/ 3608573 w 3855754"/>
              <a:gd name="connsiteY1" fmla="*/ 324255 h 5726890"/>
              <a:gd name="connsiteX2" fmla="*/ 3545943 w 3855754"/>
              <a:gd name="connsiteY2" fmla="*/ 5599952 h 5726890"/>
              <a:gd name="connsiteX3" fmla="*/ 454863 w 3855754"/>
              <a:gd name="connsiteY3" fmla="*/ 5023755 h 5726890"/>
              <a:gd name="connsiteX4" fmla="*/ 191817 w 3855754"/>
              <a:gd name="connsiteY4" fmla="*/ 361834 h 5726890"/>
              <a:gd name="connsiteX0" fmla="*/ 259947 w 3923884"/>
              <a:gd name="connsiteY0" fmla="*/ 361834 h 5838594"/>
              <a:gd name="connsiteX1" fmla="*/ 3676703 w 3923884"/>
              <a:gd name="connsiteY1" fmla="*/ 324255 h 5838594"/>
              <a:gd name="connsiteX2" fmla="*/ 3614073 w 3923884"/>
              <a:gd name="connsiteY2" fmla="*/ 5599952 h 5838594"/>
              <a:gd name="connsiteX3" fmla="*/ 360155 w 3923884"/>
              <a:gd name="connsiteY3" fmla="*/ 5474692 h 5838594"/>
              <a:gd name="connsiteX4" fmla="*/ 259947 w 3923884"/>
              <a:gd name="connsiteY4" fmla="*/ 361834 h 5838594"/>
              <a:gd name="connsiteX0" fmla="*/ 215634 w 3879571"/>
              <a:gd name="connsiteY0" fmla="*/ 361834 h 5838594"/>
              <a:gd name="connsiteX1" fmla="*/ 3632390 w 3879571"/>
              <a:gd name="connsiteY1" fmla="*/ 324255 h 5838594"/>
              <a:gd name="connsiteX2" fmla="*/ 3569760 w 3879571"/>
              <a:gd name="connsiteY2" fmla="*/ 5599952 h 5838594"/>
              <a:gd name="connsiteX3" fmla="*/ 315842 w 3879571"/>
              <a:gd name="connsiteY3" fmla="*/ 5474692 h 5838594"/>
              <a:gd name="connsiteX4" fmla="*/ 215634 w 3879571"/>
              <a:gd name="connsiteY4" fmla="*/ 361834 h 5838594"/>
              <a:gd name="connsiteX0" fmla="*/ 215634 w 3879571"/>
              <a:gd name="connsiteY0" fmla="*/ 361834 h 5811994"/>
              <a:gd name="connsiteX1" fmla="*/ 3632390 w 3879571"/>
              <a:gd name="connsiteY1" fmla="*/ 324255 h 5811994"/>
              <a:gd name="connsiteX2" fmla="*/ 3569760 w 3879571"/>
              <a:gd name="connsiteY2" fmla="*/ 5599952 h 5811994"/>
              <a:gd name="connsiteX3" fmla="*/ 315842 w 3879571"/>
              <a:gd name="connsiteY3" fmla="*/ 5474692 h 5811994"/>
              <a:gd name="connsiteX4" fmla="*/ 215634 w 3879571"/>
              <a:gd name="connsiteY4" fmla="*/ 361834 h 5811994"/>
              <a:gd name="connsiteX0" fmla="*/ 215634 w 3859822"/>
              <a:gd name="connsiteY0" fmla="*/ 361834 h 5811994"/>
              <a:gd name="connsiteX1" fmla="*/ 3632390 w 3859822"/>
              <a:gd name="connsiteY1" fmla="*/ 324255 h 5811994"/>
              <a:gd name="connsiteX2" fmla="*/ 3569760 w 3859822"/>
              <a:gd name="connsiteY2" fmla="*/ 5599952 h 5811994"/>
              <a:gd name="connsiteX3" fmla="*/ 315842 w 3859822"/>
              <a:gd name="connsiteY3" fmla="*/ 5474692 h 5811994"/>
              <a:gd name="connsiteX4" fmla="*/ 215634 w 3859822"/>
              <a:gd name="connsiteY4" fmla="*/ 361834 h 5811994"/>
              <a:gd name="connsiteX0" fmla="*/ 215634 w 3859822"/>
              <a:gd name="connsiteY0" fmla="*/ 390006 h 5840166"/>
              <a:gd name="connsiteX1" fmla="*/ 3632390 w 3859822"/>
              <a:gd name="connsiteY1" fmla="*/ 352427 h 5840166"/>
              <a:gd name="connsiteX2" fmla="*/ 3569760 w 3859822"/>
              <a:gd name="connsiteY2" fmla="*/ 5628124 h 5840166"/>
              <a:gd name="connsiteX3" fmla="*/ 315842 w 3859822"/>
              <a:gd name="connsiteY3" fmla="*/ 5502864 h 5840166"/>
              <a:gd name="connsiteX4" fmla="*/ 215634 w 3859822"/>
              <a:gd name="connsiteY4" fmla="*/ 390006 h 5840166"/>
              <a:gd name="connsiteX0" fmla="*/ 215634 w 3859822"/>
              <a:gd name="connsiteY0" fmla="*/ 452210 h 5902370"/>
              <a:gd name="connsiteX1" fmla="*/ 3632390 w 3859822"/>
              <a:gd name="connsiteY1" fmla="*/ 414631 h 5902370"/>
              <a:gd name="connsiteX2" fmla="*/ 3569760 w 3859822"/>
              <a:gd name="connsiteY2" fmla="*/ 5690328 h 5902370"/>
              <a:gd name="connsiteX3" fmla="*/ 315842 w 3859822"/>
              <a:gd name="connsiteY3" fmla="*/ 5565068 h 5902370"/>
              <a:gd name="connsiteX4" fmla="*/ 215634 w 3859822"/>
              <a:gd name="connsiteY4" fmla="*/ 452210 h 5902370"/>
              <a:gd name="connsiteX0" fmla="*/ 228420 w 3872608"/>
              <a:gd name="connsiteY0" fmla="*/ 452210 h 5902370"/>
              <a:gd name="connsiteX1" fmla="*/ 3645176 w 3872608"/>
              <a:gd name="connsiteY1" fmla="*/ 414631 h 5902370"/>
              <a:gd name="connsiteX2" fmla="*/ 3582546 w 3872608"/>
              <a:gd name="connsiteY2" fmla="*/ 5690328 h 5902370"/>
              <a:gd name="connsiteX3" fmla="*/ 328628 w 3872608"/>
              <a:gd name="connsiteY3" fmla="*/ 5565068 h 5902370"/>
              <a:gd name="connsiteX4" fmla="*/ 228420 w 3872608"/>
              <a:gd name="connsiteY4" fmla="*/ 452210 h 5902370"/>
              <a:gd name="connsiteX0" fmla="*/ 228420 w 3872608"/>
              <a:gd name="connsiteY0" fmla="*/ 452210 h 5863850"/>
              <a:gd name="connsiteX1" fmla="*/ 3645176 w 3872608"/>
              <a:gd name="connsiteY1" fmla="*/ 414631 h 5863850"/>
              <a:gd name="connsiteX2" fmla="*/ 3582546 w 3872608"/>
              <a:gd name="connsiteY2" fmla="*/ 5690328 h 5863850"/>
              <a:gd name="connsiteX3" fmla="*/ 328628 w 3872608"/>
              <a:gd name="connsiteY3" fmla="*/ 5565068 h 5863850"/>
              <a:gd name="connsiteX4" fmla="*/ 228420 w 3872608"/>
              <a:gd name="connsiteY4" fmla="*/ 452210 h 5863850"/>
              <a:gd name="connsiteX0" fmla="*/ 212338 w 3856526"/>
              <a:gd name="connsiteY0" fmla="*/ 452210 h 5878025"/>
              <a:gd name="connsiteX1" fmla="*/ 3629094 w 3856526"/>
              <a:gd name="connsiteY1" fmla="*/ 414631 h 5878025"/>
              <a:gd name="connsiteX2" fmla="*/ 3566464 w 3856526"/>
              <a:gd name="connsiteY2" fmla="*/ 5690328 h 5878025"/>
              <a:gd name="connsiteX3" fmla="*/ 350124 w 3856526"/>
              <a:gd name="connsiteY3" fmla="*/ 5615172 h 5878025"/>
              <a:gd name="connsiteX4" fmla="*/ 212338 w 3856526"/>
              <a:gd name="connsiteY4" fmla="*/ 452210 h 5878025"/>
              <a:gd name="connsiteX0" fmla="*/ 212338 w 3920024"/>
              <a:gd name="connsiteY0" fmla="*/ 452210 h 5878025"/>
              <a:gd name="connsiteX1" fmla="*/ 3629094 w 3920024"/>
              <a:gd name="connsiteY1" fmla="*/ 414631 h 5878025"/>
              <a:gd name="connsiteX2" fmla="*/ 3566464 w 3920024"/>
              <a:gd name="connsiteY2" fmla="*/ 5690328 h 5878025"/>
              <a:gd name="connsiteX3" fmla="*/ 350124 w 3920024"/>
              <a:gd name="connsiteY3" fmla="*/ 5615172 h 5878025"/>
              <a:gd name="connsiteX4" fmla="*/ 212338 w 3920024"/>
              <a:gd name="connsiteY4" fmla="*/ 452210 h 5878025"/>
              <a:gd name="connsiteX0" fmla="*/ 212338 w 3907835"/>
              <a:gd name="connsiteY0" fmla="*/ 452210 h 5885396"/>
              <a:gd name="connsiteX1" fmla="*/ 3629094 w 3907835"/>
              <a:gd name="connsiteY1" fmla="*/ 414631 h 5885396"/>
              <a:gd name="connsiteX2" fmla="*/ 3545443 w 3907835"/>
              <a:gd name="connsiteY2" fmla="*/ 5700839 h 5885396"/>
              <a:gd name="connsiteX3" fmla="*/ 350124 w 3907835"/>
              <a:gd name="connsiteY3" fmla="*/ 5615172 h 5885396"/>
              <a:gd name="connsiteX4" fmla="*/ 212338 w 3907835"/>
              <a:gd name="connsiteY4" fmla="*/ 452210 h 5885396"/>
              <a:gd name="connsiteX0" fmla="*/ 212338 w 3907835"/>
              <a:gd name="connsiteY0" fmla="*/ 452210 h 5885396"/>
              <a:gd name="connsiteX1" fmla="*/ 3629094 w 3907835"/>
              <a:gd name="connsiteY1" fmla="*/ 414631 h 5885396"/>
              <a:gd name="connsiteX2" fmla="*/ 3545443 w 3907835"/>
              <a:gd name="connsiteY2" fmla="*/ 5700839 h 5885396"/>
              <a:gd name="connsiteX3" fmla="*/ 350124 w 3907835"/>
              <a:gd name="connsiteY3" fmla="*/ 5615172 h 5885396"/>
              <a:gd name="connsiteX4" fmla="*/ 212338 w 3907835"/>
              <a:gd name="connsiteY4" fmla="*/ 452210 h 5885396"/>
              <a:gd name="connsiteX0" fmla="*/ 212338 w 3998908"/>
              <a:gd name="connsiteY0" fmla="*/ 452210 h 5885396"/>
              <a:gd name="connsiteX1" fmla="*/ 3629094 w 3998908"/>
              <a:gd name="connsiteY1" fmla="*/ 414631 h 5885396"/>
              <a:gd name="connsiteX2" fmla="*/ 3896515 w 3998908"/>
              <a:gd name="connsiteY2" fmla="*/ 4225341 h 5885396"/>
              <a:gd name="connsiteX3" fmla="*/ 3545443 w 3998908"/>
              <a:gd name="connsiteY3" fmla="*/ 5700839 h 5885396"/>
              <a:gd name="connsiteX4" fmla="*/ 350124 w 3998908"/>
              <a:gd name="connsiteY4" fmla="*/ 5615172 h 5885396"/>
              <a:gd name="connsiteX5" fmla="*/ 212338 w 3998908"/>
              <a:gd name="connsiteY5" fmla="*/ 452210 h 5885396"/>
              <a:gd name="connsiteX0" fmla="*/ 212338 w 3998908"/>
              <a:gd name="connsiteY0" fmla="*/ 452210 h 5885396"/>
              <a:gd name="connsiteX1" fmla="*/ 3629094 w 3998908"/>
              <a:gd name="connsiteY1" fmla="*/ 414631 h 5885396"/>
              <a:gd name="connsiteX2" fmla="*/ 3896515 w 3998908"/>
              <a:gd name="connsiteY2" fmla="*/ 4225341 h 5885396"/>
              <a:gd name="connsiteX3" fmla="*/ 3545443 w 3998908"/>
              <a:gd name="connsiteY3" fmla="*/ 5700839 h 5885396"/>
              <a:gd name="connsiteX4" fmla="*/ 350124 w 3998908"/>
              <a:gd name="connsiteY4" fmla="*/ 5615172 h 5885396"/>
              <a:gd name="connsiteX5" fmla="*/ 212338 w 3998908"/>
              <a:gd name="connsiteY5" fmla="*/ 452210 h 5885396"/>
              <a:gd name="connsiteX0" fmla="*/ 212338 w 4067095"/>
              <a:gd name="connsiteY0" fmla="*/ 452210 h 5885396"/>
              <a:gd name="connsiteX1" fmla="*/ 3629094 w 4067095"/>
              <a:gd name="connsiteY1" fmla="*/ 414631 h 5885396"/>
              <a:gd name="connsiteX2" fmla="*/ 4022640 w 4067095"/>
              <a:gd name="connsiteY2" fmla="*/ 3405534 h 5885396"/>
              <a:gd name="connsiteX3" fmla="*/ 3545443 w 4067095"/>
              <a:gd name="connsiteY3" fmla="*/ 5700839 h 5885396"/>
              <a:gd name="connsiteX4" fmla="*/ 350124 w 4067095"/>
              <a:gd name="connsiteY4" fmla="*/ 5615172 h 5885396"/>
              <a:gd name="connsiteX5" fmla="*/ 212338 w 4067095"/>
              <a:gd name="connsiteY5" fmla="*/ 452210 h 5885396"/>
              <a:gd name="connsiteX0" fmla="*/ 212338 w 4067095"/>
              <a:gd name="connsiteY0" fmla="*/ 435757 h 5868943"/>
              <a:gd name="connsiteX1" fmla="*/ 3629094 w 4067095"/>
              <a:gd name="connsiteY1" fmla="*/ 398178 h 5868943"/>
              <a:gd name="connsiteX2" fmla="*/ 4022640 w 4067095"/>
              <a:gd name="connsiteY2" fmla="*/ 3389081 h 5868943"/>
              <a:gd name="connsiteX3" fmla="*/ 3545443 w 4067095"/>
              <a:gd name="connsiteY3" fmla="*/ 5684386 h 5868943"/>
              <a:gd name="connsiteX4" fmla="*/ 350124 w 4067095"/>
              <a:gd name="connsiteY4" fmla="*/ 5598719 h 5868943"/>
              <a:gd name="connsiteX5" fmla="*/ 212338 w 4067095"/>
              <a:gd name="connsiteY5" fmla="*/ 435757 h 5868943"/>
              <a:gd name="connsiteX0" fmla="*/ 212338 w 4033672"/>
              <a:gd name="connsiteY0" fmla="*/ 482502 h 5915688"/>
              <a:gd name="connsiteX1" fmla="*/ 3502970 w 4033672"/>
              <a:gd name="connsiteY1" fmla="*/ 360840 h 5915688"/>
              <a:gd name="connsiteX2" fmla="*/ 4022640 w 4033672"/>
              <a:gd name="connsiteY2" fmla="*/ 3435826 h 5915688"/>
              <a:gd name="connsiteX3" fmla="*/ 3545443 w 4033672"/>
              <a:gd name="connsiteY3" fmla="*/ 5731131 h 5915688"/>
              <a:gd name="connsiteX4" fmla="*/ 350124 w 4033672"/>
              <a:gd name="connsiteY4" fmla="*/ 5645464 h 5915688"/>
              <a:gd name="connsiteX5" fmla="*/ 212338 w 4033672"/>
              <a:gd name="connsiteY5" fmla="*/ 482502 h 5915688"/>
              <a:gd name="connsiteX0" fmla="*/ 212338 w 3999676"/>
              <a:gd name="connsiteY0" fmla="*/ 482502 h 5915688"/>
              <a:gd name="connsiteX1" fmla="*/ 3502970 w 3999676"/>
              <a:gd name="connsiteY1" fmla="*/ 360840 h 5915688"/>
              <a:gd name="connsiteX2" fmla="*/ 3980599 w 3999676"/>
              <a:gd name="connsiteY2" fmla="*/ 3477867 h 5915688"/>
              <a:gd name="connsiteX3" fmla="*/ 3545443 w 3999676"/>
              <a:gd name="connsiteY3" fmla="*/ 5731131 h 5915688"/>
              <a:gd name="connsiteX4" fmla="*/ 350124 w 3999676"/>
              <a:gd name="connsiteY4" fmla="*/ 5645464 h 5915688"/>
              <a:gd name="connsiteX5" fmla="*/ 212338 w 3999676"/>
              <a:gd name="connsiteY5" fmla="*/ 482502 h 5915688"/>
              <a:gd name="connsiteX0" fmla="*/ 212338 w 3999676"/>
              <a:gd name="connsiteY0" fmla="*/ 482502 h 5961719"/>
              <a:gd name="connsiteX1" fmla="*/ 3502970 w 3999676"/>
              <a:gd name="connsiteY1" fmla="*/ 360840 h 5961719"/>
              <a:gd name="connsiteX2" fmla="*/ 3980599 w 3999676"/>
              <a:gd name="connsiteY2" fmla="*/ 3477867 h 5961719"/>
              <a:gd name="connsiteX3" fmla="*/ 3398299 w 3999676"/>
              <a:gd name="connsiteY3" fmla="*/ 5794193 h 5961719"/>
              <a:gd name="connsiteX4" fmla="*/ 350124 w 3999676"/>
              <a:gd name="connsiteY4" fmla="*/ 5645464 h 5961719"/>
              <a:gd name="connsiteX5" fmla="*/ 212338 w 3999676"/>
              <a:gd name="connsiteY5" fmla="*/ 482502 h 5961719"/>
              <a:gd name="connsiteX0" fmla="*/ 212338 w 4004331"/>
              <a:gd name="connsiteY0" fmla="*/ 482502 h 5961719"/>
              <a:gd name="connsiteX1" fmla="*/ 3502970 w 4004331"/>
              <a:gd name="connsiteY1" fmla="*/ 360840 h 5961719"/>
              <a:gd name="connsiteX2" fmla="*/ 3980599 w 4004331"/>
              <a:gd name="connsiteY2" fmla="*/ 3477867 h 5961719"/>
              <a:gd name="connsiteX3" fmla="*/ 3398299 w 4004331"/>
              <a:gd name="connsiteY3" fmla="*/ 5794193 h 5961719"/>
              <a:gd name="connsiteX4" fmla="*/ 350124 w 4004331"/>
              <a:gd name="connsiteY4" fmla="*/ 5645464 h 5961719"/>
              <a:gd name="connsiteX5" fmla="*/ 212338 w 4004331"/>
              <a:gd name="connsiteY5" fmla="*/ 482502 h 5961719"/>
              <a:gd name="connsiteX0" fmla="*/ 255853 w 4047846"/>
              <a:gd name="connsiteY0" fmla="*/ 482502 h 5961719"/>
              <a:gd name="connsiteX1" fmla="*/ 3546485 w 4047846"/>
              <a:gd name="connsiteY1" fmla="*/ 360840 h 5961719"/>
              <a:gd name="connsiteX2" fmla="*/ 4024114 w 4047846"/>
              <a:gd name="connsiteY2" fmla="*/ 3477867 h 5961719"/>
              <a:gd name="connsiteX3" fmla="*/ 3441814 w 4047846"/>
              <a:gd name="connsiteY3" fmla="*/ 5794193 h 5961719"/>
              <a:gd name="connsiteX4" fmla="*/ 393639 w 4047846"/>
              <a:gd name="connsiteY4" fmla="*/ 5645464 h 5961719"/>
              <a:gd name="connsiteX5" fmla="*/ 255853 w 4047846"/>
              <a:gd name="connsiteY5" fmla="*/ 482502 h 5961719"/>
              <a:gd name="connsiteX0" fmla="*/ 255853 w 4033005"/>
              <a:gd name="connsiteY0" fmla="*/ 520546 h 5999763"/>
              <a:gd name="connsiteX1" fmla="*/ 3451892 w 4033005"/>
              <a:gd name="connsiteY1" fmla="*/ 335822 h 5999763"/>
              <a:gd name="connsiteX2" fmla="*/ 4024114 w 4033005"/>
              <a:gd name="connsiteY2" fmla="*/ 3515911 h 5999763"/>
              <a:gd name="connsiteX3" fmla="*/ 3441814 w 4033005"/>
              <a:gd name="connsiteY3" fmla="*/ 5832237 h 5999763"/>
              <a:gd name="connsiteX4" fmla="*/ 393639 w 4033005"/>
              <a:gd name="connsiteY4" fmla="*/ 5683508 h 5999763"/>
              <a:gd name="connsiteX5" fmla="*/ 255853 w 4033005"/>
              <a:gd name="connsiteY5" fmla="*/ 520546 h 5999763"/>
              <a:gd name="connsiteX0" fmla="*/ 255853 w 4033005"/>
              <a:gd name="connsiteY0" fmla="*/ 520546 h 6016518"/>
              <a:gd name="connsiteX1" fmla="*/ 3451892 w 4033005"/>
              <a:gd name="connsiteY1" fmla="*/ 335822 h 6016518"/>
              <a:gd name="connsiteX2" fmla="*/ 4024114 w 4033005"/>
              <a:gd name="connsiteY2" fmla="*/ 3515911 h 6016518"/>
              <a:gd name="connsiteX3" fmla="*/ 3441814 w 4033005"/>
              <a:gd name="connsiteY3" fmla="*/ 5832237 h 6016518"/>
              <a:gd name="connsiteX4" fmla="*/ 393639 w 4033005"/>
              <a:gd name="connsiteY4" fmla="*/ 5683508 h 6016518"/>
              <a:gd name="connsiteX5" fmla="*/ 255853 w 4033005"/>
              <a:gd name="connsiteY5" fmla="*/ 520546 h 6016518"/>
              <a:gd name="connsiteX0" fmla="*/ 255853 w 4033005"/>
              <a:gd name="connsiteY0" fmla="*/ 520546 h 6016518"/>
              <a:gd name="connsiteX1" fmla="*/ 3451892 w 4033005"/>
              <a:gd name="connsiteY1" fmla="*/ 335822 h 6016518"/>
              <a:gd name="connsiteX2" fmla="*/ 4024114 w 4033005"/>
              <a:gd name="connsiteY2" fmla="*/ 3515911 h 6016518"/>
              <a:gd name="connsiteX3" fmla="*/ 3441814 w 4033005"/>
              <a:gd name="connsiteY3" fmla="*/ 5832237 h 6016518"/>
              <a:gd name="connsiteX4" fmla="*/ 393639 w 4033005"/>
              <a:gd name="connsiteY4" fmla="*/ 5683508 h 6016518"/>
              <a:gd name="connsiteX5" fmla="*/ 255853 w 4033005"/>
              <a:gd name="connsiteY5" fmla="*/ 520546 h 6016518"/>
              <a:gd name="connsiteX0" fmla="*/ 255853 w 4033005"/>
              <a:gd name="connsiteY0" fmla="*/ 520546 h 6024360"/>
              <a:gd name="connsiteX1" fmla="*/ 3451892 w 4033005"/>
              <a:gd name="connsiteY1" fmla="*/ 335822 h 6024360"/>
              <a:gd name="connsiteX2" fmla="*/ 4024114 w 4033005"/>
              <a:gd name="connsiteY2" fmla="*/ 3515911 h 6024360"/>
              <a:gd name="connsiteX3" fmla="*/ 3441814 w 4033005"/>
              <a:gd name="connsiteY3" fmla="*/ 5832237 h 6024360"/>
              <a:gd name="connsiteX4" fmla="*/ 393639 w 4033005"/>
              <a:gd name="connsiteY4" fmla="*/ 5683508 h 6024360"/>
              <a:gd name="connsiteX5" fmla="*/ 255853 w 4033005"/>
              <a:gd name="connsiteY5" fmla="*/ 520546 h 6024360"/>
              <a:gd name="connsiteX0" fmla="*/ 235518 w 4012670"/>
              <a:gd name="connsiteY0" fmla="*/ 520546 h 6057011"/>
              <a:gd name="connsiteX1" fmla="*/ 3431557 w 4012670"/>
              <a:gd name="connsiteY1" fmla="*/ 335822 h 6057011"/>
              <a:gd name="connsiteX2" fmla="*/ 4003779 w 4012670"/>
              <a:gd name="connsiteY2" fmla="*/ 3515911 h 6057011"/>
              <a:gd name="connsiteX3" fmla="*/ 3421479 w 4012670"/>
              <a:gd name="connsiteY3" fmla="*/ 5832237 h 6057011"/>
              <a:gd name="connsiteX4" fmla="*/ 417791 w 4012670"/>
              <a:gd name="connsiteY4" fmla="*/ 5778101 h 6057011"/>
              <a:gd name="connsiteX5" fmla="*/ 235518 w 4012670"/>
              <a:gd name="connsiteY5" fmla="*/ 520546 h 6057011"/>
              <a:gd name="connsiteX0" fmla="*/ 235518 w 4012670"/>
              <a:gd name="connsiteY0" fmla="*/ 520546 h 6035155"/>
              <a:gd name="connsiteX1" fmla="*/ 3431557 w 4012670"/>
              <a:gd name="connsiteY1" fmla="*/ 335822 h 6035155"/>
              <a:gd name="connsiteX2" fmla="*/ 4003779 w 4012670"/>
              <a:gd name="connsiteY2" fmla="*/ 3515911 h 6035155"/>
              <a:gd name="connsiteX3" fmla="*/ 3421479 w 4012670"/>
              <a:gd name="connsiteY3" fmla="*/ 5832237 h 6035155"/>
              <a:gd name="connsiteX4" fmla="*/ 417791 w 4012670"/>
              <a:gd name="connsiteY4" fmla="*/ 5778101 h 6035155"/>
              <a:gd name="connsiteX5" fmla="*/ 235518 w 4012670"/>
              <a:gd name="connsiteY5" fmla="*/ 520546 h 6035155"/>
              <a:gd name="connsiteX0" fmla="*/ 300142 w 4077294"/>
              <a:gd name="connsiteY0" fmla="*/ 520546 h 6035155"/>
              <a:gd name="connsiteX1" fmla="*/ 3496181 w 4077294"/>
              <a:gd name="connsiteY1" fmla="*/ 335822 h 6035155"/>
              <a:gd name="connsiteX2" fmla="*/ 4068403 w 4077294"/>
              <a:gd name="connsiteY2" fmla="*/ 3515911 h 6035155"/>
              <a:gd name="connsiteX3" fmla="*/ 3486103 w 4077294"/>
              <a:gd name="connsiteY3" fmla="*/ 5832237 h 6035155"/>
              <a:gd name="connsiteX4" fmla="*/ 482415 w 4077294"/>
              <a:gd name="connsiteY4" fmla="*/ 5778101 h 6035155"/>
              <a:gd name="connsiteX5" fmla="*/ 300142 w 4077294"/>
              <a:gd name="connsiteY5" fmla="*/ 520546 h 6035155"/>
              <a:gd name="connsiteX0" fmla="*/ 300142 w 4077294"/>
              <a:gd name="connsiteY0" fmla="*/ 520546 h 6070481"/>
              <a:gd name="connsiteX1" fmla="*/ 3496181 w 4077294"/>
              <a:gd name="connsiteY1" fmla="*/ 335822 h 6070481"/>
              <a:gd name="connsiteX2" fmla="*/ 4068403 w 4077294"/>
              <a:gd name="connsiteY2" fmla="*/ 3515911 h 6070481"/>
              <a:gd name="connsiteX3" fmla="*/ 3486103 w 4077294"/>
              <a:gd name="connsiteY3" fmla="*/ 5832237 h 6070481"/>
              <a:gd name="connsiteX4" fmla="*/ 482415 w 4077294"/>
              <a:gd name="connsiteY4" fmla="*/ 5778101 h 6070481"/>
              <a:gd name="connsiteX5" fmla="*/ 300142 w 4077294"/>
              <a:gd name="connsiteY5" fmla="*/ 520546 h 607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77294" h="6070481">
                <a:moveTo>
                  <a:pt x="300142" y="520546"/>
                </a:moveTo>
                <a:cubicBezTo>
                  <a:pt x="553887" y="-30599"/>
                  <a:pt x="2925109" y="-223388"/>
                  <a:pt x="3496181" y="335822"/>
                </a:cubicBezTo>
                <a:cubicBezTo>
                  <a:pt x="4110210" y="964677"/>
                  <a:pt x="4092856" y="2035785"/>
                  <a:pt x="4068403" y="3515911"/>
                </a:cubicBezTo>
                <a:cubicBezTo>
                  <a:pt x="4054461" y="4396946"/>
                  <a:pt x="4077168" y="5600599"/>
                  <a:pt x="3486103" y="5832237"/>
                </a:cubicBezTo>
                <a:cubicBezTo>
                  <a:pt x="2393113" y="6208018"/>
                  <a:pt x="1151016" y="6100612"/>
                  <a:pt x="482415" y="5778101"/>
                </a:cubicBezTo>
                <a:cubicBezTo>
                  <a:pt x="-239193" y="5456861"/>
                  <a:pt x="-21360" y="1247802"/>
                  <a:pt x="300142" y="520546"/>
                </a:cubicBezTo>
                <a:close/>
              </a:path>
            </a:pathLst>
          </a:custGeom>
          <a:solidFill>
            <a:schemeClr val="bg1">
              <a:lumMod val="95000"/>
            </a:schemeClr>
          </a:solidFill>
          <a:ln>
            <a:noFill/>
          </a:ln>
        </p:spPr>
        <p:txBody>
          <a:bodyPr anchor="ctr" anchorCtr="0"/>
          <a:lstStyle>
            <a:lvl1pPr marL="0" indent="0" algn="ctr">
              <a:buFontTx/>
              <a:buNone/>
              <a:defRPr/>
            </a:lvl1pPr>
          </a:lstStyle>
          <a:p>
            <a:r>
              <a:rPr lang="en-US"/>
              <a:t>Click to add picture. </a:t>
            </a:r>
            <a:br>
              <a:rPr lang="en-US"/>
            </a:br>
            <a:r>
              <a:rPr lang="en-US"/>
              <a:t>Select crop to position.</a:t>
            </a:r>
          </a:p>
        </p:txBody>
      </p:sp>
      <p:sp>
        <p:nvSpPr>
          <p:cNvPr id="2" name="Title 1">
            <a:extLst>
              <a:ext uri="{FF2B5EF4-FFF2-40B4-BE49-F238E27FC236}">
                <a16:creationId xmlns:a16="http://schemas.microsoft.com/office/drawing/2014/main" id="{5BB18A34-D7EC-B6A8-3D74-638EB82565B4}"/>
              </a:ext>
            </a:extLst>
          </p:cNvPr>
          <p:cNvSpPr>
            <a:spLocks noGrp="1"/>
          </p:cNvSpPr>
          <p:nvPr>
            <p:ph type="title" hasCustomPrompt="1"/>
          </p:nvPr>
        </p:nvSpPr>
        <p:spPr>
          <a:xfrm>
            <a:off x="647700" y="609600"/>
            <a:ext cx="2947306" cy="655617"/>
          </a:xfrm>
        </p:spPr>
        <p:txBody>
          <a:bodyPr>
            <a:noAutofit/>
          </a:bodyPr>
          <a:lstStyle>
            <a:lvl1pPr>
              <a:defRPr sz="2800" b="1">
                <a:solidFill>
                  <a:schemeClr val="bg1"/>
                </a:solidFill>
              </a:defRPr>
            </a:lvl1pPr>
          </a:lstStyle>
          <a:p>
            <a:r>
              <a:rPr lang="en-US"/>
              <a:t>Agenda</a:t>
            </a:r>
          </a:p>
        </p:txBody>
      </p:sp>
      <p:sp>
        <p:nvSpPr>
          <p:cNvPr id="10" name="Text Placeholder 8">
            <a:extLst>
              <a:ext uri="{FF2B5EF4-FFF2-40B4-BE49-F238E27FC236}">
                <a16:creationId xmlns:a16="http://schemas.microsoft.com/office/drawing/2014/main" id="{E82238F2-EB69-F20A-421B-AEBD212503D6}"/>
              </a:ext>
            </a:extLst>
          </p:cNvPr>
          <p:cNvSpPr>
            <a:spLocks noGrp="1"/>
          </p:cNvSpPr>
          <p:nvPr>
            <p:ph type="body" sz="quarter" idx="17" hasCustomPrompt="1"/>
          </p:nvPr>
        </p:nvSpPr>
        <p:spPr>
          <a:xfrm>
            <a:off x="5185194" y="999330"/>
            <a:ext cx="6397206" cy="5210969"/>
          </a:xfrm>
        </p:spPr>
        <p:txBody>
          <a:bodyPr>
            <a:noAutofit/>
          </a:bodyPr>
          <a:lstStyle>
            <a:lvl1pPr marL="457200" indent="-457200">
              <a:spcAft>
                <a:spcPts val="1200"/>
              </a:spcAft>
              <a:buFont typeface="+mj-lt"/>
              <a:buAutoNum type="arabicPeriod"/>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add first agenda item</a:t>
            </a:r>
          </a:p>
          <a:p>
            <a:pPr lvl="0"/>
            <a:r>
              <a:rPr lang="en-US"/>
              <a:t>Click to add second agenda item</a:t>
            </a:r>
          </a:p>
          <a:p>
            <a:pPr lvl="0"/>
            <a:r>
              <a:rPr lang="en-US"/>
              <a:t>Click to add third agenda item</a:t>
            </a:r>
          </a:p>
          <a:p>
            <a:pPr lvl="0"/>
            <a:r>
              <a:rPr lang="en-US"/>
              <a:t>Click to add fourth agenda item</a:t>
            </a:r>
          </a:p>
          <a:p>
            <a:pPr lvl="0"/>
            <a:r>
              <a:rPr lang="en-US"/>
              <a:t>Click to add fifth agenda item</a:t>
            </a:r>
          </a:p>
          <a:p>
            <a:pPr lvl="0"/>
            <a:r>
              <a:rPr lang="en-US"/>
              <a:t>Click to add sixth agenda item</a:t>
            </a:r>
          </a:p>
          <a:p>
            <a:pPr lvl="0"/>
            <a:r>
              <a:rPr lang="en-US"/>
              <a:t>Click to add seventh agenda item</a:t>
            </a:r>
          </a:p>
          <a:p>
            <a:pPr lvl="0"/>
            <a:endParaRPr lang="en-US"/>
          </a:p>
        </p:txBody>
      </p:sp>
      <p:sp>
        <p:nvSpPr>
          <p:cNvPr id="7" name="Slide Number Placeholder 6">
            <a:extLst>
              <a:ext uri="{FF2B5EF4-FFF2-40B4-BE49-F238E27FC236}">
                <a16:creationId xmlns:a16="http://schemas.microsoft.com/office/drawing/2014/main" id="{69859224-B177-4D38-E77D-702F1BCFF997}"/>
              </a:ext>
            </a:extLst>
          </p:cNvPr>
          <p:cNvSpPr>
            <a:spLocks noGrp="1"/>
          </p:cNvSpPr>
          <p:nvPr>
            <p:ph type="sldNum" sz="quarter" idx="18"/>
          </p:nvPr>
        </p:nvSpPr>
        <p:spPr/>
        <p:txBody>
          <a:bodyPr/>
          <a:lstStyle/>
          <a:p>
            <a:fld id="{F71C0B42-4AEE-41DE-B077-4156AA01E9D4}" type="slidenum">
              <a:rPr lang="en-US" smtClean="0"/>
              <a:pPr/>
              <a:t>‹#›</a:t>
            </a:fld>
            <a:endParaRPr lang="en-US"/>
          </a:p>
        </p:txBody>
      </p:sp>
    </p:spTree>
    <p:extLst>
      <p:ext uri="{BB962C8B-B14F-4D97-AF65-F5344CB8AC3E}">
        <p14:creationId xmlns:p14="http://schemas.microsoft.com/office/powerpoint/2010/main" val="6495368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 speak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18A34-D7EC-B6A8-3D74-638EB82565B4}"/>
              </a:ext>
            </a:extLst>
          </p:cNvPr>
          <p:cNvSpPr>
            <a:spLocks noGrp="1"/>
          </p:cNvSpPr>
          <p:nvPr>
            <p:ph type="title" hasCustomPrompt="1"/>
          </p:nvPr>
        </p:nvSpPr>
        <p:spPr>
          <a:xfrm>
            <a:off x="658586" y="620486"/>
            <a:ext cx="5437414" cy="1317625"/>
          </a:xfrm>
        </p:spPr>
        <p:txBody>
          <a:bodyPr>
            <a:noAutofit/>
          </a:bodyPr>
          <a:lstStyle>
            <a:lvl1pPr algn="l">
              <a:defRPr sz="2800" b="1">
                <a:solidFill>
                  <a:schemeClr val="tx1"/>
                </a:solidFill>
              </a:defRPr>
            </a:lvl1pPr>
          </a:lstStyle>
          <a:p>
            <a:r>
              <a:rPr lang="en-US"/>
              <a:t>Click to add 3 Speaker Title </a:t>
            </a:r>
            <a:br>
              <a:rPr lang="en-US"/>
            </a:br>
            <a:r>
              <a:rPr lang="en-US"/>
              <a:t>(Segoe UI bold, 28pt)</a:t>
            </a:r>
          </a:p>
        </p:txBody>
      </p:sp>
      <p:sp>
        <p:nvSpPr>
          <p:cNvPr id="5" name="Picture Placeholder 22">
            <a:extLst>
              <a:ext uri="{FF2B5EF4-FFF2-40B4-BE49-F238E27FC236}">
                <a16:creationId xmlns:a16="http://schemas.microsoft.com/office/drawing/2014/main" id="{3EFD2AEC-3826-9254-E63C-ECB46A816BC4}"/>
              </a:ext>
            </a:extLst>
          </p:cNvPr>
          <p:cNvSpPr>
            <a:spLocks noGrp="1"/>
          </p:cNvSpPr>
          <p:nvPr>
            <p:ph type="pic" sz="quarter" idx="13" hasCustomPrompt="1"/>
          </p:nvPr>
        </p:nvSpPr>
        <p:spPr>
          <a:xfrm>
            <a:off x="1170356" y="1938111"/>
            <a:ext cx="2311083" cy="2158918"/>
          </a:xfrm>
          <a:custGeom>
            <a:avLst/>
            <a:gdLst>
              <a:gd name="connsiteX0" fmla="*/ 0 w 3792538"/>
              <a:gd name="connsiteY0" fmla="*/ 0 h 4849812"/>
              <a:gd name="connsiteX1" fmla="*/ 3792538 w 3792538"/>
              <a:gd name="connsiteY1" fmla="*/ 0 h 4849812"/>
              <a:gd name="connsiteX2" fmla="*/ 3792538 w 3792538"/>
              <a:gd name="connsiteY2" fmla="*/ 4849812 h 4849812"/>
              <a:gd name="connsiteX3" fmla="*/ 0 w 3792538"/>
              <a:gd name="connsiteY3" fmla="*/ 4849812 h 4849812"/>
              <a:gd name="connsiteX4" fmla="*/ 0 w 3792538"/>
              <a:gd name="connsiteY4" fmla="*/ 0 h 4849812"/>
              <a:gd name="connsiteX0" fmla="*/ 175365 w 3792538"/>
              <a:gd name="connsiteY0" fmla="*/ 187891 h 4849812"/>
              <a:gd name="connsiteX1" fmla="*/ 3792538 w 3792538"/>
              <a:gd name="connsiteY1" fmla="*/ 0 h 4849812"/>
              <a:gd name="connsiteX2" fmla="*/ 3792538 w 3792538"/>
              <a:gd name="connsiteY2" fmla="*/ 4849812 h 4849812"/>
              <a:gd name="connsiteX3" fmla="*/ 0 w 3792538"/>
              <a:gd name="connsiteY3" fmla="*/ 4849812 h 4849812"/>
              <a:gd name="connsiteX4" fmla="*/ 175365 w 3792538"/>
              <a:gd name="connsiteY4" fmla="*/ 187891 h 4849812"/>
              <a:gd name="connsiteX0" fmla="*/ 175365 w 3792538"/>
              <a:gd name="connsiteY0" fmla="*/ 254121 h 4916042"/>
              <a:gd name="connsiteX1" fmla="*/ 3792538 w 3792538"/>
              <a:gd name="connsiteY1" fmla="*/ 66230 h 4916042"/>
              <a:gd name="connsiteX2" fmla="*/ 3792538 w 3792538"/>
              <a:gd name="connsiteY2" fmla="*/ 4916042 h 4916042"/>
              <a:gd name="connsiteX3" fmla="*/ 0 w 3792538"/>
              <a:gd name="connsiteY3" fmla="*/ 4916042 h 4916042"/>
              <a:gd name="connsiteX4" fmla="*/ 175365 w 3792538"/>
              <a:gd name="connsiteY4" fmla="*/ 254121 h 4916042"/>
              <a:gd name="connsiteX0" fmla="*/ 186614 w 3803787"/>
              <a:gd name="connsiteY0" fmla="*/ 254121 h 4916042"/>
              <a:gd name="connsiteX1" fmla="*/ 3803787 w 3803787"/>
              <a:gd name="connsiteY1" fmla="*/ 66230 h 4916042"/>
              <a:gd name="connsiteX2" fmla="*/ 3803787 w 3803787"/>
              <a:gd name="connsiteY2" fmla="*/ 4916042 h 4916042"/>
              <a:gd name="connsiteX3" fmla="*/ 11249 w 3803787"/>
              <a:gd name="connsiteY3" fmla="*/ 4916042 h 4916042"/>
              <a:gd name="connsiteX4" fmla="*/ 186614 w 3803787"/>
              <a:gd name="connsiteY4" fmla="*/ 254121 h 4916042"/>
              <a:gd name="connsiteX0" fmla="*/ 90495 w 3707668"/>
              <a:gd name="connsiteY0" fmla="*/ 254121 h 4916042"/>
              <a:gd name="connsiteX1" fmla="*/ 3707668 w 3707668"/>
              <a:gd name="connsiteY1" fmla="*/ 66230 h 4916042"/>
              <a:gd name="connsiteX2" fmla="*/ 3707668 w 3707668"/>
              <a:gd name="connsiteY2" fmla="*/ 4916042 h 4916042"/>
              <a:gd name="connsiteX3" fmla="*/ 353541 w 3707668"/>
              <a:gd name="connsiteY3" fmla="*/ 4916042 h 4916042"/>
              <a:gd name="connsiteX4" fmla="*/ 90495 w 3707668"/>
              <a:gd name="connsiteY4" fmla="*/ 254121 h 4916042"/>
              <a:gd name="connsiteX0" fmla="*/ 191817 w 3808990"/>
              <a:gd name="connsiteY0" fmla="*/ 254121 h 4916042"/>
              <a:gd name="connsiteX1" fmla="*/ 3808990 w 3808990"/>
              <a:gd name="connsiteY1" fmla="*/ 66230 h 4916042"/>
              <a:gd name="connsiteX2" fmla="*/ 3808990 w 3808990"/>
              <a:gd name="connsiteY2" fmla="*/ 4916042 h 4916042"/>
              <a:gd name="connsiteX3" fmla="*/ 454863 w 3808990"/>
              <a:gd name="connsiteY3" fmla="*/ 4916042 h 4916042"/>
              <a:gd name="connsiteX4" fmla="*/ 191817 w 3808990"/>
              <a:gd name="connsiteY4" fmla="*/ 254121 h 4916042"/>
              <a:gd name="connsiteX0" fmla="*/ 191817 w 3808990"/>
              <a:gd name="connsiteY0" fmla="*/ 254121 h 5099757"/>
              <a:gd name="connsiteX1" fmla="*/ 3808990 w 3808990"/>
              <a:gd name="connsiteY1" fmla="*/ 66230 h 5099757"/>
              <a:gd name="connsiteX2" fmla="*/ 3808990 w 3808990"/>
              <a:gd name="connsiteY2" fmla="*/ 4916042 h 5099757"/>
              <a:gd name="connsiteX3" fmla="*/ 454863 w 3808990"/>
              <a:gd name="connsiteY3" fmla="*/ 4916042 h 5099757"/>
              <a:gd name="connsiteX4" fmla="*/ 191817 w 3808990"/>
              <a:gd name="connsiteY4" fmla="*/ 254121 h 5099757"/>
              <a:gd name="connsiteX0" fmla="*/ 191817 w 3808990"/>
              <a:gd name="connsiteY0" fmla="*/ 254121 h 5103061"/>
              <a:gd name="connsiteX1" fmla="*/ 3808990 w 3808990"/>
              <a:gd name="connsiteY1" fmla="*/ 66230 h 5103061"/>
              <a:gd name="connsiteX2" fmla="*/ 3596047 w 3808990"/>
              <a:gd name="connsiteY2" fmla="*/ 4928568 h 5103061"/>
              <a:gd name="connsiteX3" fmla="*/ 454863 w 3808990"/>
              <a:gd name="connsiteY3" fmla="*/ 4916042 h 5103061"/>
              <a:gd name="connsiteX4" fmla="*/ 191817 w 3808990"/>
              <a:gd name="connsiteY4" fmla="*/ 254121 h 5103061"/>
              <a:gd name="connsiteX0" fmla="*/ 191817 w 3808990"/>
              <a:gd name="connsiteY0" fmla="*/ 254121 h 5218251"/>
              <a:gd name="connsiteX1" fmla="*/ 3808990 w 3808990"/>
              <a:gd name="connsiteY1" fmla="*/ 66230 h 5218251"/>
              <a:gd name="connsiteX2" fmla="*/ 3596047 w 3808990"/>
              <a:gd name="connsiteY2" fmla="*/ 4928568 h 5218251"/>
              <a:gd name="connsiteX3" fmla="*/ 454863 w 3808990"/>
              <a:gd name="connsiteY3" fmla="*/ 4916042 h 5218251"/>
              <a:gd name="connsiteX4" fmla="*/ 191817 w 3808990"/>
              <a:gd name="connsiteY4" fmla="*/ 254121 h 5218251"/>
              <a:gd name="connsiteX0" fmla="*/ 191817 w 3860878"/>
              <a:gd name="connsiteY0" fmla="*/ 254121 h 5218251"/>
              <a:gd name="connsiteX1" fmla="*/ 3808990 w 3860878"/>
              <a:gd name="connsiteY1" fmla="*/ 66230 h 5218251"/>
              <a:gd name="connsiteX2" fmla="*/ 3596047 w 3860878"/>
              <a:gd name="connsiteY2" fmla="*/ 4928568 h 5218251"/>
              <a:gd name="connsiteX3" fmla="*/ 454863 w 3860878"/>
              <a:gd name="connsiteY3" fmla="*/ 4916042 h 5218251"/>
              <a:gd name="connsiteX4" fmla="*/ 191817 w 3860878"/>
              <a:gd name="connsiteY4" fmla="*/ 254121 h 5218251"/>
              <a:gd name="connsiteX0" fmla="*/ 191817 w 3799284"/>
              <a:gd name="connsiteY0" fmla="*/ 207404 h 5171534"/>
              <a:gd name="connsiteX1" fmla="*/ 3608573 w 3799284"/>
              <a:gd name="connsiteY1" fmla="*/ 169825 h 5171534"/>
              <a:gd name="connsiteX2" fmla="*/ 3596047 w 3799284"/>
              <a:gd name="connsiteY2" fmla="*/ 4881851 h 5171534"/>
              <a:gd name="connsiteX3" fmla="*/ 454863 w 3799284"/>
              <a:gd name="connsiteY3" fmla="*/ 4869325 h 5171534"/>
              <a:gd name="connsiteX4" fmla="*/ 191817 w 3799284"/>
              <a:gd name="connsiteY4" fmla="*/ 207404 h 5171534"/>
              <a:gd name="connsiteX0" fmla="*/ 191817 w 3799284"/>
              <a:gd name="connsiteY0" fmla="*/ 361834 h 5325964"/>
              <a:gd name="connsiteX1" fmla="*/ 3608573 w 3799284"/>
              <a:gd name="connsiteY1" fmla="*/ 324255 h 5325964"/>
              <a:gd name="connsiteX2" fmla="*/ 3596047 w 3799284"/>
              <a:gd name="connsiteY2" fmla="*/ 5036281 h 5325964"/>
              <a:gd name="connsiteX3" fmla="*/ 454863 w 3799284"/>
              <a:gd name="connsiteY3" fmla="*/ 5023755 h 5325964"/>
              <a:gd name="connsiteX4" fmla="*/ 191817 w 3799284"/>
              <a:gd name="connsiteY4" fmla="*/ 361834 h 5325964"/>
              <a:gd name="connsiteX0" fmla="*/ 191817 w 3884556"/>
              <a:gd name="connsiteY0" fmla="*/ 361834 h 5325964"/>
              <a:gd name="connsiteX1" fmla="*/ 3608573 w 3884556"/>
              <a:gd name="connsiteY1" fmla="*/ 324255 h 5325964"/>
              <a:gd name="connsiteX2" fmla="*/ 3596047 w 3884556"/>
              <a:gd name="connsiteY2" fmla="*/ 5036281 h 5325964"/>
              <a:gd name="connsiteX3" fmla="*/ 454863 w 3884556"/>
              <a:gd name="connsiteY3" fmla="*/ 5023755 h 5325964"/>
              <a:gd name="connsiteX4" fmla="*/ 191817 w 3884556"/>
              <a:gd name="connsiteY4" fmla="*/ 361834 h 5325964"/>
              <a:gd name="connsiteX0" fmla="*/ 191817 w 3855754"/>
              <a:gd name="connsiteY0" fmla="*/ 361834 h 5726890"/>
              <a:gd name="connsiteX1" fmla="*/ 3608573 w 3855754"/>
              <a:gd name="connsiteY1" fmla="*/ 324255 h 5726890"/>
              <a:gd name="connsiteX2" fmla="*/ 3545943 w 3855754"/>
              <a:gd name="connsiteY2" fmla="*/ 5599952 h 5726890"/>
              <a:gd name="connsiteX3" fmla="*/ 454863 w 3855754"/>
              <a:gd name="connsiteY3" fmla="*/ 5023755 h 5726890"/>
              <a:gd name="connsiteX4" fmla="*/ 191817 w 3855754"/>
              <a:gd name="connsiteY4" fmla="*/ 361834 h 5726890"/>
              <a:gd name="connsiteX0" fmla="*/ 259947 w 3923884"/>
              <a:gd name="connsiteY0" fmla="*/ 361834 h 5838594"/>
              <a:gd name="connsiteX1" fmla="*/ 3676703 w 3923884"/>
              <a:gd name="connsiteY1" fmla="*/ 324255 h 5838594"/>
              <a:gd name="connsiteX2" fmla="*/ 3614073 w 3923884"/>
              <a:gd name="connsiteY2" fmla="*/ 5599952 h 5838594"/>
              <a:gd name="connsiteX3" fmla="*/ 360155 w 3923884"/>
              <a:gd name="connsiteY3" fmla="*/ 5474692 h 5838594"/>
              <a:gd name="connsiteX4" fmla="*/ 259947 w 3923884"/>
              <a:gd name="connsiteY4" fmla="*/ 361834 h 5838594"/>
              <a:gd name="connsiteX0" fmla="*/ 215634 w 3879571"/>
              <a:gd name="connsiteY0" fmla="*/ 361834 h 5838594"/>
              <a:gd name="connsiteX1" fmla="*/ 3632390 w 3879571"/>
              <a:gd name="connsiteY1" fmla="*/ 324255 h 5838594"/>
              <a:gd name="connsiteX2" fmla="*/ 3569760 w 3879571"/>
              <a:gd name="connsiteY2" fmla="*/ 5599952 h 5838594"/>
              <a:gd name="connsiteX3" fmla="*/ 315842 w 3879571"/>
              <a:gd name="connsiteY3" fmla="*/ 5474692 h 5838594"/>
              <a:gd name="connsiteX4" fmla="*/ 215634 w 3879571"/>
              <a:gd name="connsiteY4" fmla="*/ 361834 h 5838594"/>
              <a:gd name="connsiteX0" fmla="*/ 215634 w 3879571"/>
              <a:gd name="connsiteY0" fmla="*/ 361834 h 5811994"/>
              <a:gd name="connsiteX1" fmla="*/ 3632390 w 3879571"/>
              <a:gd name="connsiteY1" fmla="*/ 324255 h 5811994"/>
              <a:gd name="connsiteX2" fmla="*/ 3569760 w 3879571"/>
              <a:gd name="connsiteY2" fmla="*/ 5599952 h 5811994"/>
              <a:gd name="connsiteX3" fmla="*/ 315842 w 3879571"/>
              <a:gd name="connsiteY3" fmla="*/ 5474692 h 5811994"/>
              <a:gd name="connsiteX4" fmla="*/ 215634 w 3879571"/>
              <a:gd name="connsiteY4" fmla="*/ 361834 h 5811994"/>
              <a:gd name="connsiteX0" fmla="*/ 215634 w 3859822"/>
              <a:gd name="connsiteY0" fmla="*/ 361834 h 5811994"/>
              <a:gd name="connsiteX1" fmla="*/ 3632390 w 3859822"/>
              <a:gd name="connsiteY1" fmla="*/ 324255 h 5811994"/>
              <a:gd name="connsiteX2" fmla="*/ 3569760 w 3859822"/>
              <a:gd name="connsiteY2" fmla="*/ 5599952 h 5811994"/>
              <a:gd name="connsiteX3" fmla="*/ 315842 w 3859822"/>
              <a:gd name="connsiteY3" fmla="*/ 5474692 h 5811994"/>
              <a:gd name="connsiteX4" fmla="*/ 215634 w 3859822"/>
              <a:gd name="connsiteY4" fmla="*/ 361834 h 5811994"/>
              <a:gd name="connsiteX0" fmla="*/ 215634 w 3859822"/>
              <a:gd name="connsiteY0" fmla="*/ 390006 h 5840166"/>
              <a:gd name="connsiteX1" fmla="*/ 3632390 w 3859822"/>
              <a:gd name="connsiteY1" fmla="*/ 352427 h 5840166"/>
              <a:gd name="connsiteX2" fmla="*/ 3569760 w 3859822"/>
              <a:gd name="connsiteY2" fmla="*/ 5628124 h 5840166"/>
              <a:gd name="connsiteX3" fmla="*/ 315842 w 3859822"/>
              <a:gd name="connsiteY3" fmla="*/ 5502864 h 5840166"/>
              <a:gd name="connsiteX4" fmla="*/ 215634 w 3859822"/>
              <a:gd name="connsiteY4" fmla="*/ 390006 h 5840166"/>
              <a:gd name="connsiteX0" fmla="*/ 215634 w 3859822"/>
              <a:gd name="connsiteY0" fmla="*/ 452210 h 5902370"/>
              <a:gd name="connsiteX1" fmla="*/ 3632390 w 3859822"/>
              <a:gd name="connsiteY1" fmla="*/ 414631 h 5902370"/>
              <a:gd name="connsiteX2" fmla="*/ 3569760 w 3859822"/>
              <a:gd name="connsiteY2" fmla="*/ 5690328 h 5902370"/>
              <a:gd name="connsiteX3" fmla="*/ 315842 w 3859822"/>
              <a:gd name="connsiteY3" fmla="*/ 5565068 h 5902370"/>
              <a:gd name="connsiteX4" fmla="*/ 215634 w 3859822"/>
              <a:gd name="connsiteY4" fmla="*/ 452210 h 5902370"/>
              <a:gd name="connsiteX0" fmla="*/ 228420 w 3872608"/>
              <a:gd name="connsiteY0" fmla="*/ 452210 h 5902370"/>
              <a:gd name="connsiteX1" fmla="*/ 3645176 w 3872608"/>
              <a:gd name="connsiteY1" fmla="*/ 414631 h 5902370"/>
              <a:gd name="connsiteX2" fmla="*/ 3582546 w 3872608"/>
              <a:gd name="connsiteY2" fmla="*/ 5690328 h 5902370"/>
              <a:gd name="connsiteX3" fmla="*/ 328628 w 3872608"/>
              <a:gd name="connsiteY3" fmla="*/ 5565068 h 5902370"/>
              <a:gd name="connsiteX4" fmla="*/ 228420 w 3872608"/>
              <a:gd name="connsiteY4" fmla="*/ 452210 h 5902370"/>
              <a:gd name="connsiteX0" fmla="*/ 228420 w 3872608"/>
              <a:gd name="connsiteY0" fmla="*/ 452210 h 5863850"/>
              <a:gd name="connsiteX1" fmla="*/ 3645176 w 3872608"/>
              <a:gd name="connsiteY1" fmla="*/ 414631 h 5863850"/>
              <a:gd name="connsiteX2" fmla="*/ 3582546 w 3872608"/>
              <a:gd name="connsiteY2" fmla="*/ 5690328 h 5863850"/>
              <a:gd name="connsiteX3" fmla="*/ 328628 w 3872608"/>
              <a:gd name="connsiteY3" fmla="*/ 5565068 h 5863850"/>
              <a:gd name="connsiteX4" fmla="*/ 228420 w 3872608"/>
              <a:gd name="connsiteY4" fmla="*/ 452210 h 5863850"/>
              <a:gd name="connsiteX0" fmla="*/ 212338 w 3856526"/>
              <a:gd name="connsiteY0" fmla="*/ 452210 h 5878025"/>
              <a:gd name="connsiteX1" fmla="*/ 3629094 w 3856526"/>
              <a:gd name="connsiteY1" fmla="*/ 414631 h 5878025"/>
              <a:gd name="connsiteX2" fmla="*/ 3566464 w 3856526"/>
              <a:gd name="connsiteY2" fmla="*/ 5690328 h 5878025"/>
              <a:gd name="connsiteX3" fmla="*/ 350124 w 3856526"/>
              <a:gd name="connsiteY3" fmla="*/ 5615172 h 5878025"/>
              <a:gd name="connsiteX4" fmla="*/ 212338 w 3856526"/>
              <a:gd name="connsiteY4" fmla="*/ 452210 h 5878025"/>
              <a:gd name="connsiteX0" fmla="*/ 183932 w 3828120"/>
              <a:gd name="connsiteY0" fmla="*/ 452210 h 5732040"/>
              <a:gd name="connsiteX1" fmla="*/ 3600688 w 3828120"/>
              <a:gd name="connsiteY1" fmla="*/ 414631 h 5732040"/>
              <a:gd name="connsiteX2" fmla="*/ 3538058 w 3828120"/>
              <a:gd name="connsiteY2" fmla="*/ 5690328 h 5732040"/>
              <a:gd name="connsiteX3" fmla="*/ 397918 w 3828120"/>
              <a:gd name="connsiteY3" fmla="*/ 3608572 h 5732040"/>
              <a:gd name="connsiteX4" fmla="*/ 183932 w 3828120"/>
              <a:gd name="connsiteY4" fmla="*/ 452210 h 5732040"/>
              <a:gd name="connsiteX0" fmla="*/ 183932 w 3743009"/>
              <a:gd name="connsiteY0" fmla="*/ 452210 h 3730129"/>
              <a:gd name="connsiteX1" fmla="*/ 3600688 w 3743009"/>
              <a:gd name="connsiteY1" fmla="*/ 414631 h 3730129"/>
              <a:gd name="connsiteX2" fmla="*/ 3334858 w 3743009"/>
              <a:gd name="connsiteY2" fmla="*/ 3429728 h 3730129"/>
              <a:gd name="connsiteX3" fmla="*/ 397918 w 3743009"/>
              <a:gd name="connsiteY3" fmla="*/ 3608572 h 3730129"/>
              <a:gd name="connsiteX4" fmla="*/ 183932 w 3743009"/>
              <a:gd name="connsiteY4" fmla="*/ 452210 h 3730129"/>
              <a:gd name="connsiteX0" fmla="*/ 234419 w 3666496"/>
              <a:gd name="connsiteY0" fmla="*/ 626468 h 3624987"/>
              <a:gd name="connsiteX1" fmla="*/ 3524175 w 3666496"/>
              <a:gd name="connsiteY1" fmla="*/ 309489 h 3624987"/>
              <a:gd name="connsiteX2" fmla="*/ 3258345 w 3666496"/>
              <a:gd name="connsiteY2" fmla="*/ 3324586 h 3624987"/>
              <a:gd name="connsiteX3" fmla="*/ 321405 w 3666496"/>
              <a:gd name="connsiteY3" fmla="*/ 3503430 h 3624987"/>
              <a:gd name="connsiteX4" fmla="*/ 234419 w 3666496"/>
              <a:gd name="connsiteY4" fmla="*/ 626468 h 3624987"/>
              <a:gd name="connsiteX0" fmla="*/ 234419 w 3684266"/>
              <a:gd name="connsiteY0" fmla="*/ 277062 h 3275581"/>
              <a:gd name="connsiteX1" fmla="*/ 3549575 w 3684266"/>
              <a:gd name="connsiteY1" fmla="*/ 671283 h 3275581"/>
              <a:gd name="connsiteX2" fmla="*/ 3258345 w 3684266"/>
              <a:gd name="connsiteY2" fmla="*/ 2975180 h 3275581"/>
              <a:gd name="connsiteX3" fmla="*/ 321405 w 3684266"/>
              <a:gd name="connsiteY3" fmla="*/ 3154024 h 3275581"/>
              <a:gd name="connsiteX4" fmla="*/ 234419 w 3684266"/>
              <a:gd name="connsiteY4" fmla="*/ 277062 h 3275581"/>
              <a:gd name="connsiteX0" fmla="*/ 252697 w 3664444"/>
              <a:gd name="connsiteY0" fmla="*/ 459126 h 3013145"/>
              <a:gd name="connsiteX1" fmla="*/ 3529753 w 3664444"/>
              <a:gd name="connsiteY1" fmla="*/ 408847 h 3013145"/>
              <a:gd name="connsiteX2" fmla="*/ 3238523 w 3664444"/>
              <a:gd name="connsiteY2" fmla="*/ 2712744 h 3013145"/>
              <a:gd name="connsiteX3" fmla="*/ 301583 w 3664444"/>
              <a:gd name="connsiteY3" fmla="*/ 2891588 h 3013145"/>
              <a:gd name="connsiteX4" fmla="*/ 252697 w 3664444"/>
              <a:gd name="connsiteY4" fmla="*/ 459126 h 3013145"/>
              <a:gd name="connsiteX0" fmla="*/ 252697 w 3615472"/>
              <a:gd name="connsiteY0" fmla="*/ 459126 h 3248942"/>
              <a:gd name="connsiteX1" fmla="*/ 3529753 w 3615472"/>
              <a:gd name="connsiteY1" fmla="*/ 408847 h 3248942"/>
              <a:gd name="connsiteX2" fmla="*/ 2997223 w 3615472"/>
              <a:gd name="connsiteY2" fmla="*/ 3093744 h 3248942"/>
              <a:gd name="connsiteX3" fmla="*/ 301583 w 3615472"/>
              <a:gd name="connsiteY3" fmla="*/ 2891588 h 3248942"/>
              <a:gd name="connsiteX4" fmla="*/ 252697 w 3615472"/>
              <a:gd name="connsiteY4" fmla="*/ 459126 h 3248942"/>
              <a:gd name="connsiteX0" fmla="*/ 252697 w 3423144"/>
              <a:gd name="connsiteY0" fmla="*/ 308496 h 3098312"/>
              <a:gd name="connsiteX1" fmla="*/ 3288453 w 3423144"/>
              <a:gd name="connsiteY1" fmla="*/ 601117 h 3098312"/>
              <a:gd name="connsiteX2" fmla="*/ 2997223 w 3423144"/>
              <a:gd name="connsiteY2" fmla="*/ 2943114 h 3098312"/>
              <a:gd name="connsiteX3" fmla="*/ 301583 w 3423144"/>
              <a:gd name="connsiteY3" fmla="*/ 2740958 h 3098312"/>
              <a:gd name="connsiteX4" fmla="*/ 252697 w 3423144"/>
              <a:gd name="connsiteY4" fmla="*/ 308496 h 3098312"/>
              <a:gd name="connsiteX0" fmla="*/ 188292 w 3358739"/>
              <a:gd name="connsiteY0" fmla="*/ 308496 h 3113167"/>
              <a:gd name="connsiteX1" fmla="*/ 3224048 w 3358739"/>
              <a:gd name="connsiteY1" fmla="*/ 601117 h 3113167"/>
              <a:gd name="connsiteX2" fmla="*/ 2932818 w 3358739"/>
              <a:gd name="connsiteY2" fmla="*/ 2943114 h 3113167"/>
              <a:gd name="connsiteX3" fmla="*/ 389578 w 3358739"/>
              <a:gd name="connsiteY3" fmla="*/ 2804458 h 3113167"/>
              <a:gd name="connsiteX4" fmla="*/ 188292 w 3358739"/>
              <a:gd name="connsiteY4" fmla="*/ 308496 h 3113167"/>
              <a:gd name="connsiteX0" fmla="*/ 217616 w 3311863"/>
              <a:gd name="connsiteY0" fmla="*/ 383019 h 2997190"/>
              <a:gd name="connsiteX1" fmla="*/ 3177172 w 3311863"/>
              <a:gd name="connsiteY1" fmla="*/ 485140 h 2997190"/>
              <a:gd name="connsiteX2" fmla="*/ 2885942 w 3311863"/>
              <a:gd name="connsiteY2" fmla="*/ 2827137 h 2997190"/>
              <a:gd name="connsiteX3" fmla="*/ 342702 w 3311863"/>
              <a:gd name="connsiteY3" fmla="*/ 2688481 h 2997190"/>
              <a:gd name="connsiteX4" fmla="*/ 217616 w 3311863"/>
              <a:gd name="connsiteY4" fmla="*/ 383019 h 2997190"/>
              <a:gd name="connsiteX0" fmla="*/ 217616 w 3311863"/>
              <a:gd name="connsiteY0" fmla="*/ 444889 h 3059060"/>
              <a:gd name="connsiteX1" fmla="*/ 3177172 w 3311863"/>
              <a:gd name="connsiteY1" fmla="*/ 547010 h 3059060"/>
              <a:gd name="connsiteX2" fmla="*/ 2885942 w 3311863"/>
              <a:gd name="connsiteY2" fmla="*/ 2889007 h 3059060"/>
              <a:gd name="connsiteX3" fmla="*/ 342702 w 3311863"/>
              <a:gd name="connsiteY3" fmla="*/ 2750351 h 3059060"/>
              <a:gd name="connsiteX4" fmla="*/ 217616 w 3311863"/>
              <a:gd name="connsiteY4" fmla="*/ 444889 h 3059060"/>
              <a:gd name="connsiteX0" fmla="*/ 217616 w 3358734"/>
              <a:gd name="connsiteY0" fmla="*/ 387706 h 3001877"/>
              <a:gd name="connsiteX1" fmla="*/ 3240672 w 3358734"/>
              <a:gd name="connsiteY1" fmla="*/ 642227 h 3001877"/>
              <a:gd name="connsiteX2" fmla="*/ 2885942 w 3358734"/>
              <a:gd name="connsiteY2" fmla="*/ 2831824 h 3001877"/>
              <a:gd name="connsiteX3" fmla="*/ 342702 w 3358734"/>
              <a:gd name="connsiteY3" fmla="*/ 2693168 h 3001877"/>
              <a:gd name="connsiteX4" fmla="*/ 217616 w 3358734"/>
              <a:gd name="connsiteY4" fmla="*/ 387706 h 3001877"/>
              <a:gd name="connsiteX0" fmla="*/ 217616 w 3358734"/>
              <a:gd name="connsiteY0" fmla="*/ 469133 h 3083304"/>
              <a:gd name="connsiteX1" fmla="*/ 3240672 w 3358734"/>
              <a:gd name="connsiteY1" fmla="*/ 723654 h 3083304"/>
              <a:gd name="connsiteX2" fmla="*/ 2885942 w 3358734"/>
              <a:gd name="connsiteY2" fmla="*/ 2913251 h 3083304"/>
              <a:gd name="connsiteX3" fmla="*/ 342702 w 3358734"/>
              <a:gd name="connsiteY3" fmla="*/ 2774595 h 3083304"/>
              <a:gd name="connsiteX4" fmla="*/ 217616 w 3358734"/>
              <a:gd name="connsiteY4" fmla="*/ 469133 h 3083304"/>
              <a:gd name="connsiteX0" fmla="*/ 217616 w 3326391"/>
              <a:gd name="connsiteY0" fmla="*/ 469133 h 3092830"/>
              <a:gd name="connsiteX1" fmla="*/ 3240672 w 3326391"/>
              <a:gd name="connsiteY1" fmla="*/ 723654 h 3092830"/>
              <a:gd name="connsiteX2" fmla="*/ 2708142 w 3326391"/>
              <a:gd name="connsiteY2" fmla="*/ 2925951 h 3092830"/>
              <a:gd name="connsiteX3" fmla="*/ 342702 w 3326391"/>
              <a:gd name="connsiteY3" fmla="*/ 2774595 h 3092830"/>
              <a:gd name="connsiteX4" fmla="*/ 217616 w 3326391"/>
              <a:gd name="connsiteY4" fmla="*/ 469133 h 3092830"/>
              <a:gd name="connsiteX0" fmla="*/ 217616 w 3358477"/>
              <a:gd name="connsiteY0" fmla="*/ 469133 h 3092830"/>
              <a:gd name="connsiteX1" fmla="*/ 3240672 w 3358477"/>
              <a:gd name="connsiteY1" fmla="*/ 723654 h 3092830"/>
              <a:gd name="connsiteX2" fmla="*/ 2708142 w 3358477"/>
              <a:gd name="connsiteY2" fmla="*/ 2925951 h 3092830"/>
              <a:gd name="connsiteX3" fmla="*/ 342702 w 3358477"/>
              <a:gd name="connsiteY3" fmla="*/ 2774595 h 3092830"/>
              <a:gd name="connsiteX4" fmla="*/ 217616 w 3358477"/>
              <a:gd name="connsiteY4" fmla="*/ 469133 h 3092830"/>
              <a:gd name="connsiteX0" fmla="*/ 271746 w 3412607"/>
              <a:gd name="connsiteY0" fmla="*/ 469133 h 3092830"/>
              <a:gd name="connsiteX1" fmla="*/ 3294802 w 3412607"/>
              <a:gd name="connsiteY1" fmla="*/ 723654 h 3092830"/>
              <a:gd name="connsiteX2" fmla="*/ 2762272 w 3412607"/>
              <a:gd name="connsiteY2" fmla="*/ 2925951 h 3092830"/>
              <a:gd name="connsiteX3" fmla="*/ 396832 w 3412607"/>
              <a:gd name="connsiteY3" fmla="*/ 2774595 h 3092830"/>
              <a:gd name="connsiteX4" fmla="*/ 271746 w 3412607"/>
              <a:gd name="connsiteY4" fmla="*/ 469133 h 3092830"/>
              <a:gd name="connsiteX0" fmla="*/ 271746 w 3412607"/>
              <a:gd name="connsiteY0" fmla="*/ 469133 h 3136764"/>
              <a:gd name="connsiteX1" fmla="*/ 3294802 w 3412607"/>
              <a:gd name="connsiteY1" fmla="*/ 723654 h 3136764"/>
              <a:gd name="connsiteX2" fmla="*/ 2762272 w 3412607"/>
              <a:gd name="connsiteY2" fmla="*/ 2925951 h 3136764"/>
              <a:gd name="connsiteX3" fmla="*/ 396832 w 3412607"/>
              <a:gd name="connsiteY3" fmla="*/ 2774595 h 3136764"/>
              <a:gd name="connsiteX4" fmla="*/ 271746 w 3412607"/>
              <a:gd name="connsiteY4" fmla="*/ 469133 h 3136764"/>
              <a:gd name="connsiteX0" fmla="*/ 179679 w 3320540"/>
              <a:gd name="connsiteY0" fmla="*/ 469133 h 3141196"/>
              <a:gd name="connsiteX1" fmla="*/ 3202735 w 3320540"/>
              <a:gd name="connsiteY1" fmla="*/ 723654 h 3141196"/>
              <a:gd name="connsiteX2" fmla="*/ 2670205 w 3320540"/>
              <a:gd name="connsiteY2" fmla="*/ 2925951 h 3141196"/>
              <a:gd name="connsiteX3" fmla="*/ 533365 w 3320540"/>
              <a:gd name="connsiteY3" fmla="*/ 2787295 h 3141196"/>
              <a:gd name="connsiteX4" fmla="*/ 179679 w 3320540"/>
              <a:gd name="connsiteY4" fmla="*/ 469133 h 3141196"/>
              <a:gd name="connsiteX0" fmla="*/ 179679 w 3291394"/>
              <a:gd name="connsiteY0" fmla="*/ 415151 h 3087214"/>
              <a:gd name="connsiteX1" fmla="*/ 3164635 w 3291394"/>
              <a:gd name="connsiteY1" fmla="*/ 809372 h 3087214"/>
              <a:gd name="connsiteX2" fmla="*/ 2670205 w 3291394"/>
              <a:gd name="connsiteY2" fmla="*/ 2871969 h 3087214"/>
              <a:gd name="connsiteX3" fmla="*/ 533365 w 3291394"/>
              <a:gd name="connsiteY3" fmla="*/ 2733313 h 3087214"/>
              <a:gd name="connsiteX4" fmla="*/ 179679 w 3291394"/>
              <a:gd name="connsiteY4" fmla="*/ 415151 h 3087214"/>
              <a:gd name="connsiteX0" fmla="*/ 241757 w 3188372"/>
              <a:gd name="connsiteY0" fmla="*/ 415151 h 3087214"/>
              <a:gd name="connsiteX1" fmla="*/ 3061613 w 3188372"/>
              <a:gd name="connsiteY1" fmla="*/ 809372 h 3087214"/>
              <a:gd name="connsiteX2" fmla="*/ 2567183 w 3188372"/>
              <a:gd name="connsiteY2" fmla="*/ 2871969 h 3087214"/>
              <a:gd name="connsiteX3" fmla="*/ 430343 w 3188372"/>
              <a:gd name="connsiteY3" fmla="*/ 2733313 h 3087214"/>
              <a:gd name="connsiteX4" fmla="*/ 241757 w 3188372"/>
              <a:gd name="connsiteY4" fmla="*/ 415151 h 3087214"/>
              <a:gd name="connsiteX0" fmla="*/ 241757 w 3205298"/>
              <a:gd name="connsiteY0" fmla="*/ 415151 h 3087214"/>
              <a:gd name="connsiteX1" fmla="*/ 3061613 w 3205298"/>
              <a:gd name="connsiteY1" fmla="*/ 809372 h 3087214"/>
              <a:gd name="connsiteX2" fmla="*/ 2567183 w 3205298"/>
              <a:gd name="connsiteY2" fmla="*/ 2871969 h 3087214"/>
              <a:gd name="connsiteX3" fmla="*/ 430343 w 3205298"/>
              <a:gd name="connsiteY3" fmla="*/ 2733313 h 3087214"/>
              <a:gd name="connsiteX4" fmla="*/ 241757 w 3205298"/>
              <a:gd name="connsiteY4" fmla="*/ 415151 h 3087214"/>
              <a:gd name="connsiteX0" fmla="*/ 241757 w 3173897"/>
              <a:gd name="connsiteY0" fmla="*/ 415151 h 3129883"/>
              <a:gd name="connsiteX1" fmla="*/ 3061613 w 3173897"/>
              <a:gd name="connsiteY1" fmla="*/ 809372 h 3129883"/>
              <a:gd name="connsiteX2" fmla="*/ 2414783 w 3173897"/>
              <a:gd name="connsiteY2" fmla="*/ 2935469 h 3129883"/>
              <a:gd name="connsiteX3" fmla="*/ 430343 w 3173897"/>
              <a:gd name="connsiteY3" fmla="*/ 2733313 h 3129883"/>
              <a:gd name="connsiteX4" fmla="*/ 241757 w 3173897"/>
              <a:gd name="connsiteY4" fmla="*/ 415151 h 3129883"/>
              <a:gd name="connsiteX0" fmla="*/ 241757 w 3173897"/>
              <a:gd name="connsiteY0" fmla="*/ 415151 h 3062825"/>
              <a:gd name="connsiteX1" fmla="*/ 3061613 w 3173897"/>
              <a:gd name="connsiteY1" fmla="*/ 809372 h 3062825"/>
              <a:gd name="connsiteX2" fmla="*/ 2414783 w 3173897"/>
              <a:gd name="connsiteY2" fmla="*/ 2935469 h 3062825"/>
              <a:gd name="connsiteX3" fmla="*/ 430343 w 3173897"/>
              <a:gd name="connsiteY3" fmla="*/ 2733313 h 3062825"/>
              <a:gd name="connsiteX4" fmla="*/ 241757 w 3173897"/>
              <a:gd name="connsiteY4" fmla="*/ 415151 h 3062825"/>
              <a:gd name="connsiteX0" fmla="*/ 247478 w 3179618"/>
              <a:gd name="connsiteY0" fmla="*/ 415151 h 3044357"/>
              <a:gd name="connsiteX1" fmla="*/ 3067334 w 3179618"/>
              <a:gd name="connsiteY1" fmla="*/ 809372 h 3044357"/>
              <a:gd name="connsiteX2" fmla="*/ 2420504 w 3179618"/>
              <a:gd name="connsiteY2" fmla="*/ 2935469 h 3044357"/>
              <a:gd name="connsiteX3" fmla="*/ 423364 w 3179618"/>
              <a:gd name="connsiteY3" fmla="*/ 2669813 h 3044357"/>
              <a:gd name="connsiteX4" fmla="*/ 247478 w 3179618"/>
              <a:gd name="connsiteY4" fmla="*/ 415151 h 3044357"/>
              <a:gd name="connsiteX0" fmla="*/ 298857 w 3230997"/>
              <a:gd name="connsiteY0" fmla="*/ 415151 h 3044357"/>
              <a:gd name="connsiteX1" fmla="*/ 3118713 w 3230997"/>
              <a:gd name="connsiteY1" fmla="*/ 809372 h 3044357"/>
              <a:gd name="connsiteX2" fmla="*/ 2471883 w 3230997"/>
              <a:gd name="connsiteY2" fmla="*/ 2935469 h 3044357"/>
              <a:gd name="connsiteX3" fmla="*/ 474743 w 3230997"/>
              <a:gd name="connsiteY3" fmla="*/ 2669813 h 3044357"/>
              <a:gd name="connsiteX4" fmla="*/ 298857 w 3230997"/>
              <a:gd name="connsiteY4" fmla="*/ 415151 h 3044357"/>
              <a:gd name="connsiteX0" fmla="*/ 341177 w 3273317"/>
              <a:gd name="connsiteY0" fmla="*/ 415151 h 3044357"/>
              <a:gd name="connsiteX1" fmla="*/ 3161033 w 3273317"/>
              <a:gd name="connsiteY1" fmla="*/ 809372 h 3044357"/>
              <a:gd name="connsiteX2" fmla="*/ 2514203 w 3273317"/>
              <a:gd name="connsiteY2" fmla="*/ 2935469 h 3044357"/>
              <a:gd name="connsiteX3" fmla="*/ 517063 w 3273317"/>
              <a:gd name="connsiteY3" fmla="*/ 2669813 h 3044357"/>
              <a:gd name="connsiteX4" fmla="*/ 341177 w 3273317"/>
              <a:gd name="connsiteY4" fmla="*/ 415151 h 3044357"/>
              <a:gd name="connsiteX0" fmla="*/ 341177 w 3273317"/>
              <a:gd name="connsiteY0" fmla="*/ 415151 h 3051564"/>
              <a:gd name="connsiteX1" fmla="*/ 3161033 w 3273317"/>
              <a:gd name="connsiteY1" fmla="*/ 809372 h 3051564"/>
              <a:gd name="connsiteX2" fmla="*/ 2514203 w 3273317"/>
              <a:gd name="connsiteY2" fmla="*/ 2935469 h 3051564"/>
              <a:gd name="connsiteX3" fmla="*/ 517063 w 3273317"/>
              <a:gd name="connsiteY3" fmla="*/ 2669813 h 3051564"/>
              <a:gd name="connsiteX4" fmla="*/ 341177 w 3273317"/>
              <a:gd name="connsiteY4" fmla="*/ 415151 h 3051564"/>
              <a:gd name="connsiteX0" fmla="*/ 331471 w 3263611"/>
              <a:gd name="connsiteY0" fmla="*/ 415151 h 3051564"/>
              <a:gd name="connsiteX1" fmla="*/ 3151327 w 3263611"/>
              <a:gd name="connsiteY1" fmla="*/ 809372 h 3051564"/>
              <a:gd name="connsiteX2" fmla="*/ 2504497 w 3263611"/>
              <a:gd name="connsiteY2" fmla="*/ 2935469 h 3051564"/>
              <a:gd name="connsiteX3" fmla="*/ 507357 w 3263611"/>
              <a:gd name="connsiteY3" fmla="*/ 2669813 h 3051564"/>
              <a:gd name="connsiteX4" fmla="*/ 331471 w 3263611"/>
              <a:gd name="connsiteY4" fmla="*/ 415151 h 3051564"/>
              <a:gd name="connsiteX0" fmla="*/ 349997 w 3282137"/>
              <a:gd name="connsiteY0" fmla="*/ 415151 h 3071256"/>
              <a:gd name="connsiteX1" fmla="*/ 3169853 w 3282137"/>
              <a:gd name="connsiteY1" fmla="*/ 809372 h 3071256"/>
              <a:gd name="connsiteX2" fmla="*/ 2523023 w 3282137"/>
              <a:gd name="connsiteY2" fmla="*/ 2935469 h 3071256"/>
              <a:gd name="connsiteX3" fmla="*/ 478883 w 3282137"/>
              <a:gd name="connsiteY3" fmla="*/ 2732479 h 3071256"/>
              <a:gd name="connsiteX4" fmla="*/ 349997 w 3282137"/>
              <a:gd name="connsiteY4" fmla="*/ 415151 h 3071256"/>
              <a:gd name="connsiteX0" fmla="*/ 349997 w 3282137"/>
              <a:gd name="connsiteY0" fmla="*/ 415151 h 3075800"/>
              <a:gd name="connsiteX1" fmla="*/ 3169853 w 3282137"/>
              <a:gd name="connsiteY1" fmla="*/ 809372 h 3075800"/>
              <a:gd name="connsiteX2" fmla="*/ 2523023 w 3282137"/>
              <a:gd name="connsiteY2" fmla="*/ 2935469 h 3075800"/>
              <a:gd name="connsiteX3" fmla="*/ 478883 w 3282137"/>
              <a:gd name="connsiteY3" fmla="*/ 2732479 h 3075800"/>
              <a:gd name="connsiteX4" fmla="*/ 349997 w 3282137"/>
              <a:gd name="connsiteY4" fmla="*/ 415151 h 3075800"/>
              <a:gd name="connsiteX0" fmla="*/ 355109 w 3287249"/>
              <a:gd name="connsiteY0" fmla="*/ 415151 h 3075801"/>
              <a:gd name="connsiteX1" fmla="*/ 3174965 w 3287249"/>
              <a:gd name="connsiteY1" fmla="*/ 809372 h 3075801"/>
              <a:gd name="connsiteX2" fmla="*/ 2528135 w 3287249"/>
              <a:gd name="connsiteY2" fmla="*/ 2935469 h 3075801"/>
              <a:gd name="connsiteX3" fmla="*/ 483995 w 3287249"/>
              <a:gd name="connsiteY3" fmla="*/ 2732479 h 3075801"/>
              <a:gd name="connsiteX4" fmla="*/ 355109 w 3287249"/>
              <a:gd name="connsiteY4" fmla="*/ 415151 h 3075801"/>
              <a:gd name="connsiteX0" fmla="*/ 355109 w 3287249"/>
              <a:gd name="connsiteY0" fmla="*/ 429004 h 3089654"/>
              <a:gd name="connsiteX1" fmla="*/ 3174965 w 3287249"/>
              <a:gd name="connsiteY1" fmla="*/ 823225 h 3089654"/>
              <a:gd name="connsiteX2" fmla="*/ 2528135 w 3287249"/>
              <a:gd name="connsiteY2" fmla="*/ 2949322 h 3089654"/>
              <a:gd name="connsiteX3" fmla="*/ 483995 w 3287249"/>
              <a:gd name="connsiteY3" fmla="*/ 2746332 h 3089654"/>
              <a:gd name="connsiteX4" fmla="*/ 355109 w 3287249"/>
              <a:gd name="connsiteY4" fmla="*/ 429004 h 3089654"/>
              <a:gd name="connsiteX0" fmla="*/ 355109 w 3307418"/>
              <a:gd name="connsiteY0" fmla="*/ 429004 h 3089654"/>
              <a:gd name="connsiteX1" fmla="*/ 3174965 w 3307418"/>
              <a:gd name="connsiteY1" fmla="*/ 823225 h 3089654"/>
              <a:gd name="connsiteX2" fmla="*/ 2528135 w 3307418"/>
              <a:gd name="connsiteY2" fmla="*/ 2949322 h 3089654"/>
              <a:gd name="connsiteX3" fmla="*/ 483995 w 3307418"/>
              <a:gd name="connsiteY3" fmla="*/ 2746332 h 3089654"/>
              <a:gd name="connsiteX4" fmla="*/ 355109 w 3307418"/>
              <a:gd name="connsiteY4" fmla="*/ 429004 h 3089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418" h="3089654">
                <a:moveTo>
                  <a:pt x="355109" y="429004"/>
                </a:moveTo>
                <a:cubicBezTo>
                  <a:pt x="888254" y="-274541"/>
                  <a:pt x="2782527" y="-91725"/>
                  <a:pt x="3174965" y="823225"/>
                </a:cubicBezTo>
                <a:cubicBezTo>
                  <a:pt x="3514761" y="1870809"/>
                  <a:pt x="3165571" y="2617853"/>
                  <a:pt x="2528135" y="2949322"/>
                </a:cubicBezTo>
                <a:cubicBezTo>
                  <a:pt x="1714545" y="3172703"/>
                  <a:pt x="1000604" y="3146497"/>
                  <a:pt x="483995" y="2746332"/>
                </a:cubicBezTo>
                <a:cubicBezTo>
                  <a:pt x="-70273" y="2292315"/>
                  <a:pt x="-194993" y="1168960"/>
                  <a:pt x="355109" y="429004"/>
                </a:cubicBezTo>
                <a:close/>
              </a:path>
            </a:pathLst>
          </a:custGeom>
          <a:solidFill>
            <a:schemeClr val="bg1">
              <a:lumMod val="95000"/>
            </a:schemeClr>
          </a:solidFill>
          <a:ln>
            <a:noFill/>
          </a:ln>
        </p:spPr>
        <p:txBody>
          <a:bodyPr anchor="ctr" anchorCtr="0"/>
          <a:lstStyle>
            <a:lvl1pPr marL="0" indent="0" algn="ctr">
              <a:buFontTx/>
              <a:buNone/>
              <a:defRPr/>
            </a:lvl1pPr>
          </a:lstStyle>
          <a:p>
            <a:r>
              <a:rPr lang="en-US"/>
              <a:t>Click to add picture. </a:t>
            </a:r>
            <a:br>
              <a:rPr lang="en-US"/>
            </a:br>
            <a:r>
              <a:rPr lang="en-US"/>
              <a:t>Select crop to position photo.</a:t>
            </a:r>
          </a:p>
        </p:txBody>
      </p:sp>
      <p:sp>
        <p:nvSpPr>
          <p:cNvPr id="7" name="Text Placeholder 6">
            <a:extLst>
              <a:ext uri="{FF2B5EF4-FFF2-40B4-BE49-F238E27FC236}">
                <a16:creationId xmlns:a16="http://schemas.microsoft.com/office/drawing/2014/main" id="{A4CA5701-9DD3-2165-B3DF-890AED43CCA3}"/>
              </a:ext>
            </a:extLst>
          </p:cNvPr>
          <p:cNvSpPr>
            <a:spLocks noGrp="1"/>
          </p:cNvSpPr>
          <p:nvPr>
            <p:ph type="body" sz="quarter" idx="14" hasCustomPrompt="1"/>
          </p:nvPr>
        </p:nvSpPr>
        <p:spPr>
          <a:xfrm>
            <a:off x="658586" y="4370466"/>
            <a:ext cx="3341914" cy="379984"/>
          </a:xfrm>
        </p:spPr>
        <p:txBody>
          <a:bodyPr>
            <a:noAutofit/>
          </a:bodyPr>
          <a:lstStyle>
            <a:lvl1pPr marL="0" indent="0" algn="ctr">
              <a:buFontTx/>
              <a:buNone/>
              <a:defRPr sz="1600" b="1">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add first and last name</a:t>
            </a:r>
          </a:p>
        </p:txBody>
      </p:sp>
      <p:sp>
        <p:nvSpPr>
          <p:cNvPr id="8" name="Text Placeholder 6">
            <a:extLst>
              <a:ext uri="{FF2B5EF4-FFF2-40B4-BE49-F238E27FC236}">
                <a16:creationId xmlns:a16="http://schemas.microsoft.com/office/drawing/2014/main" id="{82D0FBDD-C9C4-6333-45FC-C0F1CBD9FB49}"/>
              </a:ext>
            </a:extLst>
          </p:cNvPr>
          <p:cNvSpPr>
            <a:spLocks noGrp="1"/>
          </p:cNvSpPr>
          <p:nvPr>
            <p:ph type="body" sz="quarter" idx="15" hasCustomPrompt="1"/>
          </p:nvPr>
        </p:nvSpPr>
        <p:spPr>
          <a:xfrm>
            <a:off x="658586" y="4780549"/>
            <a:ext cx="3341914" cy="573020"/>
          </a:xfrm>
        </p:spPr>
        <p:txBody>
          <a:bodyPr>
            <a:noAutofit/>
          </a:bodyPr>
          <a:lstStyle>
            <a:lvl1pPr marL="0" indent="0" algn="ctr">
              <a:buFontTx/>
              <a:buNone/>
              <a:defRPr sz="1400" b="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add title, company, district, or school</a:t>
            </a:r>
          </a:p>
        </p:txBody>
      </p:sp>
      <p:sp>
        <p:nvSpPr>
          <p:cNvPr id="21" name="Text Placeholder 6">
            <a:extLst>
              <a:ext uri="{FF2B5EF4-FFF2-40B4-BE49-F238E27FC236}">
                <a16:creationId xmlns:a16="http://schemas.microsoft.com/office/drawing/2014/main" id="{E81F4637-9516-42C5-FDE3-85D8CD70F213}"/>
              </a:ext>
            </a:extLst>
          </p:cNvPr>
          <p:cNvSpPr>
            <a:spLocks noGrp="1"/>
          </p:cNvSpPr>
          <p:nvPr>
            <p:ph type="body" sz="quarter" idx="16" hasCustomPrompt="1"/>
          </p:nvPr>
        </p:nvSpPr>
        <p:spPr>
          <a:xfrm>
            <a:off x="4419600" y="4369968"/>
            <a:ext cx="3352800" cy="379984"/>
          </a:xfrm>
        </p:spPr>
        <p:txBody>
          <a:bodyPr>
            <a:noAutofit/>
          </a:bodyPr>
          <a:lstStyle>
            <a:lvl1pPr marL="0" indent="0" algn="ctr">
              <a:buFontTx/>
              <a:buNone/>
              <a:defRPr sz="1600" b="1">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add first and last name</a:t>
            </a:r>
          </a:p>
        </p:txBody>
      </p:sp>
      <p:sp>
        <p:nvSpPr>
          <p:cNvPr id="22" name="Text Placeholder 6">
            <a:extLst>
              <a:ext uri="{FF2B5EF4-FFF2-40B4-BE49-F238E27FC236}">
                <a16:creationId xmlns:a16="http://schemas.microsoft.com/office/drawing/2014/main" id="{13C7D728-5E37-A8B1-91A2-1A60D1D7BC15}"/>
              </a:ext>
            </a:extLst>
          </p:cNvPr>
          <p:cNvSpPr>
            <a:spLocks noGrp="1"/>
          </p:cNvSpPr>
          <p:nvPr>
            <p:ph type="body" sz="quarter" idx="17" hasCustomPrompt="1"/>
          </p:nvPr>
        </p:nvSpPr>
        <p:spPr>
          <a:xfrm>
            <a:off x="4419600" y="4780051"/>
            <a:ext cx="3352800" cy="573020"/>
          </a:xfrm>
        </p:spPr>
        <p:txBody>
          <a:bodyPr>
            <a:noAutofit/>
          </a:bodyPr>
          <a:lstStyle>
            <a:lvl1pPr marL="0" indent="0" algn="ctr">
              <a:buFontTx/>
              <a:buNone/>
              <a:defRPr sz="1400" b="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add title, company, district, or school</a:t>
            </a:r>
          </a:p>
        </p:txBody>
      </p:sp>
      <p:sp>
        <p:nvSpPr>
          <p:cNvPr id="23" name="Text Placeholder 6">
            <a:extLst>
              <a:ext uri="{FF2B5EF4-FFF2-40B4-BE49-F238E27FC236}">
                <a16:creationId xmlns:a16="http://schemas.microsoft.com/office/drawing/2014/main" id="{F90276E5-90C2-0B9B-927A-8BCF9E0C2B7A}"/>
              </a:ext>
            </a:extLst>
          </p:cNvPr>
          <p:cNvSpPr>
            <a:spLocks noGrp="1"/>
          </p:cNvSpPr>
          <p:nvPr>
            <p:ph type="body" sz="quarter" idx="18" hasCustomPrompt="1"/>
          </p:nvPr>
        </p:nvSpPr>
        <p:spPr>
          <a:xfrm>
            <a:off x="8191500" y="4369968"/>
            <a:ext cx="3352800" cy="379984"/>
          </a:xfrm>
        </p:spPr>
        <p:txBody>
          <a:bodyPr>
            <a:noAutofit/>
          </a:bodyPr>
          <a:lstStyle>
            <a:lvl1pPr marL="0" indent="0" algn="ctr">
              <a:buFontTx/>
              <a:buNone/>
              <a:defRPr sz="1600" b="1">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add first and last name</a:t>
            </a:r>
          </a:p>
        </p:txBody>
      </p:sp>
      <p:sp>
        <p:nvSpPr>
          <p:cNvPr id="24" name="Text Placeholder 6">
            <a:extLst>
              <a:ext uri="{FF2B5EF4-FFF2-40B4-BE49-F238E27FC236}">
                <a16:creationId xmlns:a16="http://schemas.microsoft.com/office/drawing/2014/main" id="{60C31FBE-35F2-4C23-C686-185810749C6F}"/>
              </a:ext>
            </a:extLst>
          </p:cNvPr>
          <p:cNvSpPr>
            <a:spLocks noGrp="1"/>
          </p:cNvSpPr>
          <p:nvPr>
            <p:ph type="body" sz="quarter" idx="19" hasCustomPrompt="1"/>
          </p:nvPr>
        </p:nvSpPr>
        <p:spPr>
          <a:xfrm>
            <a:off x="8191500" y="4780051"/>
            <a:ext cx="3352800" cy="588171"/>
          </a:xfrm>
        </p:spPr>
        <p:txBody>
          <a:bodyPr>
            <a:noAutofit/>
          </a:bodyPr>
          <a:lstStyle>
            <a:lvl1pPr marL="0" indent="0" algn="ctr">
              <a:buFontTx/>
              <a:buNone/>
              <a:defRPr sz="1400" b="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add title, company, district, or school</a:t>
            </a:r>
          </a:p>
        </p:txBody>
      </p:sp>
      <p:sp>
        <p:nvSpPr>
          <p:cNvPr id="25" name="Picture Placeholder 22">
            <a:extLst>
              <a:ext uri="{FF2B5EF4-FFF2-40B4-BE49-F238E27FC236}">
                <a16:creationId xmlns:a16="http://schemas.microsoft.com/office/drawing/2014/main" id="{BA93F5AE-F7FB-5ECD-DF3E-A17FC292BCA0}"/>
              </a:ext>
            </a:extLst>
          </p:cNvPr>
          <p:cNvSpPr>
            <a:spLocks noGrp="1"/>
          </p:cNvSpPr>
          <p:nvPr>
            <p:ph type="pic" sz="quarter" idx="20" hasCustomPrompt="1"/>
          </p:nvPr>
        </p:nvSpPr>
        <p:spPr>
          <a:xfrm>
            <a:off x="4871359" y="1957631"/>
            <a:ext cx="2321558" cy="2131921"/>
          </a:xfrm>
          <a:custGeom>
            <a:avLst/>
            <a:gdLst>
              <a:gd name="connsiteX0" fmla="*/ 0 w 3792538"/>
              <a:gd name="connsiteY0" fmla="*/ 0 h 4849812"/>
              <a:gd name="connsiteX1" fmla="*/ 3792538 w 3792538"/>
              <a:gd name="connsiteY1" fmla="*/ 0 h 4849812"/>
              <a:gd name="connsiteX2" fmla="*/ 3792538 w 3792538"/>
              <a:gd name="connsiteY2" fmla="*/ 4849812 h 4849812"/>
              <a:gd name="connsiteX3" fmla="*/ 0 w 3792538"/>
              <a:gd name="connsiteY3" fmla="*/ 4849812 h 4849812"/>
              <a:gd name="connsiteX4" fmla="*/ 0 w 3792538"/>
              <a:gd name="connsiteY4" fmla="*/ 0 h 4849812"/>
              <a:gd name="connsiteX0" fmla="*/ 175365 w 3792538"/>
              <a:gd name="connsiteY0" fmla="*/ 187891 h 4849812"/>
              <a:gd name="connsiteX1" fmla="*/ 3792538 w 3792538"/>
              <a:gd name="connsiteY1" fmla="*/ 0 h 4849812"/>
              <a:gd name="connsiteX2" fmla="*/ 3792538 w 3792538"/>
              <a:gd name="connsiteY2" fmla="*/ 4849812 h 4849812"/>
              <a:gd name="connsiteX3" fmla="*/ 0 w 3792538"/>
              <a:gd name="connsiteY3" fmla="*/ 4849812 h 4849812"/>
              <a:gd name="connsiteX4" fmla="*/ 175365 w 3792538"/>
              <a:gd name="connsiteY4" fmla="*/ 187891 h 4849812"/>
              <a:gd name="connsiteX0" fmla="*/ 175365 w 3792538"/>
              <a:gd name="connsiteY0" fmla="*/ 254121 h 4916042"/>
              <a:gd name="connsiteX1" fmla="*/ 3792538 w 3792538"/>
              <a:gd name="connsiteY1" fmla="*/ 66230 h 4916042"/>
              <a:gd name="connsiteX2" fmla="*/ 3792538 w 3792538"/>
              <a:gd name="connsiteY2" fmla="*/ 4916042 h 4916042"/>
              <a:gd name="connsiteX3" fmla="*/ 0 w 3792538"/>
              <a:gd name="connsiteY3" fmla="*/ 4916042 h 4916042"/>
              <a:gd name="connsiteX4" fmla="*/ 175365 w 3792538"/>
              <a:gd name="connsiteY4" fmla="*/ 254121 h 4916042"/>
              <a:gd name="connsiteX0" fmla="*/ 186614 w 3803787"/>
              <a:gd name="connsiteY0" fmla="*/ 254121 h 4916042"/>
              <a:gd name="connsiteX1" fmla="*/ 3803787 w 3803787"/>
              <a:gd name="connsiteY1" fmla="*/ 66230 h 4916042"/>
              <a:gd name="connsiteX2" fmla="*/ 3803787 w 3803787"/>
              <a:gd name="connsiteY2" fmla="*/ 4916042 h 4916042"/>
              <a:gd name="connsiteX3" fmla="*/ 11249 w 3803787"/>
              <a:gd name="connsiteY3" fmla="*/ 4916042 h 4916042"/>
              <a:gd name="connsiteX4" fmla="*/ 186614 w 3803787"/>
              <a:gd name="connsiteY4" fmla="*/ 254121 h 4916042"/>
              <a:gd name="connsiteX0" fmla="*/ 90495 w 3707668"/>
              <a:gd name="connsiteY0" fmla="*/ 254121 h 4916042"/>
              <a:gd name="connsiteX1" fmla="*/ 3707668 w 3707668"/>
              <a:gd name="connsiteY1" fmla="*/ 66230 h 4916042"/>
              <a:gd name="connsiteX2" fmla="*/ 3707668 w 3707668"/>
              <a:gd name="connsiteY2" fmla="*/ 4916042 h 4916042"/>
              <a:gd name="connsiteX3" fmla="*/ 353541 w 3707668"/>
              <a:gd name="connsiteY3" fmla="*/ 4916042 h 4916042"/>
              <a:gd name="connsiteX4" fmla="*/ 90495 w 3707668"/>
              <a:gd name="connsiteY4" fmla="*/ 254121 h 4916042"/>
              <a:gd name="connsiteX0" fmla="*/ 191817 w 3808990"/>
              <a:gd name="connsiteY0" fmla="*/ 254121 h 4916042"/>
              <a:gd name="connsiteX1" fmla="*/ 3808990 w 3808990"/>
              <a:gd name="connsiteY1" fmla="*/ 66230 h 4916042"/>
              <a:gd name="connsiteX2" fmla="*/ 3808990 w 3808990"/>
              <a:gd name="connsiteY2" fmla="*/ 4916042 h 4916042"/>
              <a:gd name="connsiteX3" fmla="*/ 454863 w 3808990"/>
              <a:gd name="connsiteY3" fmla="*/ 4916042 h 4916042"/>
              <a:gd name="connsiteX4" fmla="*/ 191817 w 3808990"/>
              <a:gd name="connsiteY4" fmla="*/ 254121 h 4916042"/>
              <a:gd name="connsiteX0" fmla="*/ 191817 w 3808990"/>
              <a:gd name="connsiteY0" fmla="*/ 254121 h 5099757"/>
              <a:gd name="connsiteX1" fmla="*/ 3808990 w 3808990"/>
              <a:gd name="connsiteY1" fmla="*/ 66230 h 5099757"/>
              <a:gd name="connsiteX2" fmla="*/ 3808990 w 3808990"/>
              <a:gd name="connsiteY2" fmla="*/ 4916042 h 5099757"/>
              <a:gd name="connsiteX3" fmla="*/ 454863 w 3808990"/>
              <a:gd name="connsiteY3" fmla="*/ 4916042 h 5099757"/>
              <a:gd name="connsiteX4" fmla="*/ 191817 w 3808990"/>
              <a:gd name="connsiteY4" fmla="*/ 254121 h 5099757"/>
              <a:gd name="connsiteX0" fmla="*/ 191817 w 3808990"/>
              <a:gd name="connsiteY0" fmla="*/ 254121 h 5103061"/>
              <a:gd name="connsiteX1" fmla="*/ 3808990 w 3808990"/>
              <a:gd name="connsiteY1" fmla="*/ 66230 h 5103061"/>
              <a:gd name="connsiteX2" fmla="*/ 3596047 w 3808990"/>
              <a:gd name="connsiteY2" fmla="*/ 4928568 h 5103061"/>
              <a:gd name="connsiteX3" fmla="*/ 454863 w 3808990"/>
              <a:gd name="connsiteY3" fmla="*/ 4916042 h 5103061"/>
              <a:gd name="connsiteX4" fmla="*/ 191817 w 3808990"/>
              <a:gd name="connsiteY4" fmla="*/ 254121 h 5103061"/>
              <a:gd name="connsiteX0" fmla="*/ 191817 w 3808990"/>
              <a:gd name="connsiteY0" fmla="*/ 254121 h 5218251"/>
              <a:gd name="connsiteX1" fmla="*/ 3808990 w 3808990"/>
              <a:gd name="connsiteY1" fmla="*/ 66230 h 5218251"/>
              <a:gd name="connsiteX2" fmla="*/ 3596047 w 3808990"/>
              <a:gd name="connsiteY2" fmla="*/ 4928568 h 5218251"/>
              <a:gd name="connsiteX3" fmla="*/ 454863 w 3808990"/>
              <a:gd name="connsiteY3" fmla="*/ 4916042 h 5218251"/>
              <a:gd name="connsiteX4" fmla="*/ 191817 w 3808990"/>
              <a:gd name="connsiteY4" fmla="*/ 254121 h 5218251"/>
              <a:gd name="connsiteX0" fmla="*/ 191817 w 3860878"/>
              <a:gd name="connsiteY0" fmla="*/ 254121 h 5218251"/>
              <a:gd name="connsiteX1" fmla="*/ 3808990 w 3860878"/>
              <a:gd name="connsiteY1" fmla="*/ 66230 h 5218251"/>
              <a:gd name="connsiteX2" fmla="*/ 3596047 w 3860878"/>
              <a:gd name="connsiteY2" fmla="*/ 4928568 h 5218251"/>
              <a:gd name="connsiteX3" fmla="*/ 454863 w 3860878"/>
              <a:gd name="connsiteY3" fmla="*/ 4916042 h 5218251"/>
              <a:gd name="connsiteX4" fmla="*/ 191817 w 3860878"/>
              <a:gd name="connsiteY4" fmla="*/ 254121 h 5218251"/>
              <a:gd name="connsiteX0" fmla="*/ 191817 w 3799284"/>
              <a:gd name="connsiteY0" fmla="*/ 207404 h 5171534"/>
              <a:gd name="connsiteX1" fmla="*/ 3608573 w 3799284"/>
              <a:gd name="connsiteY1" fmla="*/ 169825 h 5171534"/>
              <a:gd name="connsiteX2" fmla="*/ 3596047 w 3799284"/>
              <a:gd name="connsiteY2" fmla="*/ 4881851 h 5171534"/>
              <a:gd name="connsiteX3" fmla="*/ 454863 w 3799284"/>
              <a:gd name="connsiteY3" fmla="*/ 4869325 h 5171534"/>
              <a:gd name="connsiteX4" fmla="*/ 191817 w 3799284"/>
              <a:gd name="connsiteY4" fmla="*/ 207404 h 5171534"/>
              <a:gd name="connsiteX0" fmla="*/ 191817 w 3799284"/>
              <a:gd name="connsiteY0" fmla="*/ 361834 h 5325964"/>
              <a:gd name="connsiteX1" fmla="*/ 3608573 w 3799284"/>
              <a:gd name="connsiteY1" fmla="*/ 324255 h 5325964"/>
              <a:gd name="connsiteX2" fmla="*/ 3596047 w 3799284"/>
              <a:gd name="connsiteY2" fmla="*/ 5036281 h 5325964"/>
              <a:gd name="connsiteX3" fmla="*/ 454863 w 3799284"/>
              <a:gd name="connsiteY3" fmla="*/ 5023755 h 5325964"/>
              <a:gd name="connsiteX4" fmla="*/ 191817 w 3799284"/>
              <a:gd name="connsiteY4" fmla="*/ 361834 h 5325964"/>
              <a:gd name="connsiteX0" fmla="*/ 191817 w 3884556"/>
              <a:gd name="connsiteY0" fmla="*/ 361834 h 5325964"/>
              <a:gd name="connsiteX1" fmla="*/ 3608573 w 3884556"/>
              <a:gd name="connsiteY1" fmla="*/ 324255 h 5325964"/>
              <a:gd name="connsiteX2" fmla="*/ 3596047 w 3884556"/>
              <a:gd name="connsiteY2" fmla="*/ 5036281 h 5325964"/>
              <a:gd name="connsiteX3" fmla="*/ 454863 w 3884556"/>
              <a:gd name="connsiteY3" fmla="*/ 5023755 h 5325964"/>
              <a:gd name="connsiteX4" fmla="*/ 191817 w 3884556"/>
              <a:gd name="connsiteY4" fmla="*/ 361834 h 5325964"/>
              <a:gd name="connsiteX0" fmla="*/ 191817 w 3855754"/>
              <a:gd name="connsiteY0" fmla="*/ 361834 h 5726890"/>
              <a:gd name="connsiteX1" fmla="*/ 3608573 w 3855754"/>
              <a:gd name="connsiteY1" fmla="*/ 324255 h 5726890"/>
              <a:gd name="connsiteX2" fmla="*/ 3545943 w 3855754"/>
              <a:gd name="connsiteY2" fmla="*/ 5599952 h 5726890"/>
              <a:gd name="connsiteX3" fmla="*/ 454863 w 3855754"/>
              <a:gd name="connsiteY3" fmla="*/ 5023755 h 5726890"/>
              <a:gd name="connsiteX4" fmla="*/ 191817 w 3855754"/>
              <a:gd name="connsiteY4" fmla="*/ 361834 h 5726890"/>
              <a:gd name="connsiteX0" fmla="*/ 259947 w 3923884"/>
              <a:gd name="connsiteY0" fmla="*/ 361834 h 5838594"/>
              <a:gd name="connsiteX1" fmla="*/ 3676703 w 3923884"/>
              <a:gd name="connsiteY1" fmla="*/ 324255 h 5838594"/>
              <a:gd name="connsiteX2" fmla="*/ 3614073 w 3923884"/>
              <a:gd name="connsiteY2" fmla="*/ 5599952 h 5838594"/>
              <a:gd name="connsiteX3" fmla="*/ 360155 w 3923884"/>
              <a:gd name="connsiteY3" fmla="*/ 5474692 h 5838594"/>
              <a:gd name="connsiteX4" fmla="*/ 259947 w 3923884"/>
              <a:gd name="connsiteY4" fmla="*/ 361834 h 5838594"/>
              <a:gd name="connsiteX0" fmla="*/ 215634 w 3879571"/>
              <a:gd name="connsiteY0" fmla="*/ 361834 h 5838594"/>
              <a:gd name="connsiteX1" fmla="*/ 3632390 w 3879571"/>
              <a:gd name="connsiteY1" fmla="*/ 324255 h 5838594"/>
              <a:gd name="connsiteX2" fmla="*/ 3569760 w 3879571"/>
              <a:gd name="connsiteY2" fmla="*/ 5599952 h 5838594"/>
              <a:gd name="connsiteX3" fmla="*/ 315842 w 3879571"/>
              <a:gd name="connsiteY3" fmla="*/ 5474692 h 5838594"/>
              <a:gd name="connsiteX4" fmla="*/ 215634 w 3879571"/>
              <a:gd name="connsiteY4" fmla="*/ 361834 h 5838594"/>
              <a:gd name="connsiteX0" fmla="*/ 215634 w 3879571"/>
              <a:gd name="connsiteY0" fmla="*/ 361834 h 5811994"/>
              <a:gd name="connsiteX1" fmla="*/ 3632390 w 3879571"/>
              <a:gd name="connsiteY1" fmla="*/ 324255 h 5811994"/>
              <a:gd name="connsiteX2" fmla="*/ 3569760 w 3879571"/>
              <a:gd name="connsiteY2" fmla="*/ 5599952 h 5811994"/>
              <a:gd name="connsiteX3" fmla="*/ 315842 w 3879571"/>
              <a:gd name="connsiteY3" fmla="*/ 5474692 h 5811994"/>
              <a:gd name="connsiteX4" fmla="*/ 215634 w 3879571"/>
              <a:gd name="connsiteY4" fmla="*/ 361834 h 5811994"/>
              <a:gd name="connsiteX0" fmla="*/ 215634 w 3859822"/>
              <a:gd name="connsiteY0" fmla="*/ 361834 h 5811994"/>
              <a:gd name="connsiteX1" fmla="*/ 3632390 w 3859822"/>
              <a:gd name="connsiteY1" fmla="*/ 324255 h 5811994"/>
              <a:gd name="connsiteX2" fmla="*/ 3569760 w 3859822"/>
              <a:gd name="connsiteY2" fmla="*/ 5599952 h 5811994"/>
              <a:gd name="connsiteX3" fmla="*/ 315842 w 3859822"/>
              <a:gd name="connsiteY3" fmla="*/ 5474692 h 5811994"/>
              <a:gd name="connsiteX4" fmla="*/ 215634 w 3859822"/>
              <a:gd name="connsiteY4" fmla="*/ 361834 h 5811994"/>
              <a:gd name="connsiteX0" fmla="*/ 215634 w 3859822"/>
              <a:gd name="connsiteY0" fmla="*/ 390006 h 5840166"/>
              <a:gd name="connsiteX1" fmla="*/ 3632390 w 3859822"/>
              <a:gd name="connsiteY1" fmla="*/ 352427 h 5840166"/>
              <a:gd name="connsiteX2" fmla="*/ 3569760 w 3859822"/>
              <a:gd name="connsiteY2" fmla="*/ 5628124 h 5840166"/>
              <a:gd name="connsiteX3" fmla="*/ 315842 w 3859822"/>
              <a:gd name="connsiteY3" fmla="*/ 5502864 h 5840166"/>
              <a:gd name="connsiteX4" fmla="*/ 215634 w 3859822"/>
              <a:gd name="connsiteY4" fmla="*/ 390006 h 5840166"/>
              <a:gd name="connsiteX0" fmla="*/ 215634 w 3859822"/>
              <a:gd name="connsiteY0" fmla="*/ 452210 h 5902370"/>
              <a:gd name="connsiteX1" fmla="*/ 3632390 w 3859822"/>
              <a:gd name="connsiteY1" fmla="*/ 414631 h 5902370"/>
              <a:gd name="connsiteX2" fmla="*/ 3569760 w 3859822"/>
              <a:gd name="connsiteY2" fmla="*/ 5690328 h 5902370"/>
              <a:gd name="connsiteX3" fmla="*/ 315842 w 3859822"/>
              <a:gd name="connsiteY3" fmla="*/ 5565068 h 5902370"/>
              <a:gd name="connsiteX4" fmla="*/ 215634 w 3859822"/>
              <a:gd name="connsiteY4" fmla="*/ 452210 h 5902370"/>
              <a:gd name="connsiteX0" fmla="*/ 228420 w 3872608"/>
              <a:gd name="connsiteY0" fmla="*/ 452210 h 5902370"/>
              <a:gd name="connsiteX1" fmla="*/ 3645176 w 3872608"/>
              <a:gd name="connsiteY1" fmla="*/ 414631 h 5902370"/>
              <a:gd name="connsiteX2" fmla="*/ 3582546 w 3872608"/>
              <a:gd name="connsiteY2" fmla="*/ 5690328 h 5902370"/>
              <a:gd name="connsiteX3" fmla="*/ 328628 w 3872608"/>
              <a:gd name="connsiteY3" fmla="*/ 5565068 h 5902370"/>
              <a:gd name="connsiteX4" fmla="*/ 228420 w 3872608"/>
              <a:gd name="connsiteY4" fmla="*/ 452210 h 5902370"/>
              <a:gd name="connsiteX0" fmla="*/ 228420 w 3872608"/>
              <a:gd name="connsiteY0" fmla="*/ 452210 h 5863850"/>
              <a:gd name="connsiteX1" fmla="*/ 3645176 w 3872608"/>
              <a:gd name="connsiteY1" fmla="*/ 414631 h 5863850"/>
              <a:gd name="connsiteX2" fmla="*/ 3582546 w 3872608"/>
              <a:gd name="connsiteY2" fmla="*/ 5690328 h 5863850"/>
              <a:gd name="connsiteX3" fmla="*/ 328628 w 3872608"/>
              <a:gd name="connsiteY3" fmla="*/ 5565068 h 5863850"/>
              <a:gd name="connsiteX4" fmla="*/ 228420 w 3872608"/>
              <a:gd name="connsiteY4" fmla="*/ 452210 h 5863850"/>
              <a:gd name="connsiteX0" fmla="*/ 212338 w 3856526"/>
              <a:gd name="connsiteY0" fmla="*/ 452210 h 5878025"/>
              <a:gd name="connsiteX1" fmla="*/ 3629094 w 3856526"/>
              <a:gd name="connsiteY1" fmla="*/ 414631 h 5878025"/>
              <a:gd name="connsiteX2" fmla="*/ 3566464 w 3856526"/>
              <a:gd name="connsiteY2" fmla="*/ 5690328 h 5878025"/>
              <a:gd name="connsiteX3" fmla="*/ 350124 w 3856526"/>
              <a:gd name="connsiteY3" fmla="*/ 5615172 h 5878025"/>
              <a:gd name="connsiteX4" fmla="*/ 212338 w 3856526"/>
              <a:gd name="connsiteY4" fmla="*/ 452210 h 5878025"/>
              <a:gd name="connsiteX0" fmla="*/ 183932 w 3828120"/>
              <a:gd name="connsiteY0" fmla="*/ 452210 h 5732040"/>
              <a:gd name="connsiteX1" fmla="*/ 3600688 w 3828120"/>
              <a:gd name="connsiteY1" fmla="*/ 414631 h 5732040"/>
              <a:gd name="connsiteX2" fmla="*/ 3538058 w 3828120"/>
              <a:gd name="connsiteY2" fmla="*/ 5690328 h 5732040"/>
              <a:gd name="connsiteX3" fmla="*/ 397918 w 3828120"/>
              <a:gd name="connsiteY3" fmla="*/ 3608572 h 5732040"/>
              <a:gd name="connsiteX4" fmla="*/ 183932 w 3828120"/>
              <a:gd name="connsiteY4" fmla="*/ 452210 h 5732040"/>
              <a:gd name="connsiteX0" fmla="*/ 183932 w 3743009"/>
              <a:gd name="connsiteY0" fmla="*/ 452210 h 3730129"/>
              <a:gd name="connsiteX1" fmla="*/ 3600688 w 3743009"/>
              <a:gd name="connsiteY1" fmla="*/ 414631 h 3730129"/>
              <a:gd name="connsiteX2" fmla="*/ 3334858 w 3743009"/>
              <a:gd name="connsiteY2" fmla="*/ 3429728 h 3730129"/>
              <a:gd name="connsiteX3" fmla="*/ 397918 w 3743009"/>
              <a:gd name="connsiteY3" fmla="*/ 3608572 h 3730129"/>
              <a:gd name="connsiteX4" fmla="*/ 183932 w 3743009"/>
              <a:gd name="connsiteY4" fmla="*/ 452210 h 3730129"/>
              <a:gd name="connsiteX0" fmla="*/ 234419 w 3666496"/>
              <a:gd name="connsiteY0" fmla="*/ 626468 h 3624987"/>
              <a:gd name="connsiteX1" fmla="*/ 3524175 w 3666496"/>
              <a:gd name="connsiteY1" fmla="*/ 309489 h 3624987"/>
              <a:gd name="connsiteX2" fmla="*/ 3258345 w 3666496"/>
              <a:gd name="connsiteY2" fmla="*/ 3324586 h 3624987"/>
              <a:gd name="connsiteX3" fmla="*/ 321405 w 3666496"/>
              <a:gd name="connsiteY3" fmla="*/ 3503430 h 3624987"/>
              <a:gd name="connsiteX4" fmla="*/ 234419 w 3666496"/>
              <a:gd name="connsiteY4" fmla="*/ 626468 h 3624987"/>
              <a:gd name="connsiteX0" fmla="*/ 234419 w 3684266"/>
              <a:gd name="connsiteY0" fmla="*/ 277062 h 3275581"/>
              <a:gd name="connsiteX1" fmla="*/ 3549575 w 3684266"/>
              <a:gd name="connsiteY1" fmla="*/ 671283 h 3275581"/>
              <a:gd name="connsiteX2" fmla="*/ 3258345 w 3684266"/>
              <a:gd name="connsiteY2" fmla="*/ 2975180 h 3275581"/>
              <a:gd name="connsiteX3" fmla="*/ 321405 w 3684266"/>
              <a:gd name="connsiteY3" fmla="*/ 3154024 h 3275581"/>
              <a:gd name="connsiteX4" fmla="*/ 234419 w 3684266"/>
              <a:gd name="connsiteY4" fmla="*/ 277062 h 3275581"/>
              <a:gd name="connsiteX0" fmla="*/ 252697 w 3664444"/>
              <a:gd name="connsiteY0" fmla="*/ 459126 h 3013145"/>
              <a:gd name="connsiteX1" fmla="*/ 3529753 w 3664444"/>
              <a:gd name="connsiteY1" fmla="*/ 408847 h 3013145"/>
              <a:gd name="connsiteX2" fmla="*/ 3238523 w 3664444"/>
              <a:gd name="connsiteY2" fmla="*/ 2712744 h 3013145"/>
              <a:gd name="connsiteX3" fmla="*/ 301583 w 3664444"/>
              <a:gd name="connsiteY3" fmla="*/ 2891588 h 3013145"/>
              <a:gd name="connsiteX4" fmla="*/ 252697 w 3664444"/>
              <a:gd name="connsiteY4" fmla="*/ 459126 h 3013145"/>
              <a:gd name="connsiteX0" fmla="*/ 252697 w 3615472"/>
              <a:gd name="connsiteY0" fmla="*/ 459126 h 3248942"/>
              <a:gd name="connsiteX1" fmla="*/ 3529753 w 3615472"/>
              <a:gd name="connsiteY1" fmla="*/ 408847 h 3248942"/>
              <a:gd name="connsiteX2" fmla="*/ 2997223 w 3615472"/>
              <a:gd name="connsiteY2" fmla="*/ 3093744 h 3248942"/>
              <a:gd name="connsiteX3" fmla="*/ 301583 w 3615472"/>
              <a:gd name="connsiteY3" fmla="*/ 2891588 h 3248942"/>
              <a:gd name="connsiteX4" fmla="*/ 252697 w 3615472"/>
              <a:gd name="connsiteY4" fmla="*/ 459126 h 3248942"/>
              <a:gd name="connsiteX0" fmla="*/ 252697 w 3423144"/>
              <a:gd name="connsiteY0" fmla="*/ 308496 h 3098312"/>
              <a:gd name="connsiteX1" fmla="*/ 3288453 w 3423144"/>
              <a:gd name="connsiteY1" fmla="*/ 601117 h 3098312"/>
              <a:gd name="connsiteX2" fmla="*/ 2997223 w 3423144"/>
              <a:gd name="connsiteY2" fmla="*/ 2943114 h 3098312"/>
              <a:gd name="connsiteX3" fmla="*/ 301583 w 3423144"/>
              <a:gd name="connsiteY3" fmla="*/ 2740958 h 3098312"/>
              <a:gd name="connsiteX4" fmla="*/ 252697 w 3423144"/>
              <a:gd name="connsiteY4" fmla="*/ 308496 h 3098312"/>
              <a:gd name="connsiteX0" fmla="*/ 188292 w 3358739"/>
              <a:gd name="connsiteY0" fmla="*/ 308496 h 3113167"/>
              <a:gd name="connsiteX1" fmla="*/ 3224048 w 3358739"/>
              <a:gd name="connsiteY1" fmla="*/ 601117 h 3113167"/>
              <a:gd name="connsiteX2" fmla="*/ 2932818 w 3358739"/>
              <a:gd name="connsiteY2" fmla="*/ 2943114 h 3113167"/>
              <a:gd name="connsiteX3" fmla="*/ 389578 w 3358739"/>
              <a:gd name="connsiteY3" fmla="*/ 2804458 h 3113167"/>
              <a:gd name="connsiteX4" fmla="*/ 188292 w 3358739"/>
              <a:gd name="connsiteY4" fmla="*/ 308496 h 3113167"/>
              <a:gd name="connsiteX0" fmla="*/ 217616 w 3311863"/>
              <a:gd name="connsiteY0" fmla="*/ 383019 h 2997190"/>
              <a:gd name="connsiteX1" fmla="*/ 3177172 w 3311863"/>
              <a:gd name="connsiteY1" fmla="*/ 485140 h 2997190"/>
              <a:gd name="connsiteX2" fmla="*/ 2885942 w 3311863"/>
              <a:gd name="connsiteY2" fmla="*/ 2827137 h 2997190"/>
              <a:gd name="connsiteX3" fmla="*/ 342702 w 3311863"/>
              <a:gd name="connsiteY3" fmla="*/ 2688481 h 2997190"/>
              <a:gd name="connsiteX4" fmla="*/ 217616 w 3311863"/>
              <a:gd name="connsiteY4" fmla="*/ 383019 h 2997190"/>
              <a:gd name="connsiteX0" fmla="*/ 217616 w 3311863"/>
              <a:gd name="connsiteY0" fmla="*/ 444889 h 3059060"/>
              <a:gd name="connsiteX1" fmla="*/ 3177172 w 3311863"/>
              <a:gd name="connsiteY1" fmla="*/ 547010 h 3059060"/>
              <a:gd name="connsiteX2" fmla="*/ 2885942 w 3311863"/>
              <a:gd name="connsiteY2" fmla="*/ 2889007 h 3059060"/>
              <a:gd name="connsiteX3" fmla="*/ 342702 w 3311863"/>
              <a:gd name="connsiteY3" fmla="*/ 2750351 h 3059060"/>
              <a:gd name="connsiteX4" fmla="*/ 217616 w 3311863"/>
              <a:gd name="connsiteY4" fmla="*/ 444889 h 3059060"/>
              <a:gd name="connsiteX0" fmla="*/ 217616 w 3358734"/>
              <a:gd name="connsiteY0" fmla="*/ 387706 h 3001877"/>
              <a:gd name="connsiteX1" fmla="*/ 3240672 w 3358734"/>
              <a:gd name="connsiteY1" fmla="*/ 642227 h 3001877"/>
              <a:gd name="connsiteX2" fmla="*/ 2885942 w 3358734"/>
              <a:gd name="connsiteY2" fmla="*/ 2831824 h 3001877"/>
              <a:gd name="connsiteX3" fmla="*/ 342702 w 3358734"/>
              <a:gd name="connsiteY3" fmla="*/ 2693168 h 3001877"/>
              <a:gd name="connsiteX4" fmla="*/ 217616 w 3358734"/>
              <a:gd name="connsiteY4" fmla="*/ 387706 h 3001877"/>
              <a:gd name="connsiteX0" fmla="*/ 217616 w 3358734"/>
              <a:gd name="connsiteY0" fmla="*/ 469133 h 3083304"/>
              <a:gd name="connsiteX1" fmla="*/ 3240672 w 3358734"/>
              <a:gd name="connsiteY1" fmla="*/ 723654 h 3083304"/>
              <a:gd name="connsiteX2" fmla="*/ 2885942 w 3358734"/>
              <a:gd name="connsiteY2" fmla="*/ 2913251 h 3083304"/>
              <a:gd name="connsiteX3" fmla="*/ 342702 w 3358734"/>
              <a:gd name="connsiteY3" fmla="*/ 2774595 h 3083304"/>
              <a:gd name="connsiteX4" fmla="*/ 217616 w 3358734"/>
              <a:gd name="connsiteY4" fmla="*/ 469133 h 3083304"/>
              <a:gd name="connsiteX0" fmla="*/ 217616 w 3326391"/>
              <a:gd name="connsiteY0" fmla="*/ 469133 h 3092830"/>
              <a:gd name="connsiteX1" fmla="*/ 3240672 w 3326391"/>
              <a:gd name="connsiteY1" fmla="*/ 723654 h 3092830"/>
              <a:gd name="connsiteX2" fmla="*/ 2708142 w 3326391"/>
              <a:gd name="connsiteY2" fmla="*/ 2925951 h 3092830"/>
              <a:gd name="connsiteX3" fmla="*/ 342702 w 3326391"/>
              <a:gd name="connsiteY3" fmla="*/ 2774595 h 3092830"/>
              <a:gd name="connsiteX4" fmla="*/ 217616 w 3326391"/>
              <a:gd name="connsiteY4" fmla="*/ 469133 h 3092830"/>
              <a:gd name="connsiteX0" fmla="*/ 217616 w 3358477"/>
              <a:gd name="connsiteY0" fmla="*/ 469133 h 3092830"/>
              <a:gd name="connsiteX1" fmla="*/ 3240672 w 3358477"/>
              <a:gd name="connsiteY1" fmla="*/ 723654 h 3092830"/>
              <a:gd name="connsiteX2" fmla="*/ 2708142 w 3358477"/>
              <a:gd name="connsiteY2" fmla="*/ 2925951 h 3092830"/>
              <a:gd name="connsiteX3" fmla="*/ 342702 w 3358477"/>
              <a:gd name="connsiteY3" fmla="*/ 2774595 h 3092830"/>
              <a:gd name="connsiteX4" fmla="*/ 217616 w 3358477"/>
              <a:gd name="connsiteY4" fmla="*/ 469133 h 3092830"/>
              <a:gd name="connsiteX0" fmla="*/ 271746 w 3412607"/>
              <a:gd name="connsiteY0" fmla="*/ 469133 h 3092830"/>
              <a:gd name="connsiteX1" fmla="*/ 3294802 w 3412607"/>
              <a:gd name="connsiteY1" fmla="*/ 723654 h 3092830"/>
              <a:gd name="connsiteX2" fmla="*/ 2762272 w 3412607"/>
              <a:gd name="connsiteY2" fmla="*/ 2925951 h 3092830"/>
              <a:gd name="connsiteX3" fmla="*/ 396832 w 3412607"/>
              <a:gd name="connsiteY3" fmla="*/ 2774595 h 3092830"/>
              <a:gd name="connsiteX4" fmla="*/ 271746 w 3412607"/>
              <a:gd name="connsiteY4" fmla="*/ 469133 h 3092830"/>
              <a:gd name="connsiteX0" fmla="*/ 271746 w 3412607"/>
              <a:gd name="connsiteY0" fmla="*/ 469133 h 3136764"/>
              <a:gd name="connsiteX1" fmla="*/ 3294802 w 3412607"/>
              <a:gd name="connsiteY1" fmla="*/ 723654 h 3136764"/>
              <a:gd name="connsiteX2" fmla="*/ 2762272 w 3412607"/>
              <a:gd name="connsiteY2" fmla="*/ 2925951 h 3136764"/>
              <a:gd name="connsiteX3" fmla="*/ 396832 w 3412607"/>
              <a:gd name="connsiteY3" fmla="*/ 2774595 h 3136764"/>
              <a:gd name="connsiteX4" fmla="*/ 271746 w 3412607"/>
              <a:gd name="connsiteY4" fmla="*/ 469133 h 3136764"/>
              <a:gd name="connsiteX0" fmla="*/ 179679 w 3320540"/>
              <a:gd name="connsiteY0" fmla="*/ 469133 h 3141196"/>
              <a:gd name="connsiteX1" fmla="*/ 3202735 w 3320540"/>
              <a:gd name="connsiteY1" fmla="*/ 723654 h 3141196"/>
              <a:gd name="connsiteX2" fmla="*/ 2670205 w 3320540"/>
              <a:gd name="connsiteY2" fmla="*/ 2925951 h 3141196"/>
              <a:gd name="connsiteX3" fmla="*/ 533365 w 3320540"/>
              <a:gd name="connsiteY3" fmla="*/ 2787295 h 3141196"/>
              <a:gd name="connsiteX4" fmla="*/ 179679 w 3320540"/>
              <a:gd name="connsiteY4" fmla="*/ 469133 h 3141196"/>
              <a:gd name="connsiteX0" fmla="*/ 179679 w 3291394"/>
              <a:gd name="connsiteY0" fmla="*/ 415151 h 3087214"/>
              <a:gd name="connsiteX1" fmla="*/ 3164635 w 3291394"/>
              <a:gd name="connsiteY1" fmla="*/ 809372 h 3087214"/>
              <a:gd name="connsiteX2" fmla="*/ 2670205 w 3291394"/>
              <a:gd name="connsiteY2" fmla="*/ 2871969 h 3087214"/>
              <a:gd name="connsiteX3" fmla="*/ 533365 w 3291394"/>
              <a:gd name="connsiteY3" fmla="*/ 2733313 h 3087214"/>
              <a:gd name="connsiteX4" fmla="*/ 179679 w 3291394"/>
              <a:gd name="connsiteY4" fmla="*/ 415151 h 3087214"/>
              <a:gd name="connsiteX0" fmla="*/ 241757 w 3188372"/>
              <a:gd name="connsiteY0" fmla="*/ 415151 h 3087214"/>
              <a:gd name="connsiteX1" fmla="*/ 3061613 w 3188372"/>
              <a:gd name="connsiteY1" fmla="*/ 809372 h 3087214"/>
              <a:gd name="connsiteX2" fmla="*/ 2567183 w 3188372"/>
              <a:gd name="connsiteY2" fmla="*/ 2871969 h 3087214"/>
              <a:gd name="connsiteX3" fmla="*/ 430343 w 3188372"/>
              <a:gd name="connsiteY3" fmla="*/ 2733313 h 3087214"/>
              <a:gd name="connsiteX4" fmla="*/ 241757 w 3188372"/>
              <a:gd name="connsiteY4" fmla="*/ 415151 h 3087214"/>
              <a:gd name="connsiteX0" fmla="*/ 241757 w 3205298"/>
              <a:gd name="connsiteY0" fmla="*/ 415151 h 3087214"/>
              <a:gd name="connsiteX1" fmla="*/ 3061613 w 3205298"/>
              <a:gd name="connsiteY1" fmla="*/ 809372 h 3087214"/>
              <a:gd name="connsiteX2" fmla="*/ 2567183 w 3205298"/>
              <a:gd name="connsiteY2" fmla="*/ 2871969 h 3087214"/>
              <a:gd name="connsiteX3" fmla="*/ 430343 w 3205298"/>
              <a:gd name="connsiteY3" fmla="*/ 2733313 h 3087214"/>
              <a:gd name="connsiteX4" fmla="*/ 241757 w 3205298"/>
              <a:gd name="connsiteY4" fmla="*/ 415151 h 3087214"/>
              <a:gd name="connsiteX0" fmla="*/ 241757 w 3173897"/>
              <a:gd name="connsiteY0" fmla="*/ 415151 h 3129883"/>
              <a:gd name="connsiteX1" fmla="*/ 3061613 w 3173897"/>
              <a:gd name="connsiteY1" fmla="*/ 809372 h 3129883"/>
              <a:gd name="connsiteX2" fmla="*/ 2414783 w 3173897"/>
              <a:gd name="connsiteY2" fmla="*/ 2935469 h 3129883"/>
              <a:gd name="connsiteX3" fmla="*/ 430343 w 3173897"/>
              <a:gd name="connsiteY3" fmla="*/ 2733313 h 3129883"/>
              <a:gd name="connsiteX4" fmla="*/ 241757 w 3173897"/>
              <a:gd name="connsiteY4" fmla="*/ 415151 h 3129883"/>
              <a:gd name="connsiteX0" fmla="*/ 241757 w 3173897"/>
              <a:gd name="connsiteY0" fmla="*/ 415151 h 3062825"/>
              <a:gd name="connsiteX1" fmla="*/ 3061613 w 3173897"/>
              <a:gd name="connsiteY1" fmla="*/ 809372 h 3062825"/>
              <a:gd name="connsiteX2" fmla="*/ 2414783 w 3173897"/>
              <a:gd name="connsiteY2" fmla="*/ 2935469 h 3062825"/>
              <a:gd name="connsiteX3" fmla="*/ 430343 w 3173897"/>
              <a:gd name="connsiteY3" fmla="*/ 2733313 h 3062825"/>
              <a:gd name="connsiteX4" fmla="*/ 241757 w 3173897"/>
              <a:gd name="connsiteY4" fmla="*/ 415151 h 3062825"/>
              <a:gd name="connsiteX0" fmla="*/ 247478 w 3179618"/>
              <a:gd name="connsiteY0" fmla="*/ 415151 h 3044357"/>
              <a:gd name="connsiteX1" fmla="*/ 3067334 w 3179618"/>
              <a:gd name="connsiteY1" fmla="*/ 809372 h 3044357"/>
              <a:gd name="connsiteX2" fmla="*/ 2420504 w 3179618"/>
              <a:gd name="connsiteY2" fmla="*/ 2935469 h 3044357"/>
              <a:gd name="connsiteX3" fmla="*/ 423364 w 3179618"/>
              <a:gd name="connsiteY3" fmla="*/ 2669813 h 3044357"/>
              <a:gd name="connsiteX4" fmla="*/ 247478 w 3179618"/>
              <a:gd name="connsiteY4" fmla="*/ 415151 h 3044357"/>
              <a:gd name="connsiteX0" fmla="*/ 298857 w 3230997"/>
              <a:gd name="connsiteY0" fmla="*/ 415151 h 3044357"/>
              <a:gd name="connsiteX1" fmla="*/ 3118713 w 3230997"/>
              <a:gd name="connsiteY1" fmla="*/ 809372 h 3044357"/>
              <a:gd name="connsiteX2" fmla="*/ 2471883 w 3230997"/>
              <a:gd name="connsiteY2" fmla="*/ 2935469 h 3044357"/>
              <a:gd name="connsiteX3" fmla="*/ 474743 w 3230997"/>
              <a:gd name="connsiteY3" fmla="*/ 2669813 h 3044357"/>
              <a:gd name="connsiteX4" fmla="*/ 298857 w 3230997"/>
              <a:gd name="connsiteY4" fmla="*/ 415151 h 3044357"/>
              <a:gd name="connsiteX0" fmla="*/ 341177 w 3273317"/>
              <a:gd name="connsiteY0" fmla="*/ 415151 h 3044357"/>
              <a:gd name="connsiteX1" fmla="*/ 3161033 w 3273317"/>
              <a:gd name="connsiteY1" fmla="*/ 809372 h 3044357"/>
              <a:gd name="connsiteX2" fmla="*/ 2514203 w 3273317"/>
              <a:gd name="connsiteY2" fmla="*/ 2935469 h 3044357"/>
              <a:gd name="connsiteX3" fmla="*/ 517063 w 3273317"/>
              <a:gd name="connsiteY3" fmla="*/ 2669813 h 3044357"/>
              <a:gd name="connsiteX4" fmla="*/ 341177 w 3273317"/>
              <a:gd name="connsiteY4" fmla="*/ 415151 h 3044357"/>
              <a:gd name="connsiteX0" fmla="*/ 341177 w 3273317"/>
              <a:gd name="connsiteY0" fmla="*/ 415151 h 3051564"/>
              <a:gd name="connsiteX1" fmla="*/ 3161033 w 3273317"/>
              <a:gd name="connsiteY1" fmla="*/ 809372 h 3051564"/>
              <a:gd name="connsiteX2" fmla="*/ 2514203 w 3273317"/>
              <a:gd name="connsiteY2" fmla="*/ 2935469 h 3051564"/>
              <a:gd name="connsiteX3" fmla="*/ 517063 w 3273317"/>
              <a:gd name="connsiteY3" fmla="*/ 2669813 h 3051564"/>
              <a:gd name="connsiteX4" fmla="*/ 341177 w 3273317"/>
              <a:gd name="connsiteY4" fmla="*/ 415151 h 3051564"/>
              <a:gd name="connsiteX0" fmla="*/ 331471 w 3263611"/>
              <a:gd name="connsiteY0" fmla="*/ 415151 h 3051564"/>
              <a:gd name="connsiteX1" fmla="*/ 3151327 w 3263611"/>
              <a:gd name="connsiteY1" fmla="*/ 809372 h 3051564"/>
              <a:gd name="connsiteX2" fmla="*/ 2504497 w 3263611"/>
              <a:gd name="connsiteY2" fmla="*/ 2935469 h 3051564"/>
              <a:gd name="connsiteX3" fmla="*/ 507357 w 3263611"/>
              <a:gd name="connsiteY3" fmla="*/ 2669813 h 3051564"/>
              <a:gd name="connsiteX4" fmla="*/ 331471 w 3263611"/>
              <a:gd name="connsiteY4" fmla="*/ 415151 h 3051564"/>
              <a:gd name="connsiteX0" fmla="*/ 349997 w 3282137"/>
              <a:gd name="connsiteY0" fmla="*/ 415151 h 3071256"/>
              <a:gd name="connsiteX1" fmla="*/ 3169853 w 3282137"/>
              <a:gd name="connsiteY1" fmla="*/ 809372 h 3071256"/>
              <a:gd name="connsiteX2" fmla="*/ 2523023 w 3282137"/>
              <a:gd name="connsiteY2" fmla="*/ 2935469 h 3071256"/>
              <a:gd name="connsiteX3" fmla="*/ 478883 w 3282137"/>
              <a:gd name="connsiteY3" fmla="*/ 2732479 h 3071256"/>
              <a:gd name="connsiteX4" fmla="*/ 349997 w 3282137"/>
              <a:gd name="connsiteY4" fmla="*/ 415151 h 3071256"/>
              <a:gd name="connsiteX0" fmla="*/ 349997 w 3282137"/>
              <a:gd name="connsiteY0" fmla="*/ 415151 h 3075800"/>
              <a:gd name="connsiteX1" fmla="*/ 3169853 w 3282137"/>
              <a:gd name="connsiteY1" fmla="*/ 809372 h 3075800"/>
              <a:gd name="connsiteX2" fmla="*/ 2523023 w 3282137"/>
              <a:gd name="connsiteY2" fmla="*/ 2935469 h 3075800"/>
              <a:gd name="connsiteX3" fmla="*/ 478883 w 3282137"/>
              <a:gd name="connsiteY3" fmla="*/ 2732479 h 3075800"/>
              <a:gd name="connsiteX4" fmla="*/ 349997 w 3282137"/>
              <a:gd name="connsiteY4" fmla="*/ 415151 h 3075800"/>
              <a:gd name="connsiteX0" fmla="*/ 355109 w 3287249"/>
              <a:gd name="connsiteY0" fmla="*/ 415151 h 3075801"/>
              <a:gd name="connsiteX1" fmla="*/ 3174965 w 3287249"/>
              <a:gd name="connsiteY1" fmla="*/ 809372 h 3075801"/>
              <a:gd name="connsiteX2" fmla="*/ 2528135 w 3287249"/>
              <a:gd name="connsiteY2" fmla="*/ 2935469 h 3075801"/>
              <a:gd name="connsiteX3" fmla="*/ 483995 w 3287249"/>
              <a:gd name="connsiteY3" fmla="*/ 2732479 h 3075801"/>
              <a:gd name="connsiteX4" fmla="*/ 355109 w 3287249"/>
              <a:gd name="connsiteY4" fmla="*/ 415151 h 3075801"/>
              <a:gd name="connsiteX0" fmla="*/ 355109 w 3287249"/>
              <a:gd name="connsiteY0" fmla="*/ 429004 h 3089654"/>
              <a:gd name="connsiteX1" fmla="*/ 3174965 w 3287249"/>
              <a:gd name="connsiteY1" fmla="*/ 823225 h 3089654"/>
              <a:gd name="connsiteX2" fmla="*/ 2528135 w 3287249"/>
              <a:gd name="connsiteY2" fmla="*/ 2949322 h 3089654"/>
              <a:gd name="connsiteX3" fmla="*/ 483995 w 3287249"/>
              <a:gd name="connsiteY3" fmla="*/ 2746332 h 3089654"/>
              <a:gd name="connsiteX4" fmla="*/ 355109 w 3287249"/>
              <a:gd name="connsiteY4" fmla="*/ 429004 h 3089654"/>
              <a:gd name="connsiteX0" fmla="*/ 355109 w 3307418"/>
              <a:gd name="connsiteY0" fmla="*/ 429004 h 3089654"/>
              <a:gd name="connsiteX1" fmla="*/ 3174965 w 3307418"/>
              <a:gd name="connsiteY1" fmla="*/ 823225 h 3089654"/>
              <a:gd name="connsiteX2" fmla="*/ 2528135 w 3307418"/>
              <a:gd name="connsiteY2" fmla="*/ 2949322 h 3089654"/>
              <a:gd name="connsiteX3" fmla="*/ 483995 w 3307418"/>
              <a:gd name="connsiteY3" fmla="*/ 2746332 h 3089654"/>
              <a:gd name="connsiteX4" fmla="*/ 355109 w 3307418"/>
              <a:gd name="connsiteY4" fmla="*/ 429004 h 3089654"/>
              <a:gd name="connsiteX0" fmla="*/ 361494 w 3298611"/>
              <a:gd name="connsiteY0" fmla="*/ 464432 h 3033930"/>
              <a:gd name="connsiteX1" fmla="*/ 3166158 w 3298611"/>
              <a:gd name="connsiteY1" fmla="*/ 767501 h 3033930"/>
              <a:gd name="connsiteX2" fmla="*/ 2519328 w 3298611"/>
              <a:gd name="connsiteY2" fmla="*/ 2893598 h 3033930"/>
              <a:gd name="connsiteX3" fmla="*/ 475188 w 3298611"/>
              <a:gd name="connsiteY3" fmla="*/ 2690608 h 3033930"/>
              <a:gd name="connsiteX4" fmla="*/ 361494 w 3298611"/>
              <a:gd name="connsiteY4" fmla="*/ 464432 h 3033930"/>
              <a:gd name="connsiteX0" fmla="*/ 361494 w 3349361"/>
              <a:gd name="connsiteY0" fmla="*/ 496805 h 3066303"/>
              <a:gd name="connsiteX1" fmla="*/ 3226926 w 3349361"/>
              <a:gd name="connsiteY1" fmla="*/ 723914 h 3066303"/>
              <a:gd name="connsiteX2" fmla="*/ 2519328 w 3349361"/>
              <a:gd name="connsiteY2" fmla="*/ 2925971 h 3066303"/>
              <a:gd name="connsiteX3" fmla="*/ 475188 w 3349361"/>
              <a:gd name="connsiteY3" fmla="*/ 2722981 h 3066303"/>
              <a:gd name="connsiteX4" fmla="*/ 361494 w 3349361"/>
              <a:gd name="connsiteY4" fmla="*/ 496805 h 3066303"/>
              <a:gd name="connsiteX0" fmla="*/ 361494 w 3347059"/>
              <a:gd name="connsiteY0" fmla="*/ 496805 h 3066303"/>
              <a:gd name="connsiteX1" fmla="*/ 3226926 w 3347059"/>
              <a:gd name="connsiteY1" fmla="*/ 723914 h 3066303"/>
              <a:gd name="connsiteX2" fmla="*/ 2504136 w 3347059"/>
              <a:gd name="connsiteY2" fmla="*/ 2925971 h 3066303"/>
              <a:gd name="connsiteX3" fmla="*/ 475188 w 3347059"/>
              <a:gd name="connsiteY3" fmla="*/ 2722981 h 3066303"/>
              <a:gd name="connsiteX4" fmla="*/ 361494 w 3347059"/>
              <a:gd name="connsiteY4" fmla="*/ 496805 h 3066303"/>
              <a:gd name="connsiteX0" fmla="*/ 336844 w 3322409"/>
              <a:gd name="connsiteY0" fmla="*/ 496805 h 3051018"/>
              <a:gd name="connsiteX1" fmla="*/ 3202276 w 3322409"/>
              <a:gd name="connsiteY1" fmla="*/ 723914 h 3051018"/>
              <a:gd name="connsiteX2" fmla="*/ 2479486 w 3322409"/>
              <a:gd name="connsiteY2" fmla="*/ 2925971 h 3051018"/>
              <a:gd name="connsiteX3" fmla="*/ 511307 w 3322409"/>
              <a:gd name="connsiteY3" fmla="*/ 2677405 h 3051018"/>
              <a:gd name="connsiteX4" fmla="*/ 336844 w 3322409"/>
              <a:gd name="connsiteY4" fmla="*/ 496805 h 3051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2409" h="3051018">
                <a:moveTo>
                  <a:pt x="336844" y="496805"/>
                </a:moveTo>
                <a:cubicBezTo>
                  <a:pt x="869989" y="-206740"/>
                  <a:pt x="2809838" y="-191036"/>
                  <a:pt x="3202276" y="723914"/>
                </a:cubicBezTo>
                <a:cubicBezTo>
                  <a:pt x="3542072" y="1771498"/>
                  <a:pt x="3116922" y="2594502"/>
                  <a:pt x="2479486" y="2925971"/>
                </a:cubicBezTo>
                <a:cubicBezTo>
                  <a:pt x="1665896" y="3149352"/>
                  <a:pt x="1027916" y="3077570"/>
                  <a:pt x="511307" y="2677405"/>
                </a:cubicBezTo>
                <a:cubicBezTo>
                  <a:pt x="-42961" y="2223388"/>
                  <a:pt x="-213258" y="1236761"/>
                  <a:pt x="336844" y="496805"/>
                </a:cubicBezTo>
                <a:close/>
              </a:path>
            </a:pathLst>
          </a:custGeom>
          <a:solidFill>
            <a:schemeClr val="bg1">
              <a:lumMod val="95000"/>
            </a:schemeClr>
          </a:solidFill>
          <a:ln>
            <a:noFill/>
          </a:ln>
        </p:spPr>
        <p:txBody>
          <a:bodyPr anchor="ctr" anchorCtr="0"/>
          <a:lstStyle>
            <a:lvl1pPr marL="0" indent="0" algn="ctr">
              <a:buFontTx/>
              <a:buNone/>
              <a:defRPr/>
            </a:lvl1pPr>
          </a:lstStyle>
          <a:p>
            <a:r>
              <a:rPr lang="en-US"/>
              <a:t>Click to add picture. </a:t>
            </a:r>
            <a:br>
              <a:rPr lang="en-US"/>
            </a:br>
            <a:r>
              <a:rPr lang="en-US"/>
              <a:t>Select crop to position photo.</a:t>
            </a:r>
          </a:p>
        </p:txBody>
      </p:sp>
      <p:sp>
        <p:nvSpPr>
          <p:cNvPr id="26" name="Picture Placeholder 22">
            <a:extLst>
              <a:ext uri="{FF2B5EF4-FFF2-40B4-BE49-F238E27FC236}">
                <a16:creationId xmlns:a16="http://schemas.microsoft.com/office/drawing/2014/main" id="{CF7B89A8-026C-4C3B-B78C-51FC0860ECB4}"/>
              </a:ext>
            </a:extLst>
          </p:cNvPr>
          <p:cNvSpPr>
            <a:spLocks noGrp="1"/>
          </p:cNvSpPr>
          <p:nvPr>
            <p:ph type="pic" sz="quarter" idx="21" hasCustomPrompt="1"/>
          </p:nvPr>
        </p:nvSpPr>
        <p:spPr>
          <a:xfrm>
            <a:off x="8788025" y="1955453"/>
            <a:ext cx="2233619" cy="2130532"/>
          </a:xfrm>
          <a:custGeom>
            <a:avLst/>
            <a:gdLst>
              <a:gd name="connsiteX0" fmla="*/ 0 w 3792538"/>
              <a:gd name="connsiteY0" fmla="*/ 0 h 4849812"/>
              <a:gd name="connsiteX1" fmla="*/ 3792538 w 3792538"/>
              <a:gd name="connsiteY1" fmla="*/ 0 h 4849812"/>
              <a:gd name="connsiteX2" fmla="*/ 3792538 w 3792538"/>
              <a:gd name="connsiteY2" fmla="*/ 4849812 h 4849812"/>
              <a:gd name="connsiteX3" fmla="*/ 0 w 3792538"/>
              <a:gd name="connsiteY3" fmla="*/ 4849812 h 4849812"/>
              <a:gd name="connsiteX4" fmla="*/ 0 w 3792538"/>
              <a:gd name="connsiteY4" fmla="*/ 0 h 4849812"/>
              <a:gd name="connsiteX0" fmla="*/ 175365 w 3792538"/>
              <a:gd name="connsiteY0" fmla="*/ 187891 h 4849812"/>
              <a:gd name="connsiteX1" fmla="*/ 3792538 w 3792538"/>
              <a:gd name="connsiteY1" fmla="*/ 0 h 4849812"/>
              <a:gd name="connsiteX2" fmla="*/ 3792538 w 3792538"/>
              <a:gd name="connsiteY2" fmla="*/ 4849812 h 4849812"/>
              <a:gd name="connsiteX3" fmla="*/ 0 w 3792538"/>
              <a:gd name="connsiteY3" fmla="*/ 4849812 h 4849812"/>
              <a:gd name="connsiteX4" fmla="*/ 175365 w 3792538"/>
              <a:gd name="connsiteY4" fmla="*/ 187891 h 4849812"/>
              <a:gd name="connsiteX0" fmla="*/ 175365 w 3792538"/>
              <a:gd name="connsiteY0" fmla="*/ 254121 h 4916042"/>
              <a:gd name="connsiteX1" fmla="*/ 3792538 w 3792538"/>
              <a:gd name="connsiteY1" fmla="*/ 66230 h 4916042"/>
              <a:gd name="connsiteX2" fmla="*/ 3792538 w 3792538"/>
              <a:gd name="connsiteY2" fmla="*/ 4916042 h 4916042"/>
              <a:gd name="connsiteX3" fmla="*/ 0 w 3792538"/>
              <a:gd name="connsiteY3" fmla="*/ 4916042 h 4916042"/>
              <a:gd name="connsiteX4" fmla="*/ 175365 w 3792538"/>
              <a:gd name="connsiteY4" fmla="*/ 254121 h 4916042"/>
              <a:gd name="connsiteX0" fmla="*/ 186614 w 3803787"/>
              <a:gd name="connsiteY0" fmla="*/ 254121 h 4916042"/>
              <a:gd name="connsiteX1" fmla="*/ 3803787 w 3803787"/>
              <a:gd name="connsiteY1" fmla="*/ 66230 h 4916042"/>
              <a:gd name="connsiteX2" fmla="*/ 3803787 w 3803787"/>
              <a:gd name="connsiteY2" fmla="*/ 4916042 h 4916042"/>
              <a:gd name="connsiteX3" fmla="*/ 11249 w 3803787"/>
              <a:gd name="connsiteY3" fmla="*/ 4916042 h 4916042"/>
              <a:gd name="connsiteX4" fmla="*/ 186614 w 3803787"/>
              <a:gd name="connsiteY4" fmla="*/ 254121 h 4916042"/>
              <a:gd name="connsiteX0" fmla="*/ 90495 w 3707668"/>
              <a:gd name="connsiteY0" fmla="*/ 254121 h 4916042"/>
              <a:gd name="connsiteX1" fmla="*/ 3707668 w 3707668"/>
              <a:gd name="connsiteY1" fmla="*/ 66230 h 4916042"/>
              <a:gd name="connsiteX2" fmla="*/ 3707668 w 3707668"/>
              <a:gd name="connsiteY2" fmla="*/ 4916042 h 4916042"/>
              <a:gd name="connsiteX3" fmla="*/ 353541 w 3707668"/>
              <a:gd name="connsiteY3" fmla="*/ 4916042 h 4916042"/>
              <a:gd name="connsiteX4" fmla="*/ 90495 w 3707668"/>
              <a:gd name="connsiteY4" fmla="*/ 254121 h 4916042"/>
              <a:gd name="connsiteX0" fmla="*/ 191817 w 3808990"/>
              <a:gd name="connsiteY0" fmla="*/ 254121 h 4916042"/>
              <a:gd name="connsiteX1" fmla="*/ 3808990 w 3808990"/>
              <a:gd name="connsiteY1" fmla="*/ 66230 h 4916042"/>
              <a:gd name="connsiteX2" fmla="*/ 3808990 w 3808990"/>
              <a:gd name="connsiteY2" fmla="*/ 4916042 h 4916042"/>
              <a:gd name="connsiteX3" fmla="*/ 454863 w 3808990"/>
              <a:gd name="connsiteY3" fmla="*/ 4916042 h 4916042"/>
              <a:gd name="connsiteX4" fmla="*/ 191817 w 3808990"/>
              <a:gd name="connsiteY4" fmla="*/ 254121 h 4916042"/>
              <a:gd name="connsiteX0" fmla="*/ 191817 w 3808990"/>
              <a:gd name="connsiteY0" fmla="*/ 254121 h 5099757"/>
              <a:gd name="connsiteX1" fmla="*/ 3808990 w 3808990"/>
              <a:gd name="connsiteY1" fmla="*/ 66230 h 5099757"/>
              <a:gd name="connsiteX2" fmla="*/ 3808990 w 3808990"/>
              <a:gd name="connsiteY2" fmla="*/ 4916042 h 5099757"/>
              <a:gd name="connsiteX3" fmla="*/ 454863 w 3808990"/>
              <a:gd name="connsiteY3" fmla="*/ 4916042 h 5099757"/>
              <a:gd name="connsiteX4" fmla="*/ 191817 w 3808990"/>
              <a:gd name="connsiteY4" fmla="*/ 254121 h 5099757"/>
              <a:gd name="connsiteX0" fmla="*/ 191817 w 3808990"/>
              <a:gd name="connsiteY0" fmla="*/ 254121 h 5103061"/>
              <a:gd name="connsiteX1" fmla="*/ 3808990 w 3808990"/>
              <a:gd name="connsiteY1" fmla="*/ 66230 h 5103061"/>
              <a:gd name="connsiteX2" fmla="*/ 3596047 w 3808990"/>
              <a:gd name="connsiteY2" fmla="*/ 4928568 h 5103061"/>
              <a:gd name="connsiteX3" fmla="*/ 454863 w 3808990"/>
              <a:gd name="connsiteY3" fmla="*/ 4916042 h 5103061"/>
              <a:gd name="connsiteX4" fmla="*/ 191817 w 3808990"/>
              <a:gd name="connsiteY4" fmla="*/ 254121 h 5103061"/>
              <a:gd name="connsiteX0" fmla="*/ 191817 w 3808990"/>
              <a:gd name="connsiteY0" fmla="*/ 254121 h 5218251"/>
              <a:gd name="connsiteX1" fmla="*/ 3808990 w 3808990"/>
              <a:gd name="connsiteY1" fmla="*/ 66230 h 5218251"/>
              <a:gd name="connsiteX2" fmla="*/ 3596047 w 3808990"/>
              <a:gd name="connsiteY2" fmla="*/ 4928568 h 5218251"/>
              <a:gd name="connsiteX3" fmla="*/ 454863 w 3808990"/>
              <a:gd name="connsiteY3" fmla="*/ 4916042 h 5218251"/>
              <a:gd name="connsiteX4" fmla="*/ 191817 w 3808990"/>
              <a:gd name="connsiteY4" fmla="*/ 254121 h 5218251"/>
              <a:gd name="connsiteX0" fmla="*/ 191817 w 3860878"/>
              <a:gd name="connsiteY0" fmla="*/ 254121 h 5218251"/>
              <a:gd name="connsiteX1" fmla="*/ 3808990 w 3860878"/>
              <a:gd name="connsiteY1" fmla="*/ 66230 h 5218251"/>
              <a:gd name="connsiteX2" fmla="*/ 3596047 w 3860878"/>
              <a:gd name="connsiteY2" fmla="*/ 4928568 h 5218251"/>
              <a:gd name="connsiteX3" fmla="*/ 454863 w 3860878"/>
              <a:gd name="connsiteY3" fmla="*/ 4916042 h 5218251"/>
              <a:gd name="connsiteX4" fmla="*/ 191817 w 3860878"/>
              <a:gd name="connsiteY4" fmla="*/ 254121 h 5218251"/>
              <a:gd name="connsiteX0" fmla="*/ 191817 w 3799284"/>
              <a:gd name="connsiteY0" fmla="*/ 207404 h 5171534"/>
              <a:gd name="connsiteX1" fmla="*/ 3608573 w 3799284"/>
              <a:gd name="connsiteY1" fmla="*/ 169825 h 5171534"/>
              <a:gd name="connsiteX2" fmla="*/ 3596047 w 3799284"/>
              <a:gd name="connsiteY2" fmla="*/ 4881851 h 5171534"/>
              <a:gd name="connsiteX3" fmla="*/ 454863 w 3799284"/>
              <a:gd name="connsiteY3" fmla="*/ 4869325 h 5171534"/>
              <a:gd name="connsiteX4" fmla="*/ 191817 w 3799284"/>
              <a:gd name="connsiteY4" fmla="*/ 207404 h 5171534"/>
              <a:gd name="connsiteX0" fmla="*/ 191817 w 3799284"/>
              <a:gd name="connsiteY0" fmla="*/ 361834 h 5325964"/>
              <a:gd name="connsiteX1" fmla="*/ 3608573 w 3799284"/>
              <a:gd name="connsiteY1" fmla="*/ 324255 h 5325964"/>
              <a:gd name="connsiteX2" fmla="*/ 3596047 w 3799284"/>
              <a:gd name="connsiteY2" fmla="*/ 5036281 h 5325964"/>
              <a:gd name="connsiteX3" fmla="*/ 454863 w 3799284"/>
              <a:gd name="connsiteY3" fmla="*/ 5023755 h 5325964"/>
              <a:gd name="connsiteX4" fmla="*/ 191817 w 3799284"/>
              <a:gd name="connsiteY4" fmla="*/ 361834 h 5325964"/>
              <a:gd name="connsiteX0" fmla="*/ 191817 w 3884556"/>
              <a:gd name="connsiteY0" fmla="*/ 361834 h 5325964"/>
              <a:gd name="connsiteX1" fmla="*/ 3608573 w 3884556"/>
              <a:gd name="connsiteY1" fmla="*/ 324255 h 5325964"/>
              <a:gd name="connsiteX2" fmla="*/ 3596047 w 3884556"/>
              <a:gd name="connsiteY2" fmla="*/ 5036281 h 5325964"/>
              <a:gd name="connsiteX3" fmla="*/ 454863 w 3884556"/>
              <a:gd name="connsiteY3" fmla="*/ 5023755 h 5325964"/>
              <a:gd name="connsiteX4" fmla="*/ 191817 w 3884556"/>
              <a:gd name="connsiteY4" fmla="*/ 361834 h 5325964"/>
              <a:gd name="connsiteX0" fmla="*/ 191817 w 3855754"/>
              <a:gd name="connsiteY0" fmla="*/ 361834 h 5726890"/>
              <a:gd name="connsiteX1" fmla="*/ 3608573 w 3855754"/>
              <a:gd name="connsiteY1" fmla="*/ 324255 h 5726890"/>
              <a:gd name="connsiteX2" fmla="*/ 3545943 w 3855754"/>
              <a:gd name="connsiteY2" fmla="*/ 5599952 h 5726890"/>
              <a:gd name="connsiteX3" fmla="*/ 454863 w 3855754"/>
              <a:gd name="connsiteY3" fmla="*/ 5023755 h 5726890"/>
              <a:gd name="connsiteX4" fmla="*/ 191817 w 3855754"/>
              <a:gd name="connsiteY4" fmla="*/ 361834 h 5726890"/>
              <a:gd name="connsiteX0" fmla="*/ 259947 w 3923884"/>
              <a:gd name="connsiteY0" fmla="*/ 361834 h 5838594"/>
              <a:gd name="connsiteX1" fmla="*/ 3676703 w 3923884"/>
              <a:gd name="connsiteY1" fmla="*/ 324255 h 5838594"/>
              <a:gd name="connsiteX2" fmla="*/ 3614073 w 3923884"/>
              <a:gd name="connsiteY2" fmla="*/ 5599952 h 5838594"/>
              <a:gd name="connsiteX3" fmla="*/ 360155 w 3923884"/>
              <a:gd name="connsiteY3" fmla="*/ 5474692 h 5838594"/>
              <a:gd name="connsiteX4" fmla="*/ 259947 w 3923884"/>
              <a:gd name="connsiteY4" fmla="*/ 361834 h 5838594"/>
              <a:gd name="connsiteX0" fmla="*/ 215634 w 3879571"/>
              <a:gd name="connsiteY0" fmla="*/ 361834 h 5838594"/>
              <a:gd name="connsiteX1" fmla="*/ 3632390 w 3879571"/>
              <a:gd name="connsiteY1" fmla="*/ 324255 h 5838594"/>
              <a:gd name="connsiteX2" fmla="*/ 3569760 w 3879571"/>
              <a:gd name="connsiteY2" fmla="*/ 5599952 h 5838594"/>
              <a:gd name="connsiteX3" fmla="*/ 315842 w 3879571"/>
              <a:gd name="connsiteY3" fmla="*/ 5474692 h 5838594"/>
              <a:gd name="connsiteX4" fmla="*/ 215634 w 3879571"/>
              <a:gd name="connsiteY4" fmla="*/ 361834 h 5838594"/>
              <a:gd name="connsiteX0" fmla="*/ 215634 w 3879571"/>
              <a:gd name="connsiteY0" fmla="*/ 361834 h 5811994"/>
              <a:gd name="connsiteX1" fmla="*/ 3632390 w 3879571"/>
              <a:gd name="connsiteY1" fmla="*/ 324255 h 5811994"/>
              <a:gd name="connsiteX2" fmla="*/ 3569760 w 3879571"/>
              <a:gd name="connsiteY2" fmla="*/ 5599952 h 5811994"/>
              <a:gd name="connsiteX3" fmla="*/ 315842 w 3879571"/>
              <a:gd name="connsiteY3" fmla="*/ 5474692 h 5811994"/>
              <a:gd name="connsiteX4" fmla="*/ 215634 w 3879571"/>
              <a:gd name="connsiteY4" fmla="*/ 361834 h 5811994"/>
              <a:gd name="connsiteX0" fmla="*/ 215634 w 3859822"/>
              <a:gd name="connsiteY0" fmla="*/ 361834 h 5811994"/>
              <a:gd name="connsiteX1" fmla="*/ 3632390 w 3859822"/>
              <a:gd name="connsiteY1" fmla="*/ 324255 h 5811994"/>
              <a:gd name="connsiteX2" fmla="*/ 3569760 w 3859822"/>
              <a:gd name="connsiteY2" fmla="*/ 5599952 h 5811994"/>
              <a:gd name="connsiteX3" fmla="*/ 315842 w 3859822"/>
              <a:gd name="connsiteY3" fmla="*/ 5474692 h 5811994"/>
              <a:gd name="connsiteX4" fmla="*/ 215634 w 3859822"/>
              <a:gd name="connsiteY4" fmla="*/ 361834 h 5811994"/>
              <a:gd name="connsiteX0" fmla="*/ 215634 w 3859822"/>
              <a:gd name="connsiteY0" fmla="*/ 390006 h 5840166"/>
              <a:gd name="connsiteX1" fmla="*/ 3632390 w 3859822"/>
              <a:gd name="connsiteY1" fmla="*/ 352427 h 5840166"/>
              <a:gd name="connsiteX2" fmla="*/ 3569760 w 3859822"/>
              <a:gd name="connsiteY2" fmla="*/ 5628124 h 5840166"/>
              <a:gd name="connsiteX3" fmla="*/ 315842 w 3859822"/>
              <a:gd name="connsiteY3" fmla="*/ 5502864 h 5840166"/>
              <a:gd name="connsiteX4" fmla="*/ 215634 w 3859822"/>
              <a:gd name="connsiteY4" fmla="*/ 390006 h 5840166"/>
              <a:gd name="connsiteX0" fmla="*/ 215634 w 3859822"/>
              <a:gd name="connsiteY0" fmla="*/ 452210 h 5902370"/>
              <a:gd name="connsiteX1" fmla="*/ 3632390 w 3859822"/>
              <a:gd name="connsiteY1" fmla="*/ 414631 h 5902370"/>
              <a:gd name="connsiteX2" fmla="*/ 3569760 w 3859822"/>
              <a:gd name="connsiteY2" fmla="*/ 5690328 h 5902370"/>
              <a:gd name="connsiteX3" fmla="*/ 315842 w 3859822"/>
              <a:gd name="connsiteY3" fmla="*/ 5565068 h 5902370"/>
              <a:gd name="connsiteX4" fmla="*/ 215634 w 3859822"/>
              <a:gd name="connsiteY4" fmla="*/ 452210 h 5902370"/>
              <a:gd name="connsiteX0" fmla="*/ 228420 w 3872608"/>
              <a:gd name="connsiteY0" fmla="*/ 452210 h 5902370"/>
              <a:gd name="connsiteX1" fmla="*/ 3645176 w 3872608"/>
              <a:gd name="connsiteY1" fmla="*/ 414631 h 5902370"/>
              <a:gd name="connsiteX2" fmla="*/ 3582546 w 3872608"/>
              <a:gd name="connsiteY2" fmla="*/ 5690328 h 5902370"/>
              <a:gd name="connsiteX3" fmla="*/ 328628 w 3872608"/>
              <a:gd name="connsiteY3" fmla="*/ 5565068 h 5902370"/>
              <a:gd name="connsiteX4" fmla="*/ 228420 w 3872608"/>
              <a:gd name="connsiteY4" fmla="*/ 452210 h 5902370"/>
              <a:gd name="connsiteX0" fmla="*/ 228420 w 3872608"/>
              <a:gd name="connsiteY0" fmla="*/ 452210 h 5863850"/>
              <a:gd name="connsiteX1" fmla="*/ 3645176 w 3872608"/>
              <a:gd name="connsiteY1" fmla="*/ 414631 h 5863850"/>
              <a:gd name="connsiteX2" fmla="*/ 3582546 w 3872608"/>
              <a:gd name="connsiteY2" fmla="*/ 5690328 h 5863850"/>
              <a:gd name="connsiteX3" fmla="*/ 328628 w 3872608"/>
              <a:gd name="connsiteY3" fmla="*/ 5565068 h 5863850"/>
              <a:gd name="connsiteX4" fmla="*/ 228420 w 3872608"/>
              <a:gd name="connsiteY4" fmla="*/ 452210 h 5863850"/>
              <a:gd name="connsiteX0" fmla="*/ 212338 w 3856526"/>
              <a:gd name="connsiteY0" fmla="*/ 452210 h 5878025"/>
              <a:gd name="connsiteX1" fmla="*/ 3629094 w 3856526"/>
              <a:gd name="connsiteY1" fmla="*/ 414631 h 5878025"/>
              <a:gd name="connsiteX2" fmla="*/ 3566464 w 3856526"/>
              <a:gd name="connsiteY2" fmla="*/ 5690328 h 5878025"/>
              <a:gd name="connsiteX3" fmla="*/ 350124 w 3856526"/>
              <a:gd name="connsiteY3" fmla="*/ 5615172 h 5878025"/>
              <a:gd name="connsiteX4" fmla="*/ 212338 w 3856526"/>
              <a:gd name="connsiteY4" fmla="*/ 452210 h 5878025"/>
              <a:gd name="connsiteX0" fmla="*/ 183932 w 3828120"/>
              <a:gd name="connsiteY0" fmla="*/ 452210 h 5732040"/>
              <a:gd name="connsiteX1" fmla="*/ 3600688 w 3828120"/>
              <a:gd name="connsiteY1" fmla="*/ 414631 h 5732040"/>
              <a:gd name="connsiteX2" fmla="*/ 3538058 w 3828120"/>
              <a:gd name="connsiteY2" fmla="*/ 5690328 h 5732040"/>
              <a:gd name="connsiteX3" fmla="*/ 397918 w 3828120"/>
              <a:gd name="connsiteY3" fmla="*/ 3608572 h 5732040"/>
              <a:gd name="connsiteX4" fmla="*/ 183932 w 3828120"/>
              <a:gd name="connsiteY4" fmla="*/ 452210 h 5732040"/>
              <a:gd name="connsiteX0" fmla="*/ 183932 w 3743009"/>
              <a:gd name="connsiteY0" fmla="*/ 452210 h 3730129"/>
              <a:gd name="connsiteX1" fmla="*/ 3600688 w 3743009"/>
              <a:gd name="connsiteY1" fmla="*/ 414631 h 3730129"/>
              <a:gd name="connsiteX2" fmla="*/ 3334858 w 3743009"/>
              <a:gd name="connsiteY2" fmla="*/ 3429728 h 3730129"/>
              <a:gd name="connsiteX3" fmla="*/ 397918 w 3743009"/>
              <a:gd name="connsiteY3" fmla="*/ 3608572 h 3730129"/>
              <a:gd name="connsiteX4" fmla="*/ 183932 w 3743009"/>
              <a:gd name="connsiteY4" fmla="*/ 452210 h 3730129"/>
              <a:gd name="connsiteX0" fmla="*/ 234419 w 3666496"/>
              <a:gd name="connsiteY0" fmla="*/ 626468 h 3624987"/>
              <a:gd name="connsiteX1" fmla="*/ 3524175 w 3666496"/>
              <a:gd name="connsiteY1" fmla="*/ 309489 h 3624987"/>
              <a:gd name="connsiteX2" fmla="*/ 3258345 w 3666496"/>
              <a:gd name="connsiteY2" fmla="*/ 3324586 h 3624987"/>
              <a:gd name="connsiteX3" fmla="*/ 321405 w 3666496"/>
              <a:gd name="connsiteY3" fmla="*/ 3503430 h 3624987"/>
              <a:gd name="connsiteX4" fmla="*/ 234419 w 3666496"/>
              <a:gd name="connsiteY4" fmla="*/ 626468 h 3624987"/>
              <a:gd name="connsiteX0" fmla="*/ 234419 w 3684266"/>
              <a:gd name="connsiteY0" fmla="*/ 277062 h 3275581"/>
              <a:gd name="connsiteX1" fmla="*/ 3549575 w 3684266"/>
              <a:gd name="connsiteY1" fmla="*/ 671283 h 3275581"/>
              <a:gd name="connsiteX2" fmla="*/ 3258345 w 3684266"/>
              <a:gd name="connsiteY2" fmla="*/ 2975180 h 3275581"/>
              <a:gd name="connsiteX3" fmla="*/ 321405 w 3684266"/>
              <a:gd name="connsiteY3" fmla="*/ 3154024 h 3275581"/>
              <a:gd name="connsiteX4" fmla="*/ 234419 w 3684266"/>
              <a:gd name="connsiteY4" fmla="*/ 277062 h 3275581"/>
              <a:gd name="connsiteX0" fmla="*/ 252697 w 3664444"/>
              <a:gd name="connsiteY0" fmla="*/ 459126 h 3013145"/>
              <a:gd name="connsiteX1" fmla="*/ 3529753 w 3664444"/>
              <a:gd name="connsiteY1" fmla="*/ 408847 h 3013145"/>
              <a:gd name="connsiteX2" fmla="*/ 3238523 w 3664444"/>
              <a:gd name="connsiteY2" fmla="*/ 2712744 h 3013145"/>
              <a:gd name="connsiteX3" fmla="*/ 301583 w 3664444"/>
              <a:gd name="connsiteY3" fmla="*/ 2891588 h 3013145"/>
              <a:gd name="connsiteX4" fmla="*/ 252697 w 3664444"/>
              <a:gd name="connsiteY4" fmla="*/ 459126 h 3013145"/>
              <a:gd name="connsiteX0" fmla="*/ 252697 w 3615472"/>
              <a:gd name="connsiteY0" fmla="*/ 459126 h 3248942"/>
              <a:gd name="connsiteX1" fmla="*/ 3529753 w 3615472"/>
              <a:gd name="connsiteY1" fmla="*/ 408847 h 3248942"/>
              <a:gd name="connsiteX2" fmla="*/ 2997223 w 3615472"/>
              <a:gd name="connsiteY2" fmla="*/ 3093744 h 3248942"/>
              <a:gd name="connsiteX3" fmla="*/ 301583 w 3615472"/>
              <a:gd name="connsiteY3" fmla="*/ 2891588 h 3248942"/>
              <a:gd name="connsiteX4" fmla="*/ 252697 w 3615472"/>
              <a:gd name="connsiteY4" fmla="*/ 459126 h 3248942"/>
              <a:gd name="connsiteX0" fmla="*/ 252697 w 3423144"/>
              <a:gd name="connsiteY0" fmla="*/ 308496 h 3098312"/>
              <a:gd name="connsiteX1" fmla="*/ 3288453 w 3423144"/>
              <a:gd name="connsiteY1" fmla="*/ 601117 h 3098312"/>
              <a:gd name="connsiteX2" fmla="*/ 2997223 w 3423144"/>
              <a:gd name="connsiteY2" fmla="*/ 2943114 h 3098312"/>
              <a:gd name="connsiteX3" fmla="*/ 301583 w 3423144"/>
              <a:gd name="connsiteY3" fmla="*/ 2740958 h 3098312"/>
              <a:gd name="connsiteX4" fmla="*/ 252697 w 3423144"/>
              <a:gd name="connsiteY4" fmla="*/ 308496 h 3098312"/>
              <a:gd name="connsiteX0" fmla="*/ 188292 w 3358739"/>
              <a:gd name="connsiteY0" fmla="*/ 308496 h 3113167"/>
              <a:gd name="connsiteX1" fmla="*/ 3224048 w 3358739"/>
              <a:gd name="connsiteY1" fmla="*/ 601117 h 3113167"/>
              <a:gd name="connsiteX2" fmla="*/ 2932818 w 3358739"/>
              <a:gd name="connsiteY2" fmla="*/ 2943114 h 3113167"/>
              <a:gd name="connsiteX3" fmla="*/ 389578 w 3358739"/>
              <a:gd name="connsiteY3" fmla="*/ 2804458 h 3113167"/>
              <a:gd name="connsiteX4" fmla="*/ 188292 w 3358739"/>
              <a:gd name="connsiteY4" fmla="*/ 308496 h 3113167"/>
              <a:gd name="connsiteX0" fmla="*/ 217616 w 3311863"/>
              <a:gd name="connsiteY0" fmla="*/ 383019 h 2997190"/>
              <a:gd name="connsiteX1" fmla="*/ 3177172 w 3311863"/>
              <a:gd name="connsiteY1" fmla="*/ 485140 h 2997190"/>
              <a:gd name="connsiteX2" fmla="*/ 2885942 w 3311863"/>
              <a:gd name="connsiteY2" fmla="*/ 2827137 h 2997190"/>
              <a:gd name="connsiteX3" fmla="*/ 342702 w 3311863"/>
              <a:gd name="connsiteY3" fmla="*/ 2688481 h 2997190"/>
              <a:gd name="connsiteX4" fmla="*/ 217616 w 3311863"/>
              <a:gd name="connsiteY4" fmla="*/ 383019 h 2997190"/>
              <a:gd name="connsiteX0" fmla="*/ 217616 w 3311863"/>
              <a:gd name="connsiteY0" fmla="*/ 444889 h 3059060"/>
              <a:gd name="connsiteX1" fmla="*/ 3177172 w 3311863"/>
              <a:gd name="connsiteY1" fmla="*/ 547010 h 3059060"/>
              <a:gd name="connsiteX2" fmla="*/ 2885942 w 3311863"/>
              <a:gd name="connsiteY2" fmla="*/ 2889007 h 3059060"/>
              <a:gd name="connsiteX3" fmla="*/ 342702 w 3311863"/>
              <a:gd name="connsiteY3" fmla="*/ 2750351 h 3059060"/>
              <a:gd name="connsiteX4" fmla="*/ 217616 w 3311863"/>
              <a:gd name="connsiteY4" fmla="*/ 444889 h 3059060"/>
              <a:gd name="connsiteX0" fmla="*/ 217616 w 3358734"/>
              <a:gd name="connsiteY0" fmla="*/ 387706 h 3001877"/>
              <a:gd name="connsiteX1" fmla="*/ 3240672 w 3358734"/>
              <a:gd name="connsiteY1" fmla="*/ 642227 h 3001877"/>
              <a:gd name="connsiteX2" fmla="*/ 2885942 w 3358734"/>
              <a:gd name="connsiteY2" fmla="*/ 2831824 h 3001877"/>
              <a:gd name="connsiteX3" fmla="*/ 342702 w 3358734"/>
              <a:gd name="connsiteY3" fmla="*/ 2693168 h 3001877"/>
              <a:gd name="connsiteX4" fmla="*/ 217616 w 3358734"/>
              <a:gd name="connsiteY4" fmla="*/ 387706 h 3001877"/>
              <a:gd name="connsiteX0" fmla="*/ 217616 w 3358734"/>
              <a:gd name="connsiteY0" fmla="*/ 469133 h 3083304"/>
              <a:gd name="connsiteX1" fmla="*/ 3240672 w 3358734"/>
              <a:gd name="connsiteY1" fmla="*/ 723654 h 3083304"/>
              <a:gd name="connsiteX2" fmla="*/ 2885942 w 3358734"/>
              <a:gd name="connsiteY2" fmla="*/ 2913251 h 3083304"/>
              <a:gd name="connsiteX3" fmla="*/ 342702 w 3358734"/>
              <a:gd name="connsiteY3" fmla="*/ 2774595 h 3083304"/>
              <a:gd name="connsiteX4" fmla="*/ 217616 w 3358734"/>
              <a:gd name="connsiteY4" fmla="*/ 469133 h 3083304"/>
              <a:gd name="connsiteX0" fmla="*/ 217616 w 3326391"/>
              <a:gd name="connsiteY0" fmla="*/ 469133 h 3092830"/>
              <a:gd name="connsiteX1" fmla="*/ 3240672 w 3326391"/>
              <a:gd name="connsiteY1" fmla="*/ 723654 h 3092830"/>
              <a:gd name="connsiteX2" fmla="*/ 2708142 w 3326391"/>
              <a:gd name="connsiteY2" fmla="*/ 2925951 h 3092830"/>
              <a:gd name="connsiteX3" fmla="*/ 342702 w 3326391"/>
              <a:gd name="connsiteY3" fmla="*/ 2774595 h 3092830"/>
              <a:gd name="connsiteX4" fmla="*/ 217616 w 3326391"/>
              <a:gd name="connsiteY4" fmla="*/ 469133 h 3092830"/>
              <a:gd name="connsiteX0" fmla="*/ 217616 w 3358477"/>
              <a:gd name="connsiteY0" fmla="*/ 469133 h 3092830"/>
              <a:gd name="connsiteX1" fmla="*/ 3240672 w 3358477"/>
              <a:gd name="connsiteY1" fmla="*/ 723654 h 3092830"/>
              <a:gd name="connsiteX2" fmla="*/ 2708142 w 3358477"/>
              <a:gd name="connsiteY2" fmla="*/ 2925951 h 3092830"/>
              <a:gd name="connsiteX3" fmla="*/ 342702 w 3358477"/>
              <a:gd name="connsiteY3" fmla="*/ 2774595 h 3092830"/>
              <a:gd name="connsiteX4" fmla="*/ 217616 w 3358477"/>
              <a:gd name="connsiteY4" fmla="*/ 469133 h 3092830"/>
              <a:gd name="connsiteX0" fmla="*/ 271746 w 3412607"/>
              <a:gd name="connsiteY0" fmla="*/ 469133 h 3092830"/>
              <a:gd name="connsiteX1" fmla="*/ 3294802 w 3412607"/>
              <a:gd name="connsiteY1" fmla="*/ 723654 h 3092830"/>
              <a:gd name="connsiteX2" fmla="*/ 2762272 w 3412607"/>
              <a:gd name="connsiteY2" fmla="*/ 2925951 h 3092830"/>
              <a:gd name="connsiteX3" fmla="*/ 396832 w 3412607"/>
              <a:gd name="connsiteY3" fmla="*/ 2774595 h 3092830"/>
              <a:gd name="connsiteX4" fmla="*/ 271746 w 3412607"/>
              <a:gd name="connsiteY4" fmla="*/ 469133 h 3092830"/>
              <a:gd name="connsiteX0" fmla="*/ 271746 w 3412607"/>
              <a:gd name="connsiteY0" fmla="*/ 469133 h 3136764"/>
              <a:gd name="connsiteX1" fmla="*/ 3294802 w 3412607"/>
              <a:gd name="connsiteY1" fmla="*/ 723654 h 3136764"/>
              <a:gd name="connsiteX2" fmla="*/ 2762272 w 3412607"/>
              <a:gd name="connsiteY2" fmla="*/ 2925951 h 3136764"/>
              <a:gd name="connsiteX3" fmla="*/ 396832 w 3412607"/>
              <a:gd name="connsiteY3" fmla="*/ 2774595 h 3136764"/>
              <a:gd name="connsiteX4" fmla="*/ 271746 w 3412607"/>
              <a:gd name="connsiteY4" fmla="*/ 469133 h 3136764"/>
              <a:gd name="connsiteX0" fmla="*/ 179679 w 3320540"/>
              <a:gd name="connsiteY0" fmla="*/ 469133 h 3141196"/>
              <a:gd name="connsiteX1" fmla="*/ 3202735 w 3320540"/>
              <a:gd name="connsiteY1" fmla="*/ 723654 h 3141196"/>
              <a:gd name="connsiteX2" fmla="*/ 2670205 w 3320540"/>
              <a:gd name="connsiteY2" fmla="*/ 2925951 h 3141196"/>
              <a:gd name="connsiteX3" fmla="*/ 533365 w 3320540"/>
              <a:gd name="connsiteY3" fmla="*/ 2787295 h 3141196"/>
              <a:gd name="connsiteX4" fmla="*/ 179679 w 3320540"/>
              <a:gd name="connsiteY4" fmla="*/ 469133 h 3141196"/>
              <a:gd name="connsiteX0" fmla="*/ 179679 w 3291394"/>
              <a:gd name="connsiteY0" fmla="*/ 415151 h 3087214"/>
              <a:gd name="connsiteX1" fmla="*/ 3164635 w 3291394"/>
              <a:gd name="connsiteY1" fmla="*/ 809372 h 3087214"/>
              <a:gd name="connsiteX2" fmla="*/ 2670205 w 3291394"/>
              <a:gd name="connsiteY2" fmla="*/ 2871969 h 3087214"/>
              <a:gd name="connsiteX3" fmla="*/ 533365 w 3291394"/>
              <a:gd name="connsiteY3" fmla="*/ 2733313 h 3087214"/>
              <a:gd name="connsiteX4" fmla="*/ 179679 w 3291394"/>
              <a:gd name="connsiteY4" fmla="*/ 415151 h 3087214"/>
              <a:gd name="connsiteX0" fmla="*/ 241757 w 3188372"/>
              <a:gd name="connsiteY0" fmla="*/ 415151 h 3087214"/>
              <a:gd name="connsiteX1" fmla="*/ 3061613 w 3188372"/>
              <a:gd name="connsiteY1" fmla="*/ 809372 h 3087214"/>
              <a:gd name="connsiteX2" fmla="*/ 2567183 w 3188372"/>
              <a:gd name="connsiteY2" fmla="*/ 2871969 h 3087214"/>
              <a:gd name="connsiteX3" fmla="*/ 430343 w 3188372"/>
              <a:gd name="connsiteY3" fmla="*/ 2733313 h 3087214"/>
              <a:gd name="connsiteX4" fmla="*/ 241757 w 3188372"/>
              <a:gd name="connsiteY4" fmla="*/ 415151 h 3087214"/>
              <a:gd name="connsiteX0" fmla="*/ 241757 w 3205298"/>
              <a:gd name="connsiteY0" fmla="*/ 415151 h 3087214"/>
              <a:gd name="connsiteX1" fmla="*/ 3061613 w 3205298"/>
              <a:gd name="connsiteY1" fmla="*/ 809372 h 3087214"/>
              <a:gd name="connsiteX2" fmla="*/ 2567183 w 3205298"/>
              <a:gd name="connsiteY2" fmla="*/ 2871969 h 3087214"/>
              <a:gd name="connsiteX3" fmla="*/ 430343 w 3205298"/>
              <a:gd name="connsiteY3" fmla="*/ 2733313 h 3087214"/>
              <a:gd name="connsiteX4" fmla="*/ 241757 w 3205298"/>
              <a:gd name="connsiteY4" fmla="*/ 415151 h 3087214"/>
              <a:gd name="connsiteX0" fmla="*/ 241757 w 3173897"/>
              <a:gd name="connsiteY0" fmla="*/ 415151 h 3129883"/>
              <a:gd name="connsiteX1" fmla="*/ 3061613 w 3173897"/>
              <a:gd name="connsiteY1" fmla="*/ 809372 h 3129883"/>
              <a:gd name="connsiteX2" fmla="*/ 2414783 w 3173897"/>
              <a:gd name="connsiteY2" fmla="*/ 2935469 h 3129883"/>
              <a:gd name="connsiteX3" fmla="*/ 430343 w 3173897"/>
              <a:gd name="connsiteY3" fmla="*/ 2733313 h 3129883"/>
              <a:gd name="connsiteX4" fmla="*/ 241757 w 3173897"/>
              <a:gd name="connsiteY4" fmla="*/ 415151 h 3129883"/>
              <a:gd name="connsiteX0" fmla="*/ 241757 w 3173897"/>
              <a:gd name="connsiteY0" fmla="*/ 415151 h 3062825"/>
              <a:gd name="connsiteX1" fmla="*/ 3061613 w 3173897"/>
              <a:gd name="connsiteY1" fmla="*/ 809372 h 3062825"/>
              <a:gd name="connsiteX2" fmla="*/ 2414783 w 3173897"/>
              <a:gd name="connsiteY2" fmla="*/ 2935469 h 3062825"/>
              <a:gd name="connsiteX3" fmla="*/ 430343 w 3173897"/>
              <a:gd name="connsiteY3" fmla="*/ 2733313 h 3062825"/>
              <a:gd name="connsiteX4" fmla="*/ 241757 w 3173897"/>
              <a:gd name="connsiteY4" fmla="*/ 415151 h 3062825"/>
              <a:gd name="connsiteX0" fmla="*/ 247478 w 3179618"/>
              <a:gd name="connsiteY0" fmla="*/ 415151 h 3044357"/>
              <a:gd name="connsiteX1" fmla="*/ 3067334 w 3179618"/>
              <a:gd name="connsiteY1" fmla="*/ 809372 h 3044357"/>
              <a:gd name="connsiteX2" fmla="*/ 2420504 w 3179618"/>
              <a:gd name="connsiteY2" fmla="*/ 2935469 h 3044357"/>
              <a:gd name="connsiteX3" fmla="*/ 423364 w 3179618"/>
              <a:gd name="connsiteY3" fmla="*/ 2669813 h 3044357"/>
              <a:gd name="connsiteX4" fmla="*/ 247478 w 3179618"/>
              <a:gd name="connsiteY4" fmla="*/ 415151 h 3044357"/>
              <a:gd name="connsiteX0" fmla="*/ 298857 w 3230997"/>
              <a:gd name="connsiteY0" fmla="*/ 415151 h 3044357"/>
              <a:gd name="connsiteX1" fmla="*/ 3118713 w 3230997"/>
              <a:gd name="connsiteY1" fmla="*/ 809372 h 3044357"/>
              <a:gd name="connsiteX2" fmla="*/ 2471883 w 3230997"/>
              <a:gd name="connsiteY2" fmla="*/ 2935469 h 3044357"/>
              <a:gd name="connsiteX3" fmla="*/ 474743 w 3230997"/>
              <a:gd name="connsiteY3" fmla="*/ 2669813 h 3044357"/>
              <a:gd name="connsiteX4" fmla="*/ 298857 w 3230997"/>
              <a:gd name="connsiteY4" fmla="*/ 415151 h 3044357"/>
              <a:gd name="connsiteX0" fmla="*/ 341177 w 3273317"/>
              <a:gd name="connsiteY0" fmla="*/ 415151 h 3044357"/>
              <a:gd name="connsiteX1" fmla="*/ 3161033 w 3273317"/>
              <a:gd name="connsiteY1" fmla="*/ 809372 h 3044357"/>
              <a:gd name="connsiteX2" fmla="*/ 2514203 w 3273317"/>
              <a:gd name="connsiteY2" fmla="*/ 2935469 h 3044357"/>
              <a:gd name="connsiteX3" fmla="*/ 517063 w 3273317"/>
              <a:gd name="connsiteY3" fmla="*/ 2669813 h 3044357"/>
              <a:gd name="connsiteX4" fmla="*/ 341177 w 3273317"/>
              <a:gd name="connsiteY4" fmla="*/ 415151 h 3044357"/>
              <a:gd name="connsiteX0" fmla="*/ 341177 w 3273317"/>
              <a:gd name="connsiteY0" fmla="*/ 415151 h 3051564"/>
              <a:gd name="connsiteX1" fmla="*/ 3161033 w 3273317"/>
              <a:gd name="connsiteY1" fmla="*/ 809372 h 3051564"/>
              <a:gd name="connsiteX2" fmla="*/ 2514203 w 3273317"/>
              <a:gd name="connsiteY2" fmla="*/ 2935469 h 3051564"/>
              <a:gd name="connsiteX3" fmla="*/ 517063 w 3273317"/>
              <a:gd name="connsiteY3" fmla="*/ 2669813 h 3051564"/>
              <a:gd name="connsiteX4" fmla="*/ 341177 w 3273317"/>
              <a:gd name="connsiteY4" fmla="*/ 415151 h 3051564"/>
              <a:gd name="connsiteX0" fmla="*/ 331471 w 3263611"/>
              <a:gd name="connsiteY0" fmla="*/ 415151 h 3051564"/>
              <a:gd name="connsiteX1" fmla="*/ 3151327 w 3263611"/>
              <a:gd name="connsiteY1" fmla="*/ 809372 h 3051564"/>
              <a:gd name="connsiteX2" fmla="*/ 2504497 w 3263611"/>
              <a:gd name="connsiteY2" fmla="*/ 2935469 h 3051564"/>
              <a:gd name="connsiteX3" fmla="*/ 507357 w 3263611"/>
              <a:gd name="connsiteY3" fmla="*/ 2669813 h 3051564"/>
              <a:gd name="connsiteX4" fmla="*/ 331471 w 3263611"/>
              <a:gd name="connsiteY4" fmla="*/ 415151 h 3051564"/>
              <a:gd name="connsiteX0" fmla="*/ 349997 w 3282137"/>
              <a:gd name="connsiteY0" fmla="*/ 415151 h 3071256"/>
              <a:gd name="connsiteX1" fmla="*/ 3169853 w 3282137"/>
              <a:gd name="connsiteY1" fmla="*/ 809372 h 3071256"/>
              <a:gd name="connsiteX2" fmla="*/ 2523023 w 3282137"/>
              <a:gd name="connsiteY2" fmla="*/ 2935469 h 3071256"/>
              <a:gd name="connsiteX3" fmla="*/ 478883 w 3282137"/>
              <a:gd name="connsiteY3" fmla="*/ 2732479 h 3071256"/>
              <a:gd name="connsiteX4" fmla="*/ 349997 w 3282137"/>
              <a:gd name="connsiteY4" fmla="*/ 415151 h 3071256"/>
              <a:gd name="connsiteX0" fmla="*/ 349997 w 3282137"/>
              <a:gd name="connsiteY0" fmla="*/ 415151 h 3075800"/>
              <a:gd name="connsiteX1" fmla="*/ 3169853 w 3282137"/>
              <a:gd name="connsiteY1" fmla="*/ 809372 h 3075800"/>
              <a:gd name="connsiteX2" fmla="*/ 2523023 w 3282137"/>
              <a:gd name="connsiteY2" fmla="*/ 2935469 h 3075800"/>
              <a:gd name="connsiteX3" fmla="*/ 478883 w 3282137"/>
              <a:gd name="connsiteY3" fmla="*/ 2732479 h 3075800"/>
              <a:gd name="connsiteX4" fmla="*/ 349997 w 3282137"/>
              <a:gd name="connsiteY4" fmla="*/ 415151 h 3075800"/>
              <a:gd name="connsiteX0" fmla="*/ 355109 w 3287249"/>
              <a:gd name="connsiteY0" fmla="*/ 415151 h 3075801"/>
              <a:gd name="connsiteX1" fmla="*/ 3174965 w 3287249"/>
              <a:gd name="connsiteY1" fmla="*/ 809372 h 3075801"/>
              <a:gd name="connsiteX2" fmla="*/ 2528135 w 3287249"/>
              <a:gd name="connsiteY2" fmla="*/ 2935469 h 3075801"/>
              <a:gd name="connsiteX3" fmla="*/ 483995 w 3287249"/>
              <a:gd name="connsiteY3" fmla="*/ 2732479 h 3075801"/>
              <a:gd name="connsiteX4" fmla="*/ 355109 w 3287249"/>
              <a:gd name="connsiteY4" fmla="*/ 415151 h 3075801"/>
              <a:gd name="connsiteX0" fmla="*/ 355109 w 3287249"/>
              <a:gd name="connsiteY0" fmla="*/ 429004 h 3089654"/>
              <a:gd name="connsiteX1" fmla="*/ 3174965 w 3287249"/>
              <a:gd name="connsiteY1" fmla="*/ 823225 h 3089654"/>
              <a:gd name="connsiteX2" fmla="*/ 2528135 w 3287249"/>
              <a:gd name="connsiteY2" fmla="*/ 2949322 h 3089654"/>
              <a:gd name="connsiteX3" fmla="*/ 483995 w 3287249"/>
              <a:gd name="connsiteY3" fmla="*/ 2746332 h 3089654"/>
              <a:gd name="connsiteX4" fmla="*/ 355109 w 3287249"/>
              <a:gd name="connsiteY4" fmla="*/ 429004 h 3089654"/>
              <a:gd name="connsiteX0" fmla="*/ 355109 w 3307418"/>
              <a:gd name="connsiteY0" fmla="*/ 429004 h 3089654"/>
              <a:gd name="connsiteX1" fmla="*/ 3174965 w 3307418"/>
              <a:gd name="connsiteY1" fmla="*/ 823225 h 3089654"/>
              <a:gd name="connsiteX2" fmla="*/ 2528135 w 3307418"/>
              <a:gd name="connsiteY2" fmla="*/ 2949322 h 3089654"/>
              <a:gd name="connsiteX3" fmla="*/ 483995 w 3307418"/>
              <a:gd name="connsiteY3" fmla="*/ 2746332 h 3089654"/>
              <a:gd name="connsiteX4" fmla="*/ 355109 w 3307418"/>
              <a:gd name="connsiteY4" fmla="*/ 429004 h 3089654"/>
              <a:gd name="connsiteX0" fmla="*/ 418093 w 3233675"/>
              <a:gd name="connsiteY0" fmla="*/ 434657 h 3080115"/>
              <a:gd name="connsiteX1" fmla="*/ 3101222 w 3233675"/>
              <a:gd name="connsiteY1" fmla="*/ 813686 h 3080115"/>
              <a:gd name="connsiteX2" fmla="*/ 2454392 w 3233675"/>
              <a:gd name="connsiteY2" fmla="*/ 2939783 h 3080115"/>
              <a:gd name="connsiteX3" fmla="*/ 410252 w 3233675"/>
              <a:gd name="connsiteY3" fmla="*/ 2736793 h 3080115"/>
              <a:gd name="connsiteX4" fmla="*/ 418093 w 3233675"/>
              <a:gd name="connsiteY4" fmla="*/ 434657 h 3080115"/>
              <a:gd name="connsiteX0" fmla="*/ 418093 w 3233675"/>
              <a:gd name="connsiteY0" fmla="*/ 477065 h 3122523"/>
              <a:gd name="connsiteX1" fmla="*/ 3101222 w 3233675"/>
              <a:gd name="connsiteY1" fmla="*/ 749751 h 3122523"/>
              <a:gd name="connsiteX2" fmla="*/ 2454392 w 3233675"/>
              <a:gd name="connsiteY2" fmla="*/ 2982191 h 3122523"/>
              <a:gd name="connsiteX3" fmla="*/ 410252 w 3233675"/>
              <a:gd name="connsiteY3" fmla="*/ 2779201 h 3122523"/>
              <a:gd name="connsiteX4" fmla="*/ 418093 w 3233675"/>
              <a:gd name="connsiteY4" fmla="*/ 477065 h 3122523"/>
              <a:gd name="connsiteX0" fmla="*/ 418093 w 3233675"/>
              <a:gd name="connsiteY0" fmla="*/ 477065 h 3102644"/>
              <a:gd name="connsiteX1" fmla="*/ 3101222 w 3233675"/>
              <a:gd name="connsiteY1" fmla="*/ 749751 h 3102644"/>
              <a:gd name="connsiteX2" fmla="*/ 2454392 w 3233675"/>
              <a:gd name="connsiteY2" fmla="*/ 2982191 h 3102644"/>
              <a:gd name="connsiteX3" fmla="*/ 410252 w 3233675"/>
              <a:gd name="connsiteY3" fmla="*/ 2718433 h 3102644"/>
              <a:gd name="connsiteX4" fmla="*/ 418093 w 3233675"/>
              <a:gd name="connsiteY4" fmla="*/ 477065 h 3102644"/>
              <a:gd name="connsiteX0" fmla="*/ 418093 w 3196559"/>
              <a:gd name="connsiteY0" fmla="*/ 423450 h 3049029"/>
              <a:gd name="connsiteX1" fmla="*/ 3055646 w 3196559"/>
              <a:gd name="connsiteY1" fmla="*/ 832864 h 3049029"/>
              <a:gd name="connsiteX2" fmla="*/ 2454392 w 3196559"/>
              <a:gd name="connsiteY2" fmla="*/ 2928576 h 3049029"/>
              <a:gd name="connsiteX3" fmla="*/ 410252 w 3196559"/>
              <a:gd name="connsiteY3" fmla="*/ 2664818 h 3049029"/>
              <a:gd name="connsiteX4" fmla="*/ 418093 w 3196559"/>
              <a:gd name="connsiteY4" fmla="*/ 423450 h 30490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559" h="3049029">
                <a:moveTo>
                  <a:pt x="418093" y="423450"/>
                </a:moveTo>
                <a:cubicBezTo>
                  <a:pt x="951238" y="-280095"/>
                  <a:pt x="2663208" y="-82086"/>
                  <a:pt x="3055646" y="832864"/>
                </a:cubicBezTo>
                <a:cubicBezTo>
                  <a:pt x="3395442" y="1880448"/>
                  <a:pt x="3091828" y="2597107"/>
                  <a:pt x="2454392" y="2928576"/>
                </a:cubicBezTo>
                <a:cubicBezTo>
                  <a:pt x="1640802" y="3151957"/>
                  <a:pt x="926861" y="3064983"/>
                  <a:pt x="410252" y="2664818"/>
                </a:cubicBezTo>
                <a:cubicBezTo>
                  <a:pt x="-144016" y="2210801"/>
                  <a:pt x="-132009" y="1163406"/>
                  <a:pt x="418093" y="423450"/>
                </a:cubicBezTo>
                <a:close/>
              </a:path>
            </a:pathLst>
          </a:custGeom>
          <a:solidFill>
            <a:schemeClr val="bg1">
              <a:lumMod val="95000"/>
            </a:schemeClr>
          </a:solidFill>
          <a:ln>
            <a:noFill/>
          </a:ln>
        </p:spPr>
        <p:txBody>
          <a:bodyPr anchor="ctr" anchorCtr="0"/>
          <a:lstStyle>
            <a:lvl1pPr marL="0" indent="0" algn="ctr">
              <a:buFontTx/>
              <a:buNone/>
              <a:defRPr/>
            </a:lvl1pPr>
          </a:lstStyle>
          <a:p>
            <a:r>
              <a:rPr lang="en-US"/>
              <a:t>Click to add picture. </a:t>
            </a:r>
            <a:br>
              <a:rPr lang="en-US"/>
            </a:br>
            <a:r>
              <a:rPr lang="en-US"/>
              <a:t>Select crop to position photo.</a:t>
            </a:r>
          </a:p>
        </p:txBody>
      </p:sp>
      <p:sp>
        <p:nvSpPr>
          <p:cNvPr id="3" name="Slide Number Placeholder 7">
            <a:extLst>
              <a:ext uri="{FF2B5EF4-FFF2-40B4-BE49-F238E27FC236}">
                <a16:creationId xmlns:a16="http://schemas.microsoft.com/office/drawing/2014/main" id="{EE9B2FF5-BE85-10E8-D482-A7F8B0DF605A}"/>
              </a:ext>
            </a:extLst>
          </p:cNvPr>
          <p:cNvSpPr>
            <a:spLocks noGrp="1"/>
          </p:cNvSpPr>
          <p:nvPr>
            <p:ph type="sldNum" sz="quarter" idx="4"/>
          </p:nvPr>
        </p:nvSpPr>
        <p:spPr>
          <a:xfrm>
            <a:off x="10886032" y="6488471"/>
            <a:ext cx="658268" cy="255358"/>
          </a:xfrm>
          <a:prstGeom prst="rect">
            <a:avLst/>
          </a:prstGeom>
        </p:spPr>
        <p:txBody>
          <a:bodyPr lIns="0" rIns="0"/>
          <a:lstStyle>
            <a:lvl1pPr algn="r">
              <a:defRPr sz="800">
                <a:latin typeface="Segoe UI" panose="020B0502040204020203" pitchFamily="34" charset="0"/>
                <a:cs typeface="Segoe UI" panose="020B0502040204020203" pitchFamily="34" charset="0"/>
              </a:defRPr>
            </a:lvl1pPr>
          </a:lstStyle>
          <a:p>
            <a:fld id="{F71C0B42-4AEE-41DE-B077-4156AA01E9D4}" type="slidenum">
              <a:rPr lang="en-US" smtClean="0"/>
              <a:pPr/>
              <a:t>‹#›</a:t>
            </a:fld>
            <a:endParaRPr lang="en-US"/>
          </a:p>
        </p:txBody>
      </p:sp>
    </p:spTree>
    <p:extLst>
      <p:ext uri="{BB962C8B-B14F-4D97-AF65-F5344CB8AC3E}">
        <p14:creationId xmlns:p14="http://schemas.microsoft.com/office/powerpoint/2010/main" val="3656353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speaker">
    <p:bg>
      <p:bgPr>
        <a:solidFill>
          <a:schemeClr val="bg1"/>
        </a:solidFill>
        <a:effectLst/>
      </p:bgPr>
    </p:bg>
    <p:spTree>
      <p:nvGrpSpPr>
        <p:cNvPr id="1" name=""/>
        <p:cNvGrpSpPr/>
        <p:nvPr/>
      </p:nvGrpSpPr>
      <p:grpSpPr>
        <a:xfrm>
          <a:off x="0" y="0"/>
          <a:ext cx="0" cy="0"/>
          <a:chOff x="0" y="0"/>
          <a:chExt cx="0" cy="0"/>
        </a:xfrm>
      </p:grpSpPr>
      <p:sp>
        <p:nvSpPr>
          <p:cNvPr id="4" name="Picture Placeholder 22">
            <a:extLst>
              <a:ext uri="{FF2B5EF4-FFF2-40B4-BE49-F238E27FC236}">
                <a16:creationId xmlns:a16="http://schemas.microsoft.com/office/drawing/2014/main" id="{67E2E5D8-923B-591E-8A97-9BB59F7DEE16}"/>
              </a:ext>
            </a:extLst>
          </p:cNvPr>
          <p:cNvSpPr>
            <a:spLocks noGrp="1"/>
          </p:cNvSpPr>
          <p:nvPr>
            <p:ph type="pic" sz="quarter" idx="13" hasCustomPrompt="1"/>
          </p:nvPr>
        </p:nvSpPr>
        <p:spPr>
          <a:xfrm>
            <a:off x="3037231" y="1938111"/>
            <a:ext cx="2311083" cy="2158918"/>
          </a:xfrm>
          <a:custGeom>
            <a:avLst/>
            <a:gdLst>
              <a:gd name="connsiteX0" fmla="*/ 0 w 3792538"/>
              <a:gd name="connsiteY0" fmla="*/ 0 h 4849812"/>
              <a:gd name="connsiteX1" fmla="*/ 3792538 w 3792538"/>
              <a:gd name="connsiteY1" fmla="*/ 0 h 4849812"/>
              <a:gd name="connsiteX2" fmla="*/ 3792538 w 3792538"/>
              <a:gd name="connsiteY2" fmla="*/ 4849812 h 4849812"/>
              <a:gd name="connsiteX3" fmla="*/ 0 w 3792538"/>
              <a:gd name="connsiteY3" fmla="*/ 4849812 h 4849812"/>
              <a:gd name="connsiteX4" fmla="*/ 0 w 3792538"/>
              <a:gd name="connsiteY4" fmla="*/ 0 h 4849812"/>
              <a:gd name="connsiteX0" fmla="*/ 175365 w 3792538"/>
              <a:gd name="connsiteY0" fmla="*/ 187891 h 4849812"/>
              <a:gd name="connsiteX1" fmla="*/ 3792538 w 3792538"/>
              <a:gd name="connsiteY1" fmla="*/ 0 h 4849812"/>
              <a:gd name="connsiteX2" fmla="*/ 3792538 w 3792538"/>
              <a:gd name="connsiteY2" fmla="*/ 4849812 h 4849812"/>
              <a:gd name="connsiteX3" fmla="*/ 0 w 3792538"/>
              <a:gd name="connsiteY3" fmla="*/ 4849812 h 4849812"/>
              <a:gd name="connsiteX4" fmla="*/ 175365 w 3792538"/>
              <a:gd name="connsiteY4" fmla="*/ 187891 h 4849812"/>
              <a:gd name="connsiteX0" fmla="*/ 175365 w 3792538"/>
              <a:gd name="connsiteY0" fmla="*/ 254121 h 4916042"/>
              <a:gd name="connsiteX1" fmla="*/ 3792538 w 3792538"/>
              <a:gd name="connsiteY1" fmla="*/ 66230 h 4916042"/>
              <a:gd name="connsiteX2" fmla="*/ 3792538 w 3792538"/>
              <a:gd name="connsiteY2" fmla="*/ 4916042 h 4916042"/>
              <a:gd name="connsiteX3" fmla="*/ 0 w 3792538"/>
              <a:gd name="connsiteY3" fmla="*/ 4916042 h 4916042"/>
              <a:gd name="connsiteX4" fmla="*/ 175365 w 3792538"/>
              <a:gd name="connsiteY4" fmla="*/ 254121 h 4916042"/>
              <a:gd name="connsiteX0" fmla="*/ 186614 w 3803787"/>
              <a:gd name="connsiteY0" fmla="*/ 254121 h 4916042"/>
              <a:gd name="connsiteX1" fmla="*/ 3803787 w 3803787"/>
              <a:gd name="connsiteY1" fmla="*/ 66230 h 4916042"/>
              <a:gd name="connsiteX2" fmla="*/ 3803787 w 3803787"/>
              <a:gd name="connsiteY2" fmla="*/ 4916042 h 4916042"/>
              <a:gd name="connsiteX3" fmla="*/ 11249 w 3803787"/>
              <a:gd name="connsiteY3" fmla="*/ 4916042 h 4916042"/>
              <a:gd name="connsiteX4" fmla="*/ 186614 w 3803787"/>
              <a:gd name="connsiteY4" fmla="*/ 254121 h 4916042"/>
              <a:gd name="connsiteX0" fmla="*/ 90495 w 3707668"/>
              <a:gd name="connsiteY0" fmla="*/ 254121 h 4916042"/>
              <a:gd name="connsiteX1" fmla="*/ 3707668 w 3707668"/>
              <a:gd name="connsiteY1" fmla="*/ 66230 h 4916042"/>
              <a:gd name="connsiteX2" fmla="*/ 3707668 w 3707668"/>
              <a:gd name="connsiteY2" fmla="*/ 4916042 h 4916042"/>
              <a:gd name="connsiteX3" fmla="*/ 353541 w 3707668"/>
              <a:gd name="connsiteY3" fmla="*/ 4916042 h 4916042"/>
              <a:gd name="connsiteX4" fmla="*/ 90495 w 3707668"/>
              <a:gd name="connsiteY4" fmla="*/ 254121 h 4916042"/>
              <a:gd name="connsiteX0" fmla="*/ 191817 w 3808990"/>
              <a:gd name="connsiteY0" fmla="*/ 254121 h 4916042"/>
              <a:gd name="connsiteX1" fmla="*/ 3808990 w 3808990"/>
              <a:gd name="connsiteY1" fmla="*/ 66230 h 4916042"/>
              <a:gd name="connsiteX2" fmla="*/ 3808990 w 3808990"/>
              <a:gd name="connsiteY2" fmla="*/ 4916042 h 4916042"/>
              <a:gd name="connsiteX3" fmla="*/ 454863 w 3808990"/>
              <a:gd name="connsiteY3" fmla="*/ 4916042 h 4916042"/>
              <a:gd name="connsiteX4" fmla="*/ 191817 w 3808990"/>
              <a:gd name="connsiteY4" fmla="*/ 254121 h 4916042"/>
              <a:gd name="connsiteX0" fmla="*/ 191817 w 3808990"/>
              <a:gd name="connsiteY0" fmla="*/ 254121 h 5099757"/>
              <a:gd name="connsiteX1" fmla="*/ 3808990 w 3808990"/>
              <a:gd name="connsiteY1" fmla="*/ 66230 h 5099757"/>
              <a:gd name="connsiteX2" fmla="*/ 3808990 w 3808990"/>
              <a:gd name="connsiteY2" fmla="*/ 4916042 h 5099757"/>
              <a:gd name="connsiteX3" fmla="*/ 454863 w 3808990"/>
              <a:gd name="connsiteY3" fmla="*/ 4916042 h 5099757"/>
              <a:gd name="connsiteX4" fmla="*/ 191817 w 3808990"/>
              <a:gd name="connsiteY4" fmla="*/ 254121 h 5099757"/>
              <a:gd name="connsiteX0" fmla="*/ 191817 w 3808990"/>
              <a:gd name="connsiteY0" fmla="*/ 254121 h 5103061"/>
              <a:gd name="connsiteX1" fmla="*/ 3808990 w 3808990"/>
              <a:gd name="connsiteY1" fmla="*/ 66230 h 5103061"/>
              <a:gd name="connsiteX2" fmla="*/ 3596047 w 3808990"/>
              <a:gd name="connsiteY2" fmla="*/ 4928568 h 5103061"/>
              <a:gd name="connsiteX3" fmla="*/ 454863 w 3808990"/>
              <a:gd name="connsiteY3" fmla="*/ 4916042 h 5103061"/>
              <a:gd name="connsiteX4" fmla="*/ 191817 w 3808990"/>
              <a:gd name="connsiteY4" fmla="*/ 254121 h 5103061"/>
              <a:gd name="connsiteX0" fmla="*/ 191817 w 3808990"/>
              <a:gd name="connsiteY0" fmla="*/ 254121 h 5218251"/>
              <a:gd name="connsiteX1" fmla="*/ 3808990 w 3808990"/>
              <a:gd name="connsiteY1" fmla="*/ 66230 h 5218251"/>
              <a:gd name="connsiteX2" fmla="*/ 3596047 w 3808990"/>
              <a:gd name="connsiteY2" fmla="*/ 4928568 h 5218251"/>
              <a:gd name="connsiteX3" fmla="*/ 454863 w 3808990"/>
              <a:gd name="connsiteY3" fmla="*/ 4916042 h 5218251"/>
              <a:gd name="connsiteX4" fmla="*/ 191817 w 3808990"/>
              <a:gd name="connsiteY4" fmla="*/ 254121 h 5218251"/>
              <a:gd name="connsiteX0" fmla="*/ 191817 w 3860878"/>
              <a:gd name="connsiteY0" fmla="*/ 254121 h 5218251"/>
              <a:gd name="connsiteX1" fmla="*/ 3808990 w 3860878"/>
              <a:gd name="connsiteY1" fmla="*/ 66230 h 5218251"/>
              <a:gd name="connsiteX2" fmla="*/ 3596047 w 3860878"/>
              <a:gd name="connsiteY2" fmla="*/ 4928568 h 5218251"/>
              <a:gd name="connsiteX3" fmla="*/ 454863 w 3860878"/>
              <a:gd name="connsiteY3" fmla="*/ 4916042 h 5218251"/>
              <a:gd name="connsiteX4" fmla="*/ 191817 w 3860878"/>
              <a:gd name="connsiteY4" fmla="*/ 254121 h 5218251"/>
              <a:gd name="connsiteX0" fmla="*/ 191817 w 3799284"/>
              <a:gd name="connsiteY0" fmla="*/ 207404 h 5171534"/>
              <a:gd name="connsiteX1" fmla="*/ 3608573 w 3799284"/>
              <a:gd name="connsiteY1" fmla="*/ 169825 h 5171534"/>
              <a:gd name="connsiteX2" fmla="*/ 3596047 w 3799284"/>
              <a:gd name="connsiteY2" fmla="*/ 4881851 h 5171534"/>
              <a:gd name="connsiteX3" fmla="*/ 454863 w 3799284"/>
              <a:gd name="connsiteY3" fmla="*/ 4869325 h 5171534"/>
              <a:gd name="connsiteX4" fmla="*/ 191817 w 3799284"/>
              <a:gd name="connsiteY4" fmla="*/ 207404 h 5171534"/>
              <a:gd name="connsiteX0" fmla="*/ 191817 w 3799284"/>
              <a:gd name="connsiteY0" fmla="*/ 361834 h 5325964"/>
              <a:gd name="connsiteX1" fmla="*/ 3608573 w 3799284"/>
              <a:gd name="connsiteY1" fmla="*/ 324255 h 5325964"/>
              <a:gd name="connsiteX2" fmla="*/ 3596047 w 3799284"/>
              <a:gd name="connsiteY2" fmla="*/ 5036281 h 5325964"/>
              <a:gd name="connsiteX3" fmla="*/ 454863 w 3799284"/>
              <a:gd name="connsiteY3" fmla="*/ 5023755 h 5325964"/>
              <a:gd name="connsiteX4" fmla="*/ 191817 w 3799284"/>
              <a:gd name="connsiteY4" fmla="*/ 361834 h 5325964"/>
              <a:gd name="connsiteX0" fmla="*/ 191817 w 3884556"/>
              <a:gd name="connsiteY0" fmla="*/ 361834 h 5325964"/>
              <a:gd name="connsiteX1" fmla="*/ 3608573 w 3884556"/>
              <a:gd name="connsiteY1" fmla="*/ 324255 h 5325964"/>
              <a:gd name="connsiteX2" fmla="*/ 3596047 w 3884556"/>
              <a:gd name="connsiteY2" fmla="*/ 5036281 h 5325964"/>
              <a:gd name="connsiteX3" fmla="*/ 454863 w 3884556"/>
              <a:gd name="connsiteY3" fmla="*/ 5023755 h 5325964"/>
              <a:gd name="connsiteX4" fmla="*/ 191817 w 3884556"/>
              <a:gd name="connsiteY4" fmla="*/ 361834 h 5325964"/>
              <a:gd name="connsiteX0" fmla="*/ 191817 w 3855754"/>
              <a:gd name="connsiteY0" fmla="*/ 361834 h 5726890"/>
              <a:gd name="connsiteX1" fmla="*/ 3608573 w 3855754"/>
              <a:gd name="connsiteY1" fmla="*/ 324255 h 5726890"/>
              <a:gd name="connsiteX2" fmla="*/ 3545943 w 3855754"/>
              <a:gd name="connsiteY2" fmla="*/ 5599952 h 5726890"/>
              <a:gd name="connsiteX3" fmla="*/ 454863 w 3855754"/>
              <a:gd name="connsiteY3" fmla="*/ 5023755 h 5726890"/>
              <a:gd name="connsiteX4" fmla="*/ 191817 w 3855754"/>
              <a:gd name="connsiteY4" fmla="*/ 361834 h 5726890"/>
              <a:gd name="connsiteX0" fmla="*/ 259947 w 3923884"/>
              <a:gd name="connsiteY0" fmla="*/ 361834 h 5838594"/>
              <a:gd name="connsiteX1" fmla="*/ 3676703 w 3923884"/>
              <a:gd name="connsiteY1" fmla="*/ 324255 h 5838594"/>
              <a:gd name="connsiteX2" fmla="*/ 3614073 w 3923884"/>
              <a:gd name="connsiteY2" fmla="*/ 5599952 h 5838594"/>
              <a:gd name="connsiteX3" fmla="*/ 360155 w 3923884"/>
              <a:gd name="connsiteY3" fmla="*/ 5474692 h 5838594"/>
              <a:gd name="connsiteX4" fmla="*/ 259947 w 3923884"/>
              <a:gd name="connsiteY4" fmla="*/ 361834 h 5838594"/>
              <a:gd name="connsiteX0" fmla="*/ 215634 w 3879571"/>
              <a:gd name="connsiteY0" fmla="*/ 361834 h 5838594"/>
              <a:gd name="connsiteX1" fmla="*/ 3632390 w 3879571"/>
              <a:gd name="connsiteY1" fmla="*/ 324255 h 5838594"/>
              <a:gd name="connsiteX2" fmla="*/ 3569760 w 3879571"/>
              <a:gd name="connsiteY2" fmla="*/ 5599952 h 5838594"/>
              <a:gd name="connsiteX3" fmla="*/ 315842 w 3879571"/>
              <a:gd name="connsiteY3" fmla="*/ 5474692 h 5838594"/>
              <a:gd name="connsiteX4" fmla="*/ 215634 w 3879571"/>
              <a:gd name="connsiteY4" fmla="*/ 361834 h 5838594"/>
              <a:gd name="connsiteX0" fmla="*/ 215634 w 3879571"/>
              <a:gd name="connsiteY0" fmla="*/ 361834 h 5811994"/>
              <a:gd name="connsiteX1" fmla="*/ 3632390 w 3879571"/>
              <a:gd name="connsiteY1" fmla="*/ 324255 h 5811994"/>
              <a:gd name="connsiteX2" fmla="*/ 3569760 w 3879571"/>
              <a:gd name="connsiteY2" fmla="*/ 5599952 h 5811994"/>
              <a:gd name="connsiteX3" fmla="*/ 315842 w 3879571"/>
              <a:gd name="connsiteY3" fmla="*/ 5474692 h 5811994"/>
              <a:gd name="connsiteX4" fmla="*/ 215634 w 3879571"/>
              <a:gd name="connsiteY4" fmla="*/ 361834 h 5811994"/>
              <a:gd name="connsiteX0" fmla="*/ 215634 w 3859822"/>
              <a:gd name="connsiteY0" fmla="*/ 361834 h 5811994"/>
              <a:gd name="connsiteX1" fmla="*/ 3632390 w 3859822"/>
              <a:gd name="connsiteY1" fmla="*/ 324255 h 5811994"/>
              <a:gd name="connsiteX2" fmla="*/ 3569760 w 3859822"/>
              <a:gd name="connsiteY2" fmla="*/ 5599952 h 5811994"/>
              <a:gd name="connsiteX3" fmla="*/ 315842 w 3859822"/>
              <a:gd name="connsiteY3" fmla="*/ 5474692 h 5811994"/>
              <a:gd name="connsiteX4" fmla="*/ 215634 w 3859822"/>
              <a:gd name="connsiteY4" fmla="*/ 361834 h 5811994"/>
              <a:gd name="connsiteX0" fmla="*/ 215634 w 3859822"/>
              <a:gd name="connsiteY0" fmla="*/ 390006 h 5840166"/>
              <a:gd name="connsiteX1" fmla="*/ 3632390 w 3859822"/>
              <a:gd name="connsiteY1" fmla="*/ 352427 h 5840166"/>
              <a:gd name="connsiteX2" fmla="*/ 3569760 w 3859822"/>
              <a:gd name="connsiteY2" fmla="*/ 5628124 h 5840166"/>
              <a:gd name="connsiteX3" fmla="*/ 315842 w 3859822"/>
              <a:gd name="connsiteY3" fmla="*/ 5502864 h 5840166"/>
              <a:gd name="connsiteX4" fmla="*/ 215634 w 3859822"/>
              <a:gd name="connsiteY4" fmla="*/ 390006 h 5840166"/>
              <a:gd name="connsiteX0" fmla="*/ 215634 w 3859822"/>
              <a:gd name="connsiteY0" fmla="*/ 452210 h 5902370"/>
              <a:gd name="connsiteX1" fmla="*/ 3632390 w 3859822"/>
              <a:gd name="connsiteY1" fmla="*/ 414631 h 5902370"/>
              <a:gd name="connsiteX2" fmla="*/ 3569760 w 3859822"/>
              <a:gd name="connsiteY2" fmla="*/ 5690328 h 5902370"/>
              <a:gd name="connsiteX3" fmla="*/ 315842 w 3859822"/>
              <a:gd name="connsiteY3" fmla="*/ 5565068 h 5902370"/>
              <a:gd name="connsiteX4" fmla="*/ 215634 w 3859822"/>
              <a:gd name="connsiteY4" fmla="*/ 452210 h 5902370"/>
              <a:gd name="connsiteX0" fmla="*/ 228420 w 3872608"/>
              <a:gd name="connsiteY0" fmla="*/ 452210 h 5902370"/>
              <a:gd name="connsiteX1" fmla="*/ 3645176 w 3872608"/>
              <a:gd name="connsiteY1" fmla="*/ 414631 h 5902370"/>
              <a:gd name="connsiteX2" fmla="*/ 3582546 w 3872608"/>
              <a:gd name="connsiteY2" fmla="*/ 5690328 h 5902370"/>
              <a:gd name="connsiteX3" fmla="*/ 328628 w 3872608"/>
              <a:gd name="connsiteY3" fmla="*/ 5565068 h 5902370"/>
              <a:gd name="connsiteX4" fmla="*/ 228420 w 3872608"/>
              <a:gd name="connsiteY4" fmla="*/ 452210 h 5902370"/>
              <a:gd name="connsiteX0" fmla="*/ 228420 w 3872608"/>
              <a:gd name="connsiteY0" fmla="*/ 452210 h 5863850"/>
              <a:gd name="connsiteX1" fmla="*/ 3645176 w 3872608"/>
              <a:gd name="connsiteY1" fmla="*/ 414631 h 5863850"/>
              <a:gd name="connsiteX2" fmla="*/ 3582546 w 3872608"/>
              <a:gd name="connsiteY2" fmla="*/ 5690328 h 5863850"/>
              <a:gd name="connsiteX3" fmla="*/ 328628 w 3872608"/>
              <a:gd name="connsiteY3" fmla="*/ 5565068 h 5863850"/>
              <a:gd name="connsiteX4" fmla="*/ 228420 w 3872608"/>
              <a:gd name="connsiteY4" fmla="*/ 452210 h 5863850"/>
              <a:gd name="connsiteX0" fmla="*/ 212338 w 3856526"/>
              <a:gd name="connsiteY0" fmla="*/ 452210 h 5878025"/>
              <a:gd name="connsiteX1" fmla="*/ 3629094 w 3856526"/>
              <a:gd name="connsiteY1" fmla="*/ 414631 h 5878025"/>
              <a:gd name="connsiteX2" fmla="*/ 3566464 w 3856526"/>
              <a:gd name="connsiteY2" fmla="*/ 5690328 h 5878025"/>
              <a:gd name="connsiteX3" fmla="*/ 350124 w 3856526"/>
              <a:gd name="connsiteY3" fmla="*/ 5615172 h 5878025"/>
              <a:gd name="connsiteX4" fmla="*/ 212338 w 3856526"/>
              <a:gd name="connsiteY4" fmla="*/ 452210 h 5878025"/>
              <a:gd name="connsiteX0" fmla="*/ 183932 w 3828120"/>
              <a:gd name="connsiteY0" fmla="*/ 452210 h 5732040"/>
              <a:gd name="connsiteX1" fmla="*/ 3600688 w 3828120"/>
              <a:gd name="connsiteY1" fmla="*/ 414631 h 5732040"/>
              <a:gd name="connsiteX2" fmla="*/ 3538058 w 3828120"/>
              <a:gd name="connsiteY2" fmla="*/ 5690328 h 5732040"/>
              <a:gd name="connsiteX3" fmla="*/ 397918 w 3828120"/>
              <a:gd name="connsiteY3" fmla="*/ 3608572 h 5732040"/>
              <a:gd name="connsiteX4" fmla="*/ 183932 w 3828120"/>
              <a:gd name="connsiteY4" fmla="*/ 452210 h 5732040"/>
              <a:gd name="connsiteX0" fmla="*/ 183932 w 3743009"/>
              <a:gd name="connsiteY0" fmla="*/ 452210 h 3730129"/>
              <a:gd name="connsiteX1" fmla="*/ 3600688 w 3743009"/>
              <a:gd name="connsiteY1" fmla="*/ 414631 h 3730129"/>
              <a:gd name="connsiteX2" fmla="*/ 3334858 w 3743009"/>
              <a:gd name="connsiteY2" fmla="*/ 3429728 h 3730129"/>
              <a:gd name="connsiteX3" fmla="*/ 397918 w 3743009"/>
              <a:gd name="connsiteY3" fmla="*/ 3608572 h 3730129"/>
              <a:gd name="connsiteX4" fmla="*/ 183932 w 3743009"/>
              <a:gd name="connsiteY4" fmla="*/ 452210 h 3730129"/>
              <a:gd name="connsiteX0" fmla="*/ 234419 w 3666496"/>
              <a:gd name="connsiteY0" fmla="*/ 626468 h 3624987"/>
              <a:gd name="connsiteX1" fmla="*/ 3524175 w 3666496"/>
              <a:gd name="connsiteY1" fmla="*/ 309489 h 3624987"/>
              <a:gd name="connsiteX2" fmla="*/ 3258345 w 3666496"/>
              <a:gd name="connsiteY2" fmla="*/ 3324586 h 3624987"/>
              <a:gd name="connsiteX3" fmla="*/ 321405 w 3666496"/>
              <a:gd name="connsiteY3" fmla="*/ 3503430 h 3624987"/>
              <a:gd name="connsiteX4" fmla="*/ 234419 w 3666496"/>
              <a:gd name="connsiteY4" fmla="*/ 626468 h 3624987"/>
              <a:gd name="connsiteX0" fmla="*/ 234419 w 3684266"/>
              <a:gd name="connsiteY0" fmla="*/ 277062 h 3275581"/>
              <a:gd name="connsiteX1" fmla="*/ 3549575 w 3684266"/>
              <a:gd name="connsiteY1" fmla="*/ 671283 h 3275581"/>
              <a:gd name="connsiteX2" fmla="*/ 3258345 w 3684266"/>
              <a:gd name="connsiteY2" fmla="*/ 2975180 h 3275581"/>
              <a:gd name="connsiteX3" fmla="*/ 321405 w 3684266"/>
              <a:gd name="connsiteY3" fmla="*/ 3154024 h 3275581"/>
              <a:gd name="connsiteX4" fmla="*/ 234419 w 3684266"/>
              <a:gd name="connsiteY4" fmla="*/ 277062 h 3275581"/>
              <a:gd name="connsiteX0" fmla="*/ 252697 w 3664444"/>
              <a:gd name="connsiteY0" fmla="*/ 459126 h 3013145"/>
              <a:gd name="connsiteX1" fmla="*/ 3529753 w 3664444"/>
              <a:gd name="connsiteY1" fmla="*/ 408847 h 3013145"/>
              <a:gd name="connsiteX2" fmla="*/ 3238523 w 3664444"/>
              <a:gd name="connsiteY2" fmla="*/ 2712744 h 3013145"/>
              <a:gd name="connsiteX3" fmla="*/ 301583 w 3664444"/>
              <a:gd name="connsiteY3" fmla="*/ 2891588 h 3013145"/>
              <a:gd name="connsiteX4" fmla="*/ 252697 w 3664444"/>
              <a:gd name="connsiteY4" fmla="*/ 459126 h 3013145"/>
              <a:gd name="connsiteX0" fmla="*/ 252697 w 3615472"/>
              <a:gd name="connsiteY0" fmla="*/ 459126 h 3248942"/>
              <a:gd name="connsiteX1" fmla="*/ 3529753 w 3615472"/>
              <a:gd name="connsiteY1" fmla="*/ 408847 h 3248942"/>
              <a:gd name="connsiteX2" fmla="*/ 2997223 w 3615472"/>
              <a:gd name="connsiteY2" fmla="*/ 3093744 h 3248942"/>
              <a:gd name="connsiteX3" fmla="*/ 301583 w 3615472"/>
              <a:gd name="connsiteY3" fmla="*/ 2891588 h 3248942"/>
              <a:gd name="connsiteX4" fmla="*/ 252697 w 3615472"/>
              <a:gd name="connsiteY4" fmla="*/ 459126 h 3248942"/>
              <a:gd name="connsiteX0" fmla="*/ 252697 w 3423144"/>
              <a:gd name="connsiteY0" fmla="*/ 308496 h 3098312"/>
              <a:gd name="connsiteX1" fmla="*/ 3288453 w 3423144"/>
              <a:gd name="connsiteY1" fmla="*/ 601117 h 3098312"/>
              <a:gd name="connsiteX2" fmla="*/ 2997223 w 3423144"/>
              <a:gd name="connsiteY2" fmla="*/ 2943114 h 3098312"/>
              <a:gd name="connsiteX3" fmla="*/ 301583 w 3423144"/>
              <a:gd name="connsiteY3" fmla="*/ 2740958 h 3098312"/>
              <a:gd name="connsiteX4" fmla="*/ 252697 w 3423144"/>
              <a:gd name="connsiteY4" fmla="*/ 308496 h 3098312"/>
              <a:gd name="connsiteX0" fmla="*/ 188292 w 3358739"/>
              <a:gd name="connsiteY0" fmla="*/ 308496 h 3113167"/>
              <a:gd name="connsiteX1" fmla="*/ 3224048 w 3358739"/>
              <a:gd name="connsiteY1" fmla="*/ 601117 h 3113167"/>
              <a:gd name="connsiteX2" fmla="*/ 2932818 w 3358739"/>
              <a:gd name="connsiteY2" fmla="*/ 2943114 h 3113167"/>
              <a:gd name="connsiteX3" fmla="*/ 389578 w 3358739"/>
              <a:gd name="connsiteY3" fmla="*/ 2804458 h 3113167"/>
              <a:gd name="connsiteX4" fmla="*/ 188292 w 3358739"/>
              <a:gd name="connsiteY4" fmla="*/ 308496 h 3113167"/>
              <a:gd name="connsiteX0" fmla="*/ 217616 w 3311863"/>
              <a:gd name="connsiteY0" fmla="*/ 383019 h 2997190"/>
              <a:gd name="connsiteX1" fmla="*/ 3177172 w 3311863"/>
              <a:gd name="connsiteY1" fmla="*/ 485140 h 2997190"/>
              <a:gd name="connsiteX2" fmla="*/ 2885942 w 3311863"/>
              <a:gd name="connsiteY2" fmla="*/ 2827137 h 2997190"/>
              <a:gd name="connsiteX3" fmla="*/ 342702 w 3311863"/>
              <a:gd name="connsiteY3" fmla="*/ 2688481 h 2997190"/>
              <a:gd name="connsiteX4" fmla="*/ 217616 w 3311863"/>
              <a:gd name="connsiteY4" fmla="*/ 383019 h 2997190"/>
              <a:gd name="connsiteX0" fmla="*/ 217616 w 3311863"/>
              <a:gd name="connsiteY0" fmla="*/ 444889 h 3059060"/>
              <a:gd name="connsiteX1" fmla="*/ 3177172 w 3311863"/>
              <a:gd name="connsiteY1" fmla="*/ 547010 h 3059060"/>
              <a:gd name="connsiteX2" fmla="*/ 2885942 w 3311863"/>
              <a:gd name="connsiteY2" fmla="*/ 2889007 h 3059060"/>
              <a:gd name="connsiteX3" fmla="*/ 342702 w 3311863"/>
              <a:gd name="connsiteY3" fmla="*/ 2750351 h 3059060"/>
              <a:gd name="connsiteX4" fmla="*/ 217616 w 3311863"/>
              <a:gd name="connsiteY4" fmla="*/ 444889 h 3059060"/>
              <a:gd name="connsiteX0" fmla="*/ 217616 w 3358734"/>
              <a:gd name="connsiteY0" fmla="*/ 387706 h 3001877"/>
              <a:gd name="connsiteX1" fmla="*/ 3240672 w 3358734"/>
              <a:gd name="connsiteY1" fmla="*/ 642227 h 3001877"/>
              <a:gd name="connsiteX2" fmla="*/ 2885942 w 3358734"/>
              <a:gd name="connsiteY2" fmla="*/ 2831824 h 3001877"/>
              <a:gd name="connsiteX3" fmla="*/ 342702 w 3358734"/>
              <a:gd name="connsiteY3" fmla="*/ 2693168 h 3001877"/>
              <a:gd name="connsiteX4" fmla="*/ 217616 w 3358734"/>
              <a:gd name="connsiteY4" fmla="*/ 387706 h 3001877"/>
              <a:gd name="connsiteX0" fmla="*/ 217616 w 3358734"/>
              <a:gd name="connsiteY0" fmla="*/ 469133 h 3083304"/>
              <a:gd name="connsiteX1" fmla="*/ 3240672 w 3358734"/>
              <a:gd name="connsiteY1" fmla="*/ 723654 h 3083304"/>
              <a:gd name="connsiteX2" fmla="*/ 2885942 w 3358734"/>
              <a:gd name="connsiteY2" fmla="*/ 2913251 h 3083304"/>
              <a:gd name="connsiteX3" fmla="*/ 342702 w 3358734"/>
              <a:gd name="connsiteY3" fmla="*/ 2774595 h 3083304"/>
              <a:gd name="connsiteX4" fmla="*/ 217616 w 3358734"/>
              <a:gd name="connsiteY4" fmla="*/ 469133 h 3083304"/>
              <a:gd name="connsiteX0" fmla="*/ 217616 w 3326391"/>
              <a:gd name="connsiteY0" fmla="*/ 469133 h 3092830"/>
              <a:gd name="connsiteX1" fmla="*/ 3240672 w 3326391"/>
              <a:gd name="connsiteY1" fmla="*/ 723654 h 3092830"/>
              <a:gd name="connsiteX2" fmla="*/ 2708142 w 3326391"/>
              <a:gd name="connsiteY2" fmla="*/ 2925951 h 3092830"/>
              <a:gd name="connsiteX3" fmla="*/ 342702 w 3326391"/>
              <a:gd name="connsiteY3" fmla="*/ 2774595 h 3092830"/>
              <a:gd name="connsiteX4" fmla="*/ 217616 w 3326391"/>
              <a:gd name="connsiteY4" fmla="*/ 469133 h 3092830"/>
              <a:gd name="connsiteX0" fmla="*/ 217616 w 3358477"/>
              <a:gd name="connsiteY0" fmla="*/ 469133 h 3092830"/>
              <a:gd name="connsiteX1" fmla="*/ 3240672 w 3358477"/>
              <a:gd name="connsiteY1" fmla="*/ 723654 h 3092830"/>
              <a:gd name="connsiteX2" fmla="*/ 2708142 w 3358477"/>
              <a:gd name="connsiteY2" fmla="*/ 2925951 h 3092830"/>
              <a:gd name="connsiteX3" fmla="*/ 342702 w 3358477"/>
              <a:gd name="connsiteY3" fmla="*/ 2774595 h 3092830"/>
              <a:gd name="connsiteX4" fmla="*/ 217616 w 3358477"/>
              <a:gd name="connsiteY4" fmla="*/ 469133 h 3092830"/>
              <a:gd name="connsiteX0" fmla="*/ 271746 w 3412607"/>
              <a:gd name="connsiteY0" fmla="*/ 469133 h 3092830"/>
              <a:gd name="connsiteX1" fmla="*/ 3294802 w 3412607"/>
              <a:gd name="connsiteY1" fmla="*/ 723654 h 3092830"/>
              <a:gd name="connsiteX2" fmla="*/ 2762272 w 3412607"/>
              <a:gd name="connsiteY2" fmla="*/ 2925951 h 3092830"/>
              <a:gd name="connsiteX3" fmla="*/ 396832 w 3412607"/>
              <a:gd name="connsiteY3" fmla="*/ 2774595 h 3092830"/>
              <a:gd name="connsiteX4" fmla="*/ 271746 w 3412607"/>
              <a:gd name="connsiteY4" fmla="*/ 469133 h 3092830"/>
              <a:gd name="connsiteX0" fmla="*/ 271746 w 3412607"/>
              <a:gd name="connsiteY0" fmla="*/ 469133 h 3136764"/>
              <a:gd name="connsiteX1" fmla="*/ 3294802 w 3412607"/>
              <a:gd name="connsiteY1" fmla="*/ 723654 h 3136764"/>
              <a:gd name="connsiteX2" fmla="*/ 2762272 w 3412607"/>
              <a:gd name="connsiteY2" fmla="*/ 2925951 h 3136764"/>
              <a:gd name="connsiteX3" fmla="*/ 396832 w 3412607"/>
              <a:gd name="connsiteY3" fmla="*/ 2774595 h 3136764"/>
              <a:gd name="connsiteX4" fmla="*/ 271746 w 3412607"/>
              <a:gd name="connsiteY4" fmla="*/ 469133 h 3136764"/>
              <a:gd name="connsiteX0" fmla="*/ 179679 w 3320540"/>
              <a:gd name="connsiteY0" fmla="*/ 469133 h 3141196"/>
              <a:gd name="connsiteX1" fmla="*/ 3202735 w 3320540"/>
              <a:gd name="connsiteY1" fmla="*/ 723654 h 3141196"/>
              <a:gd name="connsiteX2" fmla="*/ 2670205 w 3320540"/>
              <a:gd name="connsiteY2" fmla="*/ 2925951 h 3141196"/>
              <a:gd name="connsiteX3" fmla="*/ 533365 w 3320540"/>
              <a:gd name="connsiteY3" fmla="*/ 2787295 h 3141196"/>
              <a:gd name="connsiteX4" fmla="*/ 179679 w 3320540"/>
              <a:gd name="connsiteY4" fmla="*/ 469133 h 3141196"/>
              <a:gd name="connsiteX0" fmla="*/ 179679 w 3291394"/>
              <a:gd name="connsiteY0" fmla="*/ 415151 h 3087214"/>
              <a:gd name="connsiteX1" fmla="*/ 3164635 w 3291394"/>
              <a:gd name="connsiteY1" fmla="*/ 809372 h 3087214"/>
              <a:gd name="connsiteX2" fmla="*/ 2670205 w 3291394"/>
              <a:gd name="connsiteY2" fmla="*/ 2871969 h 3087214"/>
              <a:gd name="connsiteX3" fmla="*/ 533365 w 3291394"/>
              <a:gd name="connsiteY3" fmla="*/ 2733313 h 3087214"/>
              <a:gd name="connsiteX4" fmla="*/ 179679 w 3291394"/>
              <a:gd name="connsiteY4" fmla="*/ 415151 h 3087214"/>
              <a:gd name="connsiteX0" fmla="*/ 241757 w 3188372"/>
              <a:gd name="connsiteY0" fmla="*/ 415151 h 3087214"/>
              <a:gd name="connsiteX1" fmla="*/ 3061613 w 3188372"/>
              <a:gd name="connsiteY1" fmla="*/ 809372 h 3087214"/>
              <a:gd name="connsiteX2" fmla="*/ 2567183 w 3188372"/>
              <a:gd name="connsiteY2" fmla="*/ 2871969 h 3087214"/>
              <a:gd name="connsiteX3" fmla="*/ 430343 w 3188372"/>
              <a:gd name="connsiteY3" fmla="*/ 2733313 h 3087214"/>
              <a:gd name="connsiteX4" fmla="*/ 241757 w 3188372"/>
              <a:gd name="connsiteY4" fmla="*/ 415151 h 3087214"/>
              <a:gd name="connsiteX0" fmla="*/ 241757 w 3205298"/>
              <a:gd name="connsiteY0" fmla="*/ 415151 h 3087214"/>
              <a:gd name="connsiteX1" fmla="*/ 3061613 w 3205298"/>
              <a:gd name="connsiteY1" fmla="*/ 809372 h 3087214"/>
              <a:gd name="connsiteX2" fmla="*/ 2567183 w 3205298"/>
              <a:gd name="connsiteY2" fmla="*/ 2871969 h 3087214"/>
              <a:gd name="connsiteX3" fmla="*/ 430343 w 3205298"/>
              <a:gd name="connsiteY3" fmla="*/ 2733313 h 3087214"/>
              <a:gd name="connsiteX4" fmla="*/ 241757 w 3205298"/>
              <a:gd name="connsiteY4" fmla="*/ 415151 h 3087214"/>
              <a:gd name="connsiteX0" fmla="*/ 241757 w 3173897"/>
              <a:gd name="connsiteY0" fmla="*/ 415151 h 3129883"/>
              <a:gd name="connsiteX1" fmla="*/ 3061613 w 3173897"/>
              <a:gd name="connsiteY1" fmla="*/ 809372 h 3129883"/>
              <a:gd name="connsiteX2" fmla="*/ 2414783 w 3173897"/>
              <a:gd name="connsiteY2" fmla="*/ 2935469 h 3129883"/>
              <a:gd name="connsiteX3" fmla="*/ 430343 w 3173897"/>
              <a:gd name="connsiteY3" fmla="*/ 2733313 h 3129883"/>
              <a:gd name="connsiteX4" fmla="*/ 241757 w 3173897"/>
              <a:gd name="connsiteY4" fmla="*/ 415151 h 3129883"/>
              <a:gd name="connsiteX0" fmla="*/ 241757 w 3173897"/>
              <a:gd name="connsiteY0" fmla="*/ 415151 h 3062825"/>
              <a:gd name="connsiteX1" fmla="*/ 3061613 w 3173897"/>
              <a:gd name="connsiteY1" fmla="*/ 809372 h 3062825"/>
              <a:gd name="connsiteX2" fmla="*/ 2414783 w 3173897"/>
              <a:gd name="connsiteY2" fmla="*/ 2935469 h 3062825"/>
              <a:gd name="connsiteX3" fmla="*/ 430343 w 3173897"/>
              <a:gd name="connsiteY3" fmla="*/ 2733313 h 3062825"/>
              <a:gd name="connsiteX4" fmla="*/ 241757 w 3173897"/>
              <a:gd name="connsiteY4" fmla="*/ 415151 h 3062825"/>
              <a:gd name="connsiteX0" fmla="*/ 247478 w 3179618"/>
              <a:gd name="connsiteY0" fmla="*/ 415151 h 3044357"/>
              <a:gd name="connsiteX1" fmla="*/ 3067334 w 3179618"/>
              <a:gd name="connsiteY1" fmla="*/ 809372 h 3044357"/>
              <a:gd name="connsiteX2" fmla="*/ 2420504 w 3179618"/>
              <a:gd name="connsiteY2" fmla="*/ 2935469 h 3044357"/>
              <a:gd name="connsiteX3" fmla="*/ 423364 w 3179618"/>
              <a:gd name="connsiteY3" fmla="*/ 2669813 h 3044357"/>
              <a:gd name="connsiteX4" fmla="*/ 247478 w 3179618"/>
              <a:gd name="connsiteY4" fmla="*/ 415151 h 3044357"/>
              <a:gd name="connsiteX0" fmla="*/ 298857 w 3230997"/>
              <a:gd name="connsiteY0" fmla="*/ 415151 h 3044357"/>
              <a:gd name="connsiteX1" fmla="*/ 3118713 w 3230997"/>
              <a:gd name="connsiteY1" fmla="*/ 809372 h 3044357"/>
              <a:gd name="connsiteX2" fmla="*/ 2471883 w 3230997"/>
              <a:gd name="connsiteY2" fmla="*/ 2935469 h 3044357"/>
              <a:gd name="connsiteX3" fmla="*/ 474743 w 3230997"/>
              <a:gd name="connsiteY3" fmla="*/ 2669813 h 3044357"/>
              <a:gd name="connsiteX4" fmla="*/ 298857 w 3230997"/>
              <a:gd name="connsiteY4" fmla="*/ 415151 h 3044357"/>
              <a:gd name="connsiteX0" fmla="*/ 341177 w 3273317"/>
              <a:gd name="connsiteY0" fmla="*/ 415151 h 3044357"/>
              <a:gd name="connsiteX1" fmla="*/ 3161033 w 3273317"/>
              <a:gd name="connsiteY1" fmla="*/ 809372 h 3044357"/>
              <a:gd name="connsiteX2" fmla="*/ 2514203 w 3273317"/>
              <a:gd name="connsiteY2" fmla="*/ 2935469 h 3044357"/>
              <a:gd name="connsiteX3" fmla="*/ 517063 w 3273317"/>
              <a:gd name="connsiteY3" fmla="*/ 2669813 h 3044357"/>
              <a:gd name="connsiteX4" fmla="*/ 341177 w 3273317"/>
              <a:gd name="connsiteY4" fmla="*/ 415151 h 3044357"/>
              <a:gd name="connsiteX0" fmla="*/ 341177 w 3273317"/>
              <a:gd name="connsiteY0" fmla="*/ 415151 h 3051564"/>
              <a:gd name="connsiteX1" fmla="*/ 3161033 w 3273317"/>
              <a:gd name="connsiteY1" fmla="*/ 809372 h 3051564"/>
              <a:gd name="connsiteX2" fmla="*/ 2514203 w 3273317"/>
              <a:gd name="connsiteY2" fmla="*/ 2935469 h 3051564"/>
              <a:gd name="connsiteX3" fmla="*/ 517063 w 3273317"/>
              <a:gd name="connsiteY3" fmla="*/ 2669813 h 3051564"/>
              <a:gd name="connsiteX4" fmla="*/ 341177 w 3273317"/>
              <a:gd name="connsiteY4" fmla="*/ 415151 h 3051564"/>
              <a:gd name="connsiteX0" fmla="*/ 331471 w 3263611"/>
              <a:gd name="connsiteY0" fmla="*/ 415151 h 3051564"/>
              <a:gd name="connsiteX1" fmla="*/ 3151327 w 3263611"/>
              <a:gd name="connsiteY1" fmla="*/ 809372 h 3051564"/>
              <a:gd name="connsiteX2" fmla="*/ 2504497 w 3263611"/>
              <a:gd name="connsiteY2" fmla="*/ 2935469 h 3051564"/>
              <a:gd name="connsiteX3" fmla="*/ 507357 w 3263611"/>
              <a:gd name="connsiteY3" fmla="*/ 2669813 h 3051564"/>
              <a:gd name="connsiteX4" fmla="*/ 331471 w 3263611"/>
              <a:gd name="connsiteY4" fmla="*/ 415151 h 3051564"/>
              <a:gd name="connsiteX0" fmla="*/ 349997 w 3282137"/>
              <a:gd name="connsiteY0" fmla="*/ 415151 h 3071256"/>
              <a:gd name="connsiteX1" fmla="*/ 3169853 w 3282137"/>
              <a:gd name="connsiteY1" fmla="*/ 809372 h 3071256"/>
              <a:gd name="connsiteX2" fmla="*/ 2523023 w 3282137"/>
              <a:gd name="connsiteY2" fmla="*/ 2935469 h 3071256"/>
              <a:gd name="connsiteX3" fmla="*/ 478883 w 3282137"/>
              <a:gd name="connsiteY3" fmla="*/ 2732479 h 3071256"/>
              <a:gd name="connsiteX4" fmla="*/ 349997 w 3282137"/>
              <a:gd name="connsiteY4" fmla="*/ 415151 h 3071256"/>
              <a:gd name="connsiteX0" fmla="*/ 349997 w 3282137"/>
              <a:gd name="connsiteY0" fmla="*/ 415151 h 3075800"/>
              <a:gd name="connsiteX1" fmla="*/ 3169853 w 3282137"/>
              <a:gd name="connsiteY1" fmla="*/ 809372 h 3075800"/>
              <a:gd name="connsiteX2" fmla="*/ 2523023 w 3282137"/>
              <a:gd name="connsiteY2" fmla="*/ 2935469 h 3075800"/>
              <a:gd name="connsiteX3" fmla="*/ 478883 w 3282137"/>
              <a:gd name="connsiteY3" fmla="*/ 2732479 h 3075800"/>
              <a:gd name="connsiteX4" fmla="*/ 349997 w 3282137"/>
              <a:gd name="connsiteY4" fmla="*/ 415151 h 3075800"/>
              <a:gd name="connsiteX0" fmla="*/ 355109 w 3287249"/>
              <a:gd name="connsiteY0" fmla="*/ 415151 h 3075801"/>
              <a:gd name="connsiteX1" fmla="*/ 3174965 w 3287249"/>
              <a:gd name="connsiteY1" fmla="*/ 809372 h 3075801"/>
              <a:gd name="connsiteX2" fmla="*/ 2528135 w 3287249"/>
              <a:gd name="connsiteY2" fmla="*/ 2935469 h 3075801"/>
              <a:gd name="connsiteX3" fmla="*/ 483995 w 3287249"/>
              <a:gd name="connsiteY3" fmla="*/ 2732479 h 3075801"/>
              <a:gd name="connsiteX4" fmla="*/ 355109 w 3287249"/>
              <a:gd name="connsiteY4" fmla="*/ 415151 h 3075801"/>
              <a:gd name="connsiteX0" fmla="*/ 355109 w 3287249"/>
              <a:gd name="connsiteY0" fmla="*/ 429004 h 3089654"/>
              <a:gd name="connsiteX1" fmla="*/ 3174965 w 3287249"/>
              <a:gd name="connsiteY1" fmla="*/ 823225 h 3089654"/>
              <a:gd name="connsiteX2" fmla="*/ 2528135 w 3287249"/>
              <a:gd name="connsiteY2" fmla="*/ 2949322 h 3089654"/>
              <a:gd name="connsiteX3" fmla="*/ 483995 w 3287249"/>
              <a:gd name="connsiteY3" fmla="*/ 2746332 h 3089654"/>
              <a:gd name="connsiteX4" fmla="*/ 355109 w 3287249"/>
              <a:gd name="connsiteY4" fmla="*/ 429004 h 3089654"/>
              <a:gd name="connsiteX0" fmla="*/ 355109 w 3307418"/>
              <a:gd name="connsiteY0" fmla="*/ 429004 h 3089654"/>
              <a:gd name="connsiteX1" fmla="*/ 3174965 w 3307418"/>
              <a:gd name="connsiteY1" fmla="*/ 823225 h 3089654"/>
              <a:gd name="connsiteX2" fmla="*/ 2528135 w 3307418"/>
              <a:gd name="connsiteY2" fmla="*/ 2949322 h 3089654"/>
              <a:gd name="connsiteX3" fmla="*/ 483995 w 3307418"/>
              <a:gd name="connsiteY3" fmla="*/ 2746332 h 3089654"/>
              <a:gd name="connsiteX4" fmla="*/ 355109 w 3307418"/>
              <a:gd name="connsiteY4" fmla="*/ 429004 h 3089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418" h="3089654">
                <a:moveTo>
                  <a:pt x="355109" y="429004"/>
                </a:moveTo>
                <a:cubicBezTo>
                  <a:pt x="888254" y="-274541"/>
                  <a:pt x="2782527" y="-91725"/>
                  <a:pt x="3174965" y="823225"/>
                </a:cubicBezTo>
                <a:cubicBezTo>
                  <a:pt x="3514761" y="1870809"/>
                  <a:pt x="3165571" y="2617853"/>
                  <a:pt x="2528135" y="2949322"/>
                </a:cubicBezTo>
                <a:cubicBezTo>
                  <a:pt x="1714545" y="3172703"/>
                  <a:pt x="1000604" y="3146497"/>
                  <a:pt x="483995" y="2746332"/>
                </a:cubicBezTo>
                <a:cubicBezTo>
                  <a:pt x="-70273" y="2292315"/>
                  <a:pt x="-194993" y="1168960"/>
                  <a:pt x="355109" y="429004"/>
                </a:cubicBezTo>
                <a:close/>
              </a:path>
            </a:pathLst>
          </a:custGeom>
          <a:solidFill>
            <a:schemeClr val="bg1">
              <a:lumMod val="95000"/>
            </a:schemeClr>
          </a:solidFill>
          <a:ln>
            <a:noFill/>
          </a:ln>
        </p:spPr>
        <p:txBody>
          <a:bodyPr anchor="ctr" anchorCtr="0"/>
          <a:lstStyle>
            <a:lvl1pPr marL="0" indent="0" algn="ctr">
              <a:buFontTx/>
              <a:buNone/>
              <a:defRPr/>
            </a:lvl1pPr>
          </a:lstStyle>
          <a:p>
            <a:r>
              <a:rPr lang="en-US"/>
              <a:t>Click to add picture. </a:t>
            </a:r>
            <a:br>
              <a:rPr lang="en-US"/>
            </a:br>
            <a:r>
              <a:rPr lang="en-US"/>
              <a:t>Select crop to position photo.</a:t>
            </a:r>
          </a:p>
        </p:txBody>
      </p:sp>
      <p:sp>
        <p:nvSpPr>
          <p:cNvPr id="6" name="Text Placeholder 6">
            <a:extLst>
              <a:ext uri="{FF2B5EF4-FFF2-40B4-BE49-F238E27FC236}">
                <a16:creationId xmlns:a16="http://schemas.microsoft.com/office/drawing/2014/main" id="{00623BE4-E0D2-4ACA-AD84-94837BCD2C09}"/>
              </a:ext>
            </a:extLst>
          </p:cNvPr>
          <p:cNvSpPr>
            <a:spLocks noGrp="1"/>
          </p:cNvSpPr>
          <p:nvPr>
            <p:ph type="body" sz="quarter" idx="14" hasCustomPrompt="1"/>
          </p:nvPr>
        </p:nvSpPr>
        <p:spPr>
          <a:xfrm>
            <a:off x="2525461" y="4370466"/>
            <a:ext cx="3341914" cy="379984"/>
          </a:xfrm>
        </p:spPr>
        <p:txBody>
          <a:bodyPr>
            <a:noAutofit/>
          </a:bodyPr>
          <a:lstStyle>
            <a:lvl1pPr marL="0" indent="0" algn="ctr">
              <a:buFontTx/>
              <a:buNone/>
              <a:defRPr sz="1600" b="1">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add first and last name</a:t>
            </a:r>
          </a:p>
        </p:txBody>
      </p:sp>
      <p:sp>
        <p:nvSpPr>
          <p:cNvPr id="9" name="Text Placeholder 6">
            <a:extLst>
              <a:ext uri="{FF2B5EF4-FFF2-40B4-BE49-F238E27FC236}">
                <a16:creationId xmlns:a16="http://schemas.microsoft.com/office/drawing/2014/main" id="{00B12234-8A3D-53A8-E84F-ABEAE04BB185}"/>
              </a:ext>
            </a:extLst>
          </p:cNvPr>
          <p:cNvSpPr>
            <a:spLocks noGrp="1"/>
          </p:cNvSpPr>
          <p:nvPr>
            <p:ph type="body" sz="quarter" idx="15" hasCustomPrompt="1"/>
          </p:nvPr>
        </p:nvSpPr>
        <p:spPr>
          <a:xfrm>
            <a:off x="2525461" y="4780549"/>
            <a:ext cx="3341914" cy="573020"/>
          </a:xfrm>
        </p:spPr>
        <p:txBody>
          <a:bodyPr>
            <a:noAutofit/>
          </a:bodyPr>
          <a:lstStyle>
            <a:lvl1pPr marL="0" indent="0" algn="ctr">
              <a:buFontTx/>
              <a:buNone/>
              <a:defRPr sz="1400" b="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add title, company, district, or school</a:t>
            </a:r>
          </a:p>
        </p:txBody>
      </p:sp>
      <p:sp>
        <p:nvSpPr>
          <p:cNvPr id="10" name="Picture Placeholder 22">
            <a:extLst>
              <a:ext uri="{FF2B5EF4-FFF2-40B4-BE49-F238E27FC236}">
                <a16:creationId xmlns:a16="http://schemas.microsoft.com/office/drawing/2014/main" id="{965CE169-9230-5A3B-6FD5-AFD6D53CB902}"/>
              </a:ext>
            </a:extLst>
          </p:cNvPr>
          <p:cNvSpPr>
            <a:spLocks noGrp="1"/>
          </p:cNvSpPr>
          <p:nvPr>
            <p:ph type="pic" sz="quarter" idx="23" hasCustomPrompt="1"/>
          </p:nvPr>
        </p:nvSpPr>
        <p:spPr>
          <a:xfrm>
            <a:off x="6825460" y="1938111"/>
            <a:ext cx="2311083" cy="2158918"/>
          </a:xfrm>
          <a:custGeom>
            <a:avLst/>
            <a:gdLst>
              <a:gd name="connsiteX0" fmla="*/ 0 w 3792538"/>
              <a:gd name="connsiteY0" fmla="*/ 0 h 4849812"/>
              <a:gd name="connsiteX1" fmla="*/ 3792538 w 3792538"/>
              <a:gd name="connsiteY1" fmla="*/ 0 h 4849812"/>
              <a:gd name="connsiteX2" fmla="*/ 3792538 w 3792538"/>
              <a:gd name="connsiteY2" fmla="*/ 4849812 h 4849812"/>
              <a:gd name="connsiteX3" fmla="*/ 0 w 3792538"/>
              <a:gd name="connsiteY3" fmla="*/ 4849812 h 4849812"/>
              <a:gd name="connsiteX4" fmla="*/ 0 w 3792538"/>
              <a:gd name="connsiteY4" fmla="*/ 0 h 4849812"/>
              <a:gd name="connsiteX0" fmla="*/ 175365 w 3792538"/>
              <a:gd name="connsiteY0" fmla="*/ 187891 h 4849812"/>
              <a:gd name="connsiteX1" fmla="*/ 3792538 w 3792538"/>
              <a:gd name="connsiteY1" fmla="*/ 0 h 4849812"/>
              <a:gd name="connsiteX2" fmla="*/ 3792538 w 3792538"/>
              <a:gd name="connsiteY2" fmla="*/ 4849812 h 4849812"/>
              <a:gd name="connsiteX3" fmla="*/ 0 w 3792538"/>
              <a:gd name="connsiteY3" fmla="*/ 4849812 h 4849812"/>
              <a:gd name="connsiteX4" fmla="*/ 175365 w 3792538"/>
              <a:gd name="connsiteY4" fmla="*/ 187891 h 4849812"/>
              <a:gd name="connsiteX0" fmla="*/ 175365 w 3792538"/>
              <a:gd name="connsiteY0" fmla="*/ 254121 h 4916042"/>
              <a:gd name="connsiteX1" fmla="*/ 3792538 w 3792538"/>
              <a:gd name="connsiteY1" fmla="*/ 66230 h 4916042"/>
              <a:gd name="connsiteX2" fmla="*/ 3792538 w 3792538"/>
              <a:gd name="connsiteY2" fmla="*/ 4916042 h 4916042"/>
              <a:gd name="connsiteX3" fmla="*/ 0 w 3792538"/>
              <a:gd name="connsiteY3" fmla="*/ 4916042 h 4916042"/>
              <a:gd name="connsiteX4" fmla="*/ 175365 w 3792538"/>
              <a:gd name="connsiteY4" fmla="*/ 254121 h 4916042"/>
              <a:gd name="connsiteX0" fmla="*/ 186614 w 3803787"/>
              <a:gd name="connsiteY0" fmla="*/ 254121 h 4916042"/>
              <a:gd name="connsiteX1" fmla="*/ 3803787 w 3803787"/>
              <a:gd name="connsiteY1" fmla="*/ 66230 h 4916042"/>
              <a:gd name="connsiteX2" fmla="*/ 3803787 w 3803787"/>
              <a:gd name="connsiteY2" fmla="*/ 4916042 h 4916042"/>
              <a:gd name="connsiteX3" fmla="*/ 11249 w 3803787"/>
              <a:gd name="connsiteY3" fmla="*/ 4916042 h 4916042"/>
              <a:gd name="connsiteX4" fmla="*/ 186614 w 3803787"/>
              <a:gd name="connsiteY4" fmla="*/ 254121 h 4916042"/>
              <a:gd name="connsiteX0" fmla="*/ 90495 w 3707668"/>
              <a:gd name="connsiteY0" fmla="*/ 254121 h 4916042"/>
              <a:gd name="connsiteX1" fmla="*/ 3707668 w 3707668"/>
              <a:gd name="connsiteY1" fmla="*/ 66230 h 4916042"/>
              <a:gd name="connsiteX2" fmla="*/ 3707668 w 3707668"/>
              <a:gd name="connsiteY2" fmla="*/ 4916042 h 4916042"/>
              <a:gd name="connsiteX3" fmla="*/ 353541 w 3707668"/>
              <a:gd name="connsiteY3" fmla="*/ 4916042 h 4916042"/>
              <a:gd name="connsiteX4" fmla="*/ 90495 w 3707668"/>
              <a:gd name="connsiteY4" fmla="*/ 254121 h 4916042"/>
              <a:gd name="connsiteX0" fmla="*/ 191817 w 3808990"/>
              <a:gd name="connsiteY0" fmla="*/ 254121 h 4916042"/>
              <a:gd name="connsiteX1" fmla="*/ 3808990 w 3808990"/>
              <a:gd name="connsiteY1" fmla="*/ 66230 h 4916042"/>
              <a:gd name="connsiteX2" fmla="*/ 3808990 w 3808990"/>
              <a:gd name="connsiteY2" fmla="*/ 4916042 h 4916042"/>
              <a:gd name="connsiteX3" fmla="*/ 454863 w 3808990"/>
              <a:gd name="connsiteY3" fmla="*/ 4916042 h 4916042"/>
              <a:gd name="connsiteX4" fmla="*/ 191817 w 3808990"/>
              <a:gd name="connsiteY4" fmla="*/ 254121 h 4916042"/>
              <a:gd name="connsiteX0" fmla="*/ 191817 w 3808990"/>
              <a:gd name="connsiteY0" fmla="*/ 254121 h 5099757"/>
              <a:gd name="connsiteX1" fmla="*/ 3808990 w 3808990"/>
              <a:gd name="connsiteY1" fmla="*/ 66230 h 5099757"/>
              <a:gd name="connsiteX2" fmla="*/ 3808990 w 3808990"/>
              <a:gd name="connsiteY2" fmla="*/ 4916042 h 5099757"/>
              <a:gd name="connsiteX3" fmla="*/ 454863 w 3808990"/>
              <a:gd name="connsiteY3" fmla="*/ 4916042 h 5099757"/>
              <a:gd name="connsiteX4" fmla="*/ 191817 w 3808990"/>
              <a:gd name="connsiteY4" fmla="*/ 254121 h 5099757"/>
              <a:gd name="connsiteX0" fmla="*/ 191817 w 3808990"/>
              <a:gd name="connsiteY0" fmla="*/ 254121 h 5103061"/>
              <a:gd name="connsiteX1" fmla="*/ 3808990 w 3808990"/>
              <a:gd name="connsiteY1" fmla="*/ 66230 h 5103061"/>
              <a:gd name="connsiteX2" fmla="*/ 3596047 w 3808990"/>
              <a:gd name="connsiteY2" fmla="*/ 4928568 h 5103061"/>
              <a:gd name="connsiteX3" fmla="*/ 454863 w 3808990"/>
              <a:gd name="connsiteY3" fmla="*/ 4916042 h 5103061"/>
              <a:gd name="connsiteX4" fmla="*/ 191817 w 3808990"/>
              <a:gd name="connsiteY4" fmla="*/ 254121 h 5103061"/>
              <a:gd name="connsiteX0" fmla="*/ 191817 w 3808990"/>
              <a:gd name="connsiteY0" fmla="*/ 254121 h 5218251"/>
              <a:gd name="connsiteX1" fmla="*/ 3808990 w 3808990"/>
              <a:gd name="connsiteY1" fmla="*/ 66230 h 5218251"/>
              <a:gd name="connsiteX2" fmla="*/ 3596047 w 3808990"/>
              <a:gd name="connsiteY2" fmla="*/ 4928568 h 5218251"/>
              <a:gd name="connsiteX3" fmla="*/ 454863 w 3808990"/>
              <a:gd name="connsiteY3" fmla="*/ 4916042 h 5218251"/>
              <a:gd name="connsiteX4" fmla="*/ 191817 w 3808990"/>
              <a:gd name="connsiteY4" fmla="*/ 254121 h 5218251"/>
              <a:gd name="connsiteX0" fmla="*/ 191817 w 3860878"/>
              <a:gd name="connsiteY0" fmla="*/ 254121 h 5218251"/>
              <a:gd name="connsiteX1" fmla="*/ 3808990 w 3860878"/>
              <a:gd name="connsiteY1" fmla="*/ 66230 h 5218251"/>
              <a:gd name="connsiteX2" fmla="*/ 3596047 w 3860878"/>
              <a:gd name="connsiteY2" fmla="*/ 4928568 h 5218251"/>
              <a:gd name="connsiteX3" fmla="*/ 454863 w 3860878"/>
              <a:gd name="connsiteY3" fmla="*/ 4916042 h 5218251"/>
              <a:gd name="connsiteX4" fmla="*/ 191817 w 3860878"/>
              <a:gd name="connsiteY4" fmla="*/ 254121 h 5218251"/>
              <a:gd name="connsiteX0" fmla="*/ 191817 w 3799284"/>
              <a:gd name="connsiteY0" fmla="*/ 207404 h 5171534"/>
              <a:gd name="connsiteX1" fmla="*/ 3608573 w 3799284"/>
              <a:gd name="connsiteY1" fmla="*/ 169825 h 5171534"/>
              <a:gd name="connsiteX2" fmla="*/ 3596047 w 3799284"/>
              <a:gd name="connsiteY2" fmla="*/ 4881851 h 5171534"/>
              <a:gd name="connsiteX3" fmla="*/ 454863 w 3799284"/>
              <a:gd name="connsiteY3" fmla="*/ 4869325 h 5171534"/>
              <a:gd name="connsiteX4" fmla="*/ 191817 w 3799284"/>
              <a:gd name="connsiteY4" fmla="*/ 207404 h 5171534"/>
              <a:gd name="connsiteX0" fmla="*/ 191817 w 3799284"/>
              <a:gd name="connsiteY0" fmla="*/ 361834 h 5325964"/>
              <a:gd name="connsiteX1" fmla="*/ 3608573 w 3799284"/>
              <a:gd name="connsiteY1" fmla="*/ 324255 h 5325964"/>
              <a:gd name="connsiteX2" fmla="*/ 3596047 w 3799284"/>
              <a:gd name="connsiteY2" fmla="*/ 5036281 h 5325964"/>
              <a:gd name="connsiteX3" fmla="*/ 454863 w 3799284"/>
              <a:gd name="connsiteY3" fmla="*/ 5023755 h 5325964"/>
              <a:gd name="connsiteX4" fmla="*/ 191817 w 3799284"/>
              <a:gd name="connsiteY4" fmla="*/ 361834 h 5325964"/>
              <a:gd name="connsiteX0" fmla="*/ 191817 w 3884556"/>
              <a:gd name="connsiteY0" fmla="*/ 361834 h 5325964"/>
              <a:gd name="connsiteX1" fmla="*/ 3608573 w 3884556"/>
              <a:gd name="connsiteY1" fmla="*/ 324255 h 5325964"/>
              <a:gd name="connsiteX2" fmla="*/ 3596047 w 3884556"/>
              <a:gd name="connsiteY2" fmla="*/ 5036281 h 5325964"/>
              <a:gd name="connsiteX3" fmla="*/ 454863 w 3884556"/>
              <a:gd name="connsiteY3" fmla="*/ 5023755 h 5325964"/>
              <a:gd name="connsiteX4" fmla="*/ 191817 w 3884556"/>
              <a:gd name="connsiteY4" fmla="*/ 361834 h 5325964"/>
              <a:gd name="connsiteX0" fmla="*/ 191817 w 3855754"/>
              <a:gd name="connsiteY0" fmla="*/ 361834 h 5726890"/>
              <a:gd name="connsiteX1" fmla="*/ 3608573 w 3855754"/>
              <a:gd name="connsiteY1" fmla="*/ 324255 h 5726890"/>
              <a:gd name="connsiteX2" fmla="*/ 3545943 w 3855754"/>
              <a:gd name="connsiteY2" fmla="*/ 5599952 h 5726890"/>
              <a:gd name="connsiteX3" fmla="*/ 454863 w 3855754"/>
              <a:gd name="connsiteY3" fmla="*/ 5023755 h 5726890"/>
              <a:gd name="connsiteX4" fmla="*/ 191817 w 3855754"/>
              <a:gd name="connsiteY4" fmla="*/ 361834 h 5726890"/>
              <a:gd name="connsiteX0" fmla="*/ 259947 w 3923884"/>
              <a:gd name="connsiteY0" fmla="*/ 361834 h 5838594"/>
              <a:gd name="connsiteX1" fmla="*/ 3676703 w 3923884"/>
              <a:gd name="connsiteY1" fmla="*/ 324255 h 5838594"/>
              <a:gd name="connsiteX2" fmla="*/ 3614073 w 3923884"/>
              <a:gd name="connsiteY2" fmla="*/ 5599952 h 5838594"/>
              <a:gd name="connsiteX3" fmla="*/ 360155 w 3923884"/>
              <a:gd name="connsiteY3" fmla="*/ 5474692 h 5838594"/>
              <a:gd name="connsiteX4" fmla="*/ 259947 w 3923884"/>
              <a:gd name="connsiteY4" fmla="*/ 361834 h 5838594"/>
              <a:gd name="connsiteX0" fmla="*/ 215634 w 3879571"/>
              <a:gd name="connsiteY0" fmla="*/ 361834 h 5838594"/>
              <a:gd name="connsiteX1" fmla="*/ 3632390 w 3879571"/>
              <a:gd name="connsiteY1" fmla="*/ 324255 h 5838594"/>
              <a:gd name="connsiteX2" fmla="*/ 3569760 w 3879571"/>
              <a:gd name="connsiteY2" fmla="*/ 5599952 h 5838594"/>
              <a:gd name="connsiteX3" fmla="*/ 315842 w 3879571"/>
              <a:gd name="connsiteY3" fmla="*/ 5474692 h 5838594"/>
              <a:gd name="connsiteX4" fmla="*/ 215634 w 3879571"/>
              <a:gd name="connsiteY4" fmla="*/ 361834 h 5838594"/>
              <a:gd name="connsiteX0" fmla="*/ 215634 w 3879571"/>
              <a:gd name="connsiteY0" fmla="*/ 361834 h 5811994"/>
              <a:gd name="connsiteX1" fmla="*/ 3632390 w 3879571"/>
              <a:gd name="connsiteY1" fmla="*/ 324255 h 5811994"/>
              <a:gd name="connsiteX2" fmla="*/ 3569760 w 3879571"/>
              <a:gd name="connsiteY2" fmla="*/ 5599952 h 5811994"/>
              <a:gd name="connsiteX3" fmla="*/ 315842 w 3879571"/>
              <a:gd name="connsiteY3" fmla="*/ 5474692 h 5811994"/>
              <a:gd name="connsiteX4" fmla="*/ 215634 w 3879571"/>
              <a:gd name="connsiteY4" fmla="*/ 361834 h 5811994"/>
              <a:gd name="connsiteX0" fmla="*/ 215634 w 3859822"/>
              <a:gd name="connsiteY0" fmla="*/ 361834 h 5811994"/>
              <a:gd name="connsiteX1" fmla="*/ 3632390 w 3859822"/>
              <a:gd name="connsiteY1" fmla="*/ 324255 h 5811994"/>
              <a:gd name="connsiteX2" fmla="*/ 3569760 w 3859822"/>
              <a:gd name="connsiteY2" fmla="*/ 5599952 h 5811994"/>
              <a:gd name="connsiteX3" fmla="*/ 315842 w 3859822"/>
              <a:gd name="connsiteY3" fmla="*/ 5474692 h 5811994"/>
              <a:gd name="connsiteX4" fmla="*/ 215634 w 3859822"/>
              <a:gd name="connsiteY4" fmla="*/ 361834 h 5811994"/>
              <a:gd name="connsiteX0" fmla="*/ 215634 w 3859822"/>
              <a:gd name="connsiteY0" fmla="*/ 390006 h 5840166"/>
              <a:gd name="connsiteX1" fmla="*/ 3632390 w 3859822"/>
              <a:gd name="connsiteY1" fmla="*/ 352427 h 5840166"/>
              <a:gd name="connsiteX2" fmla="*/ 3569760 w 3859822"/>
              <a:gd name="connsiteY2" fmla="*/ 5628124 h 5840166"/>
              <a:gd name="connsiteX3" fmla="*/ 315842 w 3859822"/>
              <a:gd name="connsiteY3" fmla="*/ 5502864 h 5840166"/>
              <a:gd name="connsiteX4" fmla="*/ 215634 w 3859822"/>
              <a:gd name="connsiteY4" fmla="*/ 390006 h 5840166"/>
              <a:gd name="connsiteX0" fmla="*/ 215634 w 3859822"/>
              <a:gd name="connsiteY0" fmla="*/ 452210 h 5902370"/>
              <a:gd name="connsiteX1" fmla="*/ 3632390 w 3859822"/>
              <a:gd name="connsiteY1" fmla="*/ 414631 h 5902370"/>
              <a:gd name="connsiteX2" fmla="*/ 3569760 w 3859822"/>
              <a:gd name="connsiteY2" fmla="*/ 5690328 h 5902370"/>
              <a:gd name="connsiteX3" fmla="*/ 315842 w 3859822"/>
              <a:gd name="connsiteY3" fmla="*/ 5565068 h 5902370"/>
              <a:gd name="connsiteX4" fmla="*/ 215634 w 3859822"/>
              <a:gd name="connsiteY4" fmla="*/ 452210 h 5902370"/>
              <a:gd name="connsiteX0" fmla="*/ 228420 w 3872608"/>
              <a:gd name="connsiteY0" fmla="*/ 452210 h 5902370"/>
              <a:gd name="connsiteX1" fmla="*/ 3645176 w 3872608"/>
              <a:gd name="connsiteY1" fmla="*/ 414631 h 5902370"/>
              <a:gd name="connsiteX2" fmla="*/ 3582546 w 3872608"/>
              <a:gd name="connsiteY2" fmla="*/ 5690328 h 5902370"/>
              <a:gd name="connsiteX3" fmla="*/ 328628 w 3872608"/>
              <a:gd name="connsiteY3" fmla="*/ 5565068 h 5902370"/>
              <a:gd name="connsiteX4" fmla="*/ 228420 w 3872608"/>
              <a:gd name="connsiteY4" fmla="*/ 452210 h 5902370"/>
              <a:gd name="connsiteX0" fmla="*/ 228420 w 3872608"/>
              <a:gd name="connsiteY0" fmla="*/ 452210 h 5863850"/>
              <a:gd name="connsiteX1" fmla="*/ 3645176 w 3872608"/>
              <a:gd name="connsiteY1" fmla="*/ 414631 h 5863850"/>
              <a:gd name="connsiteX2" fmla="*/ 3582546 w 3872608"/>
              <a:gd name="connsiteY2" fmla="*/ 5690328 h 5863850"/>
              <a:gd name="connsiteX3" fmla="*/ 328628 w 3872608"/>
              <a:gd name="connsiteY3" fmla="*/ 5565068 h 5863850"/>
              <a:gd name="connsiteX4" fmla="*/ 228420 w 3872608"/>
              <a:gd name="connsiteY4" fmla="*/ 452210 h 5863850"/>
              <a:gd name="connsiteX0" fmla="*/ 212338 w 3856526"/>
              <a:gd name="connsiteY0" fmla="*/ 452210 h 5878025"/>
              <a:gd name="connsiteX1" fmla="*/ 3629094 w 3856526"/>
              <a:gd name="connsiteY1" fmla="*/ 414631 h 5878025"/>
              <a:gd name="connsiteX2" fmla="*/ 3566464 w 3856526"/>
              <a:gd name="connsiteY2" fmla="*/ 5690328 h 5878025"/>
              <a:gd name="connsiteX3" fmla="*/ 350124 w 3856526"/>
              <a:gd name="connsiteY3" fmla="*/ 5615172 h 5878025"/>
              <a:gd name="connsiteX4" fmla="*/ 212338 w 3856526"/>
              <a:gd name="connsiteY4" fmla="*/ 452210 h 5878025"/>
              <a:gd name="connsiteX0" fmla="*/ 183932 w 3828120"/>
              <a:gd name="connsiteY0" fmla="*/ 452210 h 5732040"/>
              <a:gd name="connsiteX1" fmla="*/ 3600688 w 3828120"/>
              <a:gd name="connsiteY1" fmla="*/ 414631 h 5732040"/>
              <a:gd name="connsiteX2" fmla="*/ 3538058 w 3828120"/>
              <a:gd name="connsiteY2" fmla="*/ 5690328 h 5732040"/>
              <a:gd name="connsiteX3" fmla="*/ 397918 w 3828120"/>
              <a:gd name="connsiteY3" fmla="*/ 3608572 h 5732040"/>
              <a:gd name="connsiteX4" fmla="*/ 183932 w 3828120"/>
              <a:gd name="connsiteY4" fmla="*/ 452210 h 5732040"/>
              <a:gd name="connsiteX0" fmla="*/ 183932 w 3743009"/>
              <a:gd name="connsiteY0" fmla="*/ 452210 h 3730129"/>
              <a:gd name="connsiteX1" fmla="*/ 3600688 w 3743009"/>
              <a:gd name="connsiteY1" fmla="*/ 414631 h 3730129"/>
              <a:gd name="connsiteX2" fmla="*/ 3334858 w 3743009"/>
              <a:gd name="connsiteY2" fmla="*/ 3429728 h 3730129"/>
              <a:gd name="connsiteX3" fmla="*/ 397918 w 3743009"/>
              <a:gd name="connsiteY3" fmla="*/ 3608572 h 3730129"/>
              <a:gd name="connsiteX4" fmla="*/ 183932 w 3743009"/>
              <a:gd name="connsiteY4" fmla="*/ 452210 h 3730129"/>
              <a:gd name="connsiteX0" fmla="*/ 234419 w 3666496"/>
              <a:gd name="connsiteY0" fmla="*/ 626468 h 3624987"/>
              <a:gd name="connsiteX1" fmla="*/ 3524175 w 3666496"/>
              <a:gd name="connsiteY1" fmla="*/ 309489 h 3624987"/>
              <a:gd name="connsiteX2" fmla="*/ 3258345 w 3666496"/>
              <a:gd name="connsiteY2" fmla="*/ 3324586 h 3624987"/>
              <a:gd name="connsiteX3" fmla="*/ 321405 w 3666496"/>
              <a:gd name="connsiteY3" fmla="*/ 3503430 h 3624987"/>
              <a:gd name="connsiteX4" fmla="*/ 234419 w 3666496"/>
              <a:gd name="connsiteY4" fmla="*/ 626468 h 3624987"/>
              <a:gd name="connsiteX0" fmla="*/ 234419 w 3684266"/>
              <a:gd name="connsiteY0" fmla="*/ 277062 h 3275581"/>
              <a:gd name="connsiteX1" fmla="*/ 3549575 w 3684266"/>
              <a:gd name="connsiteY1" fmla="*/ 671283 h 3275581"/>
              <a:gd name="connsiteX2" fmla="*/ 3258345 w 3684266"/>
              <a:gd name="connsiteY2" fmla="*/ 2975180 h 3275581"/>
              <a:gd name="connsiteX3" fmla="*/ 321405 w 3684266"/>
              <a:gd name="connsiteY3" fmla="*/ 3154024 h 3275581"/>
              <a:gd name="connsiteX4" fmla="*/ 234419 w 3684266"/>
              <a:gd name="connsiteY4" fmla="*/ 277062 h 3275581"/>
              <a:gd name="connsiteX0" fmla="*/ 252697 w 3664444"/>
              <a:gd name="connsiteY0" fmla="*/ 459126 h 3013145"/>
              <a:gd name="connsiteX1" fmla="*/ 3529753 w 3664444"/>
              <a:gd name="connsiteY1" fmla="*/ 408847 h 3013145"/>
              <a:gd name="connsiteX2" fmla="*/ 3238523 w 3664444"/>
              <a:gd name="connsiteY2" fmla="*/ 2712744 h 3013145"/>
              <a:gd name="connsiteX3" fmla="*/ 301583 w 3664444"/>
              <a:gd name="connsiteY3" fmla="*/ 2891588 h 3013145"/>
              <a:gd name="connsiteX4" fmla="*/ 252697 w 3664444"/>
              <a:gd name="connsiteY4" fmla="*/ 459126 h 3013145"/>
              <a:gd name="connsiteX0" fmla="*/ 252697 w 3615472"/>
              <a:gd name="connsiteY0" fmla="*/ 459126 h 3248942"/>
              <a:gd name="connsiteX1" fmla="*/ 3529753 w 3615472"/>
              <a:gd name="connsiteY1" fmla="*/ 408847 h 3248942"/>
              <a:gd name="connsiteX2" fmla="*/ 2997223 w 3615472"/>
              <a:gd name="connsiteY2" fmla="*/ 3093744 h 3248942"/>
              <a:gd name="connsiteX3" fmla="*/ 301583 w 3615472"/>
              <a:gd name="connsiteY3" fmla="*/ 2891588 h 3248942"/>
              <a:gd name="connsiteX4" fmla="*/ 252697 w 3615472"/>
              <a:gd name="connsiteY4" fmla="*/ 459126 h 3248942"/>
              <a:gd name="connsiteX0" fmla="*/ 252697 w 3423144"/>
              <a:gd name="connsiteY0" fmla="*/ 308496 h 3098312"/>
              <a:gd name="connsiteX1" fmla="*/ 3288453 w 3423144"/>
              <a:gd name="connsiteY1" fmla="*/ 601117 h 3098312"/>
              <a:gd name="connsiteX2" fmla="*/ 2997223 w 3423144"/>
              <a:gd name="connsiteY2" fmla="*/ 2943114 h 3098312"/>
              <a:gd name="connsiteX3" fmla="*/ 301583 w 3423144"/>
              <a:gd name="connsiteY3" fmla="*/ 2740958 h 3098312"/>
              <a:gd name="connsiteX4" fmla="*/ 252697 w 3423144"/>
              <a:gd name="connsiteY4" fmla="*/ 308496 h 3098312"/>
              <a:gd name="connsiteX0" fmla="*/ 188292 w 3358739"/>
              <a:gd name="connsiteY0" fmla="*/ 308496 h 3113167"/>
              <a:gd name="connsiteX1" fmla="*/ 3224048 w 3358739"/>
              <a:gd name="connsiteY1" fmla="*/ 601117 h 3113167"/>
              <a:gd name="connsiteX2" fmla="*/ 2932818 w 3358739"/>
              <a:gd name="connsiteY2" fmla="*/ 2943114 h 3113167"/>
              <a:gd name="connsiteX3" fmla="*/ 389578 w 3358739"/>
              <a:gd name="connsiteY3" fmla="*/ 2804458 h 3113167"/>
              <a:gd name="connsiteX4" fmla="*/ 188292 w 3358739"/>
              <a:gd name="connsiteY4" fmla="*/ 308496 h 3113167"/>
              <a:gd name="connsiteX0" fmla="*/ 217616 w 3311863"/>
              <a:gd name="connsiteY0" fmla="*/ 383019 h 2997190"/>
              <a:gd name="connsiteX1" fmla="*/ 3177172 w 3311863"/>
              <a:gd name="connsiteY1" fmla="*/ 485140 h 2997190"/>
              <a:gd name="connsiteX2" fmla="*/ 2885942 w 3311863"/>
              <a:gd name="connsiteY2" fmla="*/ 2827137 h 2997190"/>
              <a:gd name="connsiteX3" fmla="*/ 342702 w 3311863"/>
              <a:gd name="connsiteY3" fmla="*/ 2688481 h 2997190"/>
              <a:gd name="connsiteX4" fmla="*/ 217616 w 3311863"/>
              <a:gd name="connsiteY4" fmla="*/ 383019 h 2997190"/>
              <a:gd name="connsiteX0" fmla="*/ 217616 w 3311863"/>
              <a:gd name="connsiteY0" fmla="*/ 444889 h 3059060"/>
              <a:gd name="connsiteX1" fmla="*/ 3177172 w 3311863"/>
              <a:gd name="connsiteY1" fmla="*/ 547010 h 3059060"/>
              <a:gd name="connsiteX2" fmla="*/ 2885942 w 3311863"/>
              <a:gd name="connsiteY2" fmla="*/ 2889007 h 3059060"/>
              <a:gd name="connsiteX3" fmla="*/ 342702 w 3311863"/>
              <a:gd name="connsiteY3" fmla="*/ 2750351 h 3059060"/>
              <a:gd name="connsiteX4" fmla="*/ 217616 w 3311863"/>
              <a:gd name="connsiteY4" fmla="*/ 444889 h 3059060"/>
              <a:gd name="connsiteX0" fmla="*/ 217616 w 3358734"/>
              <a:gd name="connsiteY0" fmla="*/ 387706 h 3001877"/>
              <a:gd name="connsiteX1" fmla="*/ 3240672 w 3358734"/>
              <a:gd name="connsiteY1" fmla="*/ 642227 h 3001877"/>
              <a:gd name="connsiteX2" fmla="*/ 2885942 w 3358734"/>
              <a:gd name="connsiteY2" fmla="*/ 2831824 h 3001877"/>
              <a:gd name="connsiteX3" fmla="*/ 342702 w 3358734"/>
              <a:gd name="connsiteY3" fmla="*/ 2693168 h 3001877"/>
              <a:gd name="connsiteX4" fmla="*/ 217616 w 3358734"/>
              <a:gd name="connsiteY4" fmla="*/ 387706 h 3001877"/>
              <a:gd name="connsiteX0" fmla="*/ 217616 w 3358734"/>
              <a:gd name="connsiteY0" fmla="*/ 469133 h 3083304"/>
              <a:gd name="connsiteX1" fmla="*/ 3240672 w 3358734"/>
              <a:gd name="connsiteY1" fmla="*/ 723654 h 3083304"/>
              <a:gd name="connsiteX2" fmla="*/ 2885942 w 3358734"/>
              <a:gd name="connsiteY2" fmla="*/ 2913251 h 3083304"/>
              <a:gd name="connsiteX3" fmla="*/ 342702 w 3358734"/>
              <a:gd name="connsiteY3" fmla="*/ 2774595 h 3083304"/>
              <a:gd name="connsiteX4" fmla="*/ 217616 w 3358734"/>
              <a:gd name="connsiteY4" fmla="*/ 469133 h 3083304"/>
              <a:gd name="connsiteX0" fmla="*/ 217616 w 3326391"/>
              <a:gd name="connsiteY0" fmla="*/ 469133 h 3092830"/>
              <a:gd name="connsiteX1" fmla="*/ 3240672 w 3326391"/>
              <a:gd name="connsiteY1" fmla="*/ 723654 h 3092830"/>
              <a:gd name="connsiteX2" fmla="*/ 2708142 w 3326391"/>
              <a:gd name="connsiteY2" fmla="*/ 2925951 h 3092830"/>
              <a:gd name="connsiteX3" fmla="*/ 342702 w 3326391"/>
              <a:gd name="connsiteY3" fmla="*/ 2774595 h 3092830"/>
              <a:gd name="connsiteX4" fmla="*/ 217616 w 3326391"/>
              <a:gd name="connsiteY4" fmla="*/ 469133 h 3092830"/>
              <a:gd name="connsiteX0" fmla="*/ 217616 w 3358477"/>
              <a:gd name="connsiteY0" fmla="*/ 469133 h 3092830"/>
              <a:gd name="connsiteX1" fmla="*/ 3240672 w 3358477"/>
              <a:gd name="connsiteY1" fmla="*/ 723654 h 3092830"/>
              <a:gd name="connsiteX2" fmla="*/ 2708142 w 3358477"/>
              <a:gd name="connsiteY2" fmla="*/ 2925951 h 3092830"/>
              <a:gd name="connsiteX3" fmla="*/ 342702 w 3358477"/>
              <a:gd name="connsiteY3" fmla="*/ 2774595 h 3092830"/>
              <a:gd name="connsiteX4" fmla="*/ 217616 w 3358477"/>
              <a:gd name="connsiteY4" fmla="*/ 469133 h 3092830"/>
              <a:gd name="connsiteX0" fmla="*/ 271746 w 3412607"/>
              <a:gd name="connsiteY0" fmla="*/ 469133 h 3092830"/>
              <a:gd name="connsiteX1" fmla="*/ 3294802 w 3412607"/>
              <a:gd name="connsiteY1" fmla="*/ 723654 h 3092830"/>
              <a:gd name="connsiteX2" fmla="*/ 2762272 w 3412607"/>
              <a:gd name="connsiteY2" fmla="*/ 2925951 h 3092830"/>
              <a:gd name="connsiteX3" fmla="*/ 396832 w 3412607"/>
              <a:gd name="connsiteY3" fmla="*/ 2774595 h 3092830"/>
              <a:gd name="connsiteX4" fmla="*/ 271746 w 3412607"/>
              <a:gd name="connsiteY4" fmla="*/ 469133 h 3092830"/>
              <a:gd name="connsiteX0" fmla="*/ 271746 w 3412607"/>
              <a:gd name="connsiteY0" fmla="*/ 469133 h 3136764"/>
              <a:gd name="connsiteX1" fmla="*/ 3294802 w 3412607"/>
              <a:gd name="connsiteY1" fmla="*/ 723654 h 3136764"/>
              <a:gd name="connsiteX2" fmla="*/ 2762272 w 3412607"/>
              <a:gd name="connsiteY2" fmla="*/ 2925951 h 3136764"/>
              <a:gd name="connsiteX3" fmla="*/ 396832 w 3412607"/>
              <a:gd name="connsiteY3" fmla="*/ 2774595 h 3136764"/>
              <a:gd name="connsiteX4" fmla="*/ 271746 w 3412607"/>
              <a:gd name="connsiteY4" fmla="*/ 469133 h 3136764"/>
              <a:gd name="connsiteX0" fmla="*/ 179679 w 3320540"/>
              <a:gd name="connsiteY0" fmla="*/ 469133 h 3141196"/>
              <a:gd name="connsiteX1" fmla="*/ 3202735 w 3320540"/>
              <a:gd name="connsiteY1" fmla="*/ 723654 h 3141196"/>
              <a:gd name="connsiteX2" fmla="*/ 2670205 w 3320540"/>
              <a:gd name="connsiteY2" fmla="*/ 2925951 h 3141196"/>
              <a:gd name="connsiteX3" fmla="*/ 533365 w 3320540"/>
              <a:gd name="connsiteY3" fmla="*/ 2787295 h 3141196"/>
              <a:gd name="connsiteX4" fmla="*/ 179679 w 3320540"/>
              <a:gd name="connsiteY4" fmla="*/ 469133 h 3141196"/>
              <a:gd name="connsiteX0" fmla="*/ 179679 w 3291394"/>
              <a:gd name="connsiteY0" fmla="*/ 415151 h 3087214"/>
              <a:gd name="connsiteX1" fmla="*/ 3164635 w 3291394"/>
              <a:gd name="connsiteY1" fmla="*/ 809372 h 3087214"/>
              <a:gd name="connsiteX2" fmla="*/ 2670205 w 3291394"/>
              <a:gd name="connsiteY2" fmla="*/ 2871969 h 3087214"/>
              <a:gd name="connsiteX3" fmla="*/ 533365 w 3291394"/>
              <a:gd name="connsiteY3" fmla="*/ 2733313 h 3087214"/>
              <a:gd name="connsiteX4" fmla="*/ 179679 w 3291394"/>
              <a:gd name="connsiteY4" fmla="*/ 415151 h 3087214"/>
              <a:gd name="connsiteX0" fmla="*/ 241757 w 3188372"/>
              <a:gd name="connsiteY0" fmla="*/ 415151 h 3087214"/>
              <a:gd name="connsiteX1" fmla="*/ 3061613 w 3188372"/>
              <a:gd name="connsiteY1" fmla="*/ 809372 h 3087214"/>
              <a:gd name="connsiteX2" fmla="*/ 2567183 w 3188372"/>
              <a:gd name="connsiteY2" fmla="*/ 2871969 h 3087214"/>
              <a:gd name="connsiteX3" fmla="*/ 430343 w 3188372"/>
              <a:gd name="connsiteY3" fmla="*/ 2733313 h 3087214"/>
              <a:gd name="connsiteX4" fmla="*/ 241757 w 3188372"/>
              <a:gd name="connsiteY4" fmla="*/ 415151 h 3087214"/>
              <a:gd name="connsiteX0" fmla="*/ 241757 w 3205298"/>
              <a:gd name="connsiteY0" fmla="*/ 415151 h 3087214"/>
              <a:gd name="connsiteX1" fmla="*/ 3061613 w 3205298"/>
              <a:gd name="connsiteY1" fmla="*/ 809372 h 3087214"/>
              <a:gd name="connsiteX2" fmla="*/ 2567183 w 3205298"/>
              <a:gd name="connsiteY2" fmla="*/ 2871969 h 3087214"/>
              <a:gd name="connsiteX3" fmla="*/ 430343 w 3205298"/>
              <a:gd name="connsiteY3" fmla="*/ 2733313 h 3087214"/>
              <a:gd name="connsiteX4" fmla="*/ 241757 w 3205298"/>
              <a:gd name="connsiteY4" fmla="*/ 415151 h 3087214"/>
              <a:gd name="connsiteX0" fmla="*/ 241757 w 3173897"/>
              <a:gd name="connsiteY0" fmla="*/ 415151 h 3129883"/>
              <a:gd name="connsiteX1" fmla="*/ 3061613 w 3173897"/>
              <a:gd name="connsiteY1" fmla="*/ 809372 h 3129883"/>
              <a:gd name="connsiteX2" fmla="*/ 2414783 w 3173897"/>
              <a:gd name="connsiteY2" fmla="*/ 2935469 h 3129883"/>
              <a:gd name="connsiteX3" fmla="*/ 430343 w 3173897"/>
              <a:gd name="connsiteY3" fmla="*/ 2733313 h 3129883"/>
              <a:gd name="connsiteX4" fmla="*/ 241757 w 3173897"/>
              <a:gd name="connsiteY4" fmla="*/ 415151 h 3129883"/>
              <a:gd name="connsiteX0" fmla="*/ 241757 w 3173897"/>
              <a:gd name="connsiteY0" fmla="*/ 415151 h 3062825"/>
              <a:gd name="connsiteX1" fmla="*/ 3061613 w 3173897"/>
              <a:gd name="connsiteY1" fmla="*/ 809372 h 3062825"/>
              <a:gd name="connsiteX2" fmla="*/ 2414783 w 3173897"/>
              <a:gd name="connsiteY2" fmla="*/ 2935469 h 3062825"/>
              <a:gd name="connsiteX3" fmla="*/ 430343 w 3173897"/>
              <a:gd name="connsiteY3" fmla="*/ 2733313 h 3062825"/>
              <a:gd name="connsiteX4" fmla="*/ 241757 w 3173897"/>
              <a:gd name="connsiteY4" fmla="*/ 415151 h 3062825"/>
              <a:gd name="connsiteX0" fmla="*/ 247478 w 3179618"/>
              <a:gd name="connsiteY0" fmla="*/ 415151 h 3044357"/>
              <a:gd name="connsiteX1" fmla="*/ 3067334 w 3179618"/>
              <a:gd name="connsiteY1" fmla="*/ 809372 h 3044357"/>
              <a:gd name="connsiteX2" fmla="*/ 2420504 w 3179618"/>
              <a:gd name="connsiteY2" fmla="*/ 2935469 h 3044357"/>
              <a:gd name="connsiteX3" fmla="*/ 423364 w 3179618"/>
              <a:gd name="connsiteY3" fmla="*/ 2669813 h 3044357"/>
              <a:gd name="connsiteX4" fmla="*/ 247478 w 3179618"/>
              <a:gd name="connsiteY4" fmla="*/ 415151 h 3044357"/>
              <a:gd name="connsiteX0" fmla="*/ 298857 w 3230997"/>
              <a:gd name="connsiteY0" fmla="*/ 415151 h 3044357"/>
              <a:gd name="connsiteX1" fmla="*/ 3118713 w 3230997"/>
              <a:gd name="connsiteY1" fmla="*/ 809372 h 3044357"/>
              <a:gd name="connsiteX2" fmla="*/ 2471883 w 3230997"/>
              <a:gd name="connsiteY2" fmla="*/ 2935469 h 3044357"/>
              <a:gd name="connsiteX3" fmla="*/ 474743 w 3230997"/>
              <a:gd name="connsiteY3" fmla="*/ 2669813 h 3044357"/>
              <a:gd name="connsiteX4" fmla="*/ 298857 w 3230997"/>
              <a:gd name="connsiteY4" fmla="*/ 415151 h 3044357"/>
              <a:gd name="connsiteX0" fmla="*/ 341177 w 3273317"/>
              <a:gd name="connsiteY0" fmla="*/ 415151 h 3044357"/>
              <a:gd name="connsiteX1" fmla="*/ 3161033 w 3273317"/>
              <a:gd name="connsiteY1" fmla="*/ 809372 h 3044357"/>
              <a:gd name="connsiteX2" fmla="*/ 2514203 w 3273317"/>
              <a:gd name="connsiteY2" fmla="*/ 2935469 h 3044357"/>
              <a:gd name="connsiteX3" fmla="*/ 517063 w 3273317"/>
              <a:gd name="connsiteY3" fmla="*/ 2669813 h 3044357"/>
              <a:gd name="connsiteX4" fmla="*/ 341177 w 3273317"/>
              <a:gd name="connsiteY4" fmla="*/ 415151 h 3044357"/>
              <a:gd name="connsiteX0" fmla="*/ 341177 w 3273317"/>
              <a:gd name="connsiteY0" fmla="*/ 415151 h 3051564"/>
              <a:gd name="connsiteX1" fmla="*/ 3161033 w 3273317"/>
              <a:gd name="connsiteY1" fmla="*/ 809372 h 3051564"/>
              <a:gd name="connsiteX2" fmla="*/ 2514203 w 3273317"/>
              <a:gd name="connsiteY2" fmla="*/ 2935469 h 3051564"/>
              <a:gd name="connsiteX3" fmla="*/ 517063 w 3273317"/>
              <a:gd name="connsiteY3" fmla="*/ 2669813 h 3051564"/>
              <a:gd name="connsiteX4" fmla="*/ 341177 w 3273317"/>
              <a:gd name="connsiteY4" fmla="*/ 415151 h 3051564"/>
              <a:gd name="connsiteX0" fmla="*/ 331471 w 3263611"/>
              <a:gd name="connsiteY0" fmla="*/ 415151 h 3051564"/>
              <a:gd name="connsiteX1" fmla="*/ 3151327 w 3263611"/>
              <a:gd name="connsiteY1" fmla="*/ 809372 h 3051564"/>
              <a:gd name="connsiteX2" fmla="*/ 2504497 w 3263611"/>
              <a:gd name="connsiteY2" fmla="*/ 2935469 h 3051564"/>
              <a:gd name="connsiteX3" fmla="*/ 507357 w 3263611"/>
              <a:gd name="connsiteY3" fmla="*/ 2669813 h 3051564"/>
              <a:gd name="connsiteX4" fmla="*/ 331471 w 3263611"/>
              <a:gd name="connsiteY4" fmla="*/ 415151 h 3051564"/>
              <a:gd name="connsiteX0" fmla="*/ 349997 w 3282137"/>
              <a:gd name="connsiteY0" fmla="*/ 415151 h 3071256"/>
              <a:gd name="connsiteX1" fmla="*/ 3169853 w 3282137"/>
              <a:gd name="connsiteY1" fmla="*/ 809372 h 3071256"/>
              <a:gd name="connsiteX2" fmla="*/ 2523023 w 3282137"/>
              <a:gd name="connsiteY2" fmla="*/ 2935469 h 3071256"/>
              <a:gd name="connsiteX3" fmla="*/ 478883 w 3282137"/>
              <a:gd name="connsiteY3" fmla="*/ 2732479 h 3071256"/>
              <a:gd name="connsiteX4" fmla="*/ 349997 w 3282137"/>
              <a:gd name="connsiteY4" fmla="*/ 415151 h 3071256"/>
              <a:gd name="connsiteX0" fmla="*/ 349997 w 3282137"/>
              <a:gd name="connsiteY0" fmla="*/ 415151 h 3075800"/>
              <a:gd name="connsiteX1" fmla="*/ 3169853 w 3282137"/>
              <a:gd name="connsiteY1" fmla="*/ 809372 h 3075800"/>
              <a:gd name="connsiteX2" fmla="*/ 2523023 w 3282137"/>
              <a:gd name="connsiteY2" fmla="*/ 2935469 h 3075800"/>
              <a:gd name="connsiteX3" fmla="*/ 478883 w 3282137"/>
              <a:gd name="connsiteY3" fmla="*/ 2732479 h 3075800"/>
              <a:gd name="connsiteX4" fmla="*/ 349997 w 3282137"/>
              <a:gd name="connsiteY4" fmla="*/ 415151 h 3075800"/>
              <a:gd name="connsiteX0" fmla="*/ 355109 w 3287249"/>
              <a:gd name="connsiteY0" fmla="*/ 415151 h 3075801"/>
              <a:gd name="connsiteX1" fmla="*/ 3174965 w 3287249"/>
              <a:gd name="connsiteY1" fmla="*/ 809372 h 3075801"/>
              <a:gd name="connsiteX2" fmla="*/ 2528135 w 3287249"/>
              <a:gd name="connsiteY2" fmla="*/ 2935469 h 3075801"/>
              <a:gd name="connsiteX3" fmla="*/ 483995 w 3287249"/>
              <a:gd name="connsiteY3" fmla="*/ 2732479 h 3075801"/>
              <a:gd name="connsiteX4" fmla="*/ 355109 w 3287249"/>
              <a:gd name="connsiteY4" fmla="*/ 415151 h 3075801"/>
              <a:gd name="connsiteX0" fmla="*/ 355109 w 3287249"/>
              <a:gd name="connsiteY0" fmla="*/ 429004 h 3089654"/>
              <a:gd name="connsiteX1" fmla="*/ 3174965 w 3287249"/>
              <a:gd name="connsiteY1" fmla="*/ 823225 h 3089654"/>
              <a:gd name="connsiteX2" fmla="*/ 2528135 w 3287249"/>
              <a:gd name="connsiteY2" fmla="*/ 2949322 h 3089654"/>
              <a:gd name="connsiteX3" fmla="*/ 483995 w 3287249"/>
              <a:gd name="connsiteY3" fmla="*/ 2746332 h 3089654"/>
              <a:gd name="connsiteX4" fmla="*/ 355109 w 3287249"/>
              <a:gd name="connsiteY4" fmla="*/ 429004 h 3089654"/>
              <a:gd name="connsiteX0" fmla="*/ 355109 w 3307418"/>
              <a:gd name="connsiteY0" fmla="*/ 429004 h 3089654"/>
              <a:gd name="connsiteX1" fmla="*/ 3174965 w 3307418"/>
              <a:gd name="connsiteY1" fmla="*/ 823225 h 3089654"/>
              <a:gd name="connsiteX2" fmla="*/ 2528135 w 3307418"/>
              <a:gd name="connsiteY2" fmla="*/ 2949322 h 3089654"/>
              <a:gd name="connsiteX3" fmla="*/ 483995 w 3307418"/>
              <a:gd name="connsiteY3" fmla="*/ 2746332 h 3089654"/>
              <a:gd name="connsiteX4" fmla="*/ 355109 w 3307418"/>
              <a:gd name="connsiteY4" fmla="*/ 429004 h 3089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418" h="3089654">
                <a:moveTo>
                  <a:pt x="355109" y="429004"/>
                </a:moveTo>
                <a:cubicBezTo>
                  <a:pt x="888254" y="-274541"/>
                  <a:pt x="2782527" y="-91725"/>
                  <a:pt x="3174965" y="823225"/>
                </a:cubicBezTo>
                <a:cubicBezTo>
                  <a:pt x="3514761" y="1870809"/>
                  <a:pt x="3165571" y="2617853"/>
                  <a:pt x="2528135" y="2949322"/>
                </a:cubicBezTo>
                <a:cubicBezTo>
                  <a:pt x="1714545" y="3172703"/>
                  <a:pt x="1000604" y="3146497"/>
                  <a:pt x="483995" y="2746332"/>
                </a:cubicBezTo>
                <a:cubicBezTo>
                  <a:pt x="-70273" y="2292315"/>
                  <a:pt x="-194993" y="1168960"/>
                  <a:pt x="355109" y="429004"/>
                </a:cubicBezTo>
                <a:close/>
              </a:path>
            </a:pathLst>
          </a:custGeom>
          <a:solidFill>
            <a:schemeClr val="bg1">
              <a:lumMod val="95000"/>
            </a:schemeClr>
          </a:solidFill>
          <a:ln>
            <a:noFill/>
          </a:ln>
        </p:spPr>
        <p:txBody>
          <a:bodyPr anchor="ctr" anchorCtr="0"/>
          <a:lstStyle>
            <a:lvl1pPr marL="0" indent="0" algn="ctr">
              <a:buFontTx/>
              <a:buNone/>
              <a:defRPr/>
            </a:lvl1pPr>
          </a:lstStyle>
          <a:p>
            <a:r>
              <a:rPr lang="en-US"/>
              <a:t>Click to add picture. </a:t>
            </a:r>
            <a:br>
              <a:rPr lang="en-US"/>
            </a:br>
            <a:r>
              <a:rPr lang="en-US"/>
              <a:t>Select crop to position photo.</a:t>
            </a:r>
          </a:p>
        </p:txBody>
      </p:sp>
      <p:sp>
        <p:nvSpPr>
          <p:cNvPr id="11" name="Text Placeholder 6">
            <a:extLst>
              <a:ext uri="{FF2B5EF4-FFF2-40B4-BE49-F238E27FC236}">
                <a16:creationId xmlns:a16="http://schemas.microsoft.com/office/drawing/2014/main" id="{49212FF8-5F33-0D33-AE04-7E55E00603B3}"/>
              </a:ext>
            </a:extLst>
          </p:cNvPr>
          <p:cNvSpPr>
            <a:spLocks noGrp="1"/>
          </p:cNvSpPr>
          <p:nvPr>
            <p:ph type="body" sz="quarter" idx="24" hasCustomPrompt="1"/>
          </p:nvPr>
        </p:nvSpPr>
        <p:spPr>
          <a:xfrm>
            <a:off x="6313690" y="4370466"/>
            <a:ext cx="3341914" cy="379984"/>
          </a:xfrm>
        </p:spPr>
        <p:txBody>
          <a:bodyPr>
            <a:noAutofit/>
          </a:bodyPr>
          <a:lstStyle>
            <a:lvl1pPr marL="0" indent="0" algn="ctr">
              <a:buFontTx/>
              <a:buNone/>
              <a:defRPr sz="1600" b="1">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add first and last name</a:t>
            </a:r>
          </a:p>
        </p:txBody>
      </p:sp>
      <p:sp>
        <p:nvSpPr>
          <p:cNvPr id="15" name="Text Placeholder 6">
            <a:extLst>
              <a:ext uri="{FF2B5EF4-FFF2-40B4-BE49-F238E27FC236}">
                <a16:creationId xmlns:a16="http://schemas.microsoft.com/office/drawing/2014/main" id="{E03A0216-DC66-AD11-DDEA-30F2269E16E9}"/>
              </a:ext>
            </a:extLst>
          </p:cNvPr>
          <p:cNvSpPr>
            <a:spLocks noGrp="1"/>
          </p:cNvSpPr>
          <p:nvPr>
            <p:ph type="body" sz="quarter" idx="25" hasCustomPrompt="1"/>
          </p:nvPr>
        </p:nvSpPr>
        <p:spPr>
          <a:xfrm>
            <a:off x="6313690" y="4780549"/>
            <a:ext cx="3341914" cy="573020"/>
          </a:xfrm>
        </p:spPr>
        <p:txBody>
          <a:bodyPr>
            <a:noAutofit/>
          </a:bodyPr>
          <a:lstStyle>
            <a:lvl1pPr marL="0" indent="0" algn="ctr">
              <a:buFontTx/>
              <a:buNone/>
              <a:defRPr sz="1400" b="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add title, company, district, or school</a:t>
            </a:r>
          </a:p>
        </p:txBody>
      </p:sp>
      <p:sp>
        <p:nvSpPr>
          <p:cNvPr id="17" name="Title 1">
            <a:extLst>
              <a:ext uri="{FF2B5EF4-FFF2-40B4-BE49-F238E27FC236}">
                <a16:creationId xmlns:a16="http://schemas.microsoft.com/office/drawing/2014/main" id="{30964FB4-4FDE-0303-D47C-EBA6138FCED3}"/>
              </a:ext>
            </a:extLst>
          </p:cNvPr>
          <p:cNvSpPr>
            <a:spLocks noGrp="1"/>
          </p:cNvSpPr>
          <p:nvPr>
            <p:ph type="title" hasCustomPrompt="1"/>
          </p:nvPr>
        </p:nvSpPr>
        <p:spPr>
          <a:xfrm>
            <a:off x="658586" y="620486"/>
            <a:ext cx="5437414" cy="1317625"/>
          </a:xfrm>
        </p:spPr>
        <p:txBody>
          <a:bodyPr>
            <a:noAutofit/>
          </a:bodyPr>
          <a:lstStyle>
            <a:lvl1pPr algn="l">
              <a:defRPr sz="2800" b="1">
                <a:solidFill>
                  <a:schemeClr val="tx1"/>
                </a:solidFill>
              </a:defRPr>
            </a:lvl1pPr>
          </a:lstStyle>
          <a:p>
            <a:r>
              <a:rPr lang="en-US"/>
              <a:t>Click to add 3 Speaker Title </a:t>
            </a:r>
            <a:br>
              <a:rPr lang="en-US"/>
            </a:br>
            <a:r>
              <a:rPr lang="en-US"/>
              <a:t>(Segoe UI bold, 28pt)</a:t>
            </a:r>
          </a:p>
        </p:txBody>
      </p:sp>
      <p:sp>
        <p:nvSpPr>
          <p:cNvPr id="2" name="Slide Number Placeholder 7">
            <a:extLst>
              <a:ext uri="{FF2B5EF4-FFF2-40B4-BE49-F238E27FC236}">
                <a16:creationId xmlns:a16="http://schemas.microsoft.com/office/drawing/2014/main" id="{77C6E838-C9DA-6282-CAB8-E9396D28649A}"/>
              </a:ext>
            </a:extLst>
          </p:cNvPr>
          <p:cNvSpPr>
            <a:spLocks noGrp="1"/>
          </p:cNvSpPr>
          <p:nvPr>
            <p:ph type="sldNum" sz="quarter" idx="4"/>
          </p:nvPr>
        </p:nvSpPr>
        <p:spPr>
          <a:xfrm>
            <a:off x="10886032" y="6488471"/>
            <a:ext cx="658268" cy="255358"/>
          </a:xfrm>
          <a:prstGeom prst="rect">
            <a:avLst/>
          </a:prstGeom>
        </p:spPr>
        <p:txBody>
          <a:bodyPr lIns="0" rIns="0"/>
          <a:lstStyle>
            <a:lvl1pPr algn="r">
              <a:defRPr sz="800">
                <a:latin typeface="Segoe UI" panose="020B0502040204020203" pitchFamily="34" charset="0"/>
                <a:cs typeface="Segoe UI" panose="020B0502040204020203" pitchFamily="34" charset="0"/>
              </a:defRPr>
            </a:lvl1pPr>
          </a:lstStyle>
          <a:p>
            <a:fld id="{F71C0B42-4AEE-41DE-B077-4156AA01E9D4}" type="slidenum">
              <a:rPr lang="en-US" smtClean="0"/>
              <a:pPr/>
              <a:t>‹#›</a:t>
            </a:fld>
            <a:endParaRPr lang="en-US"/>
          </a:p>
        </p:txBody>
      </p:sp>
    </p:spTree>
    <p:extLst>
      <p:ext uri="{BB962C8B-B14F-4D97-AF65-F5344CB8AC3E}">
        <p14:creationId xmlns:p14="http://schemas.microsoft.com/office/powerpoint/2010/main" val="3584588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 speaker">
    <p:bg>
      <p:bgPr>
        <a:solidFill>
          <a:schemeClr val="bg1"/>
        </a:solidFill>
        <a:effectLst/>
      </p:bgPr>
    </p:bg>
    <p:spTree>
      <p:nvGrpSpPr>
        <p:cNvPr id="1" name=""/>
        <p:cNvGrpSpPr/>
        <p:nvPr/>
      </p:nvGrpSpPr>
      <p:grpSpPr>
        <a:xfrm>
          <a:off x="0" y="0"/>
          <a:ext cx="0" cy="0"/>
          <a:chOff x="0" y="0"/>
          <a:chExt cx="0" cy="0"/>
        </a:xfrm>
      </p:grpSpPr>
      <p:sp>
        <p:nvSpPr>
          <p:cNvPr id="4" name="Picture Placeholder 22">
            <a:extLst>
              <a:ext uri="{FF2B5EF4-FFF2-40B4-BE49-F238E27FC236}">
                <a16:creationId xmlns:a16="http://schemas.microsoft.com/office/drawing/2014/main" id="{E1F1622E-DB2B-AF46-BBEE-9E6061C6B5DE}"/>
              </a:ext>
            </a:extLst>
          </p:cNvPr>
          <p:cNvSpPr>
            <a:spLocks noGrp="1"/>
          </p:cNvSpPr>
          <p:nvPr>
            <p:ph type="pic" sz="quarter" idx="13" hasCustomPrompt="1"/>
          </p:nvPr>
        </p:nvSpPr>
        <p:spPr>
          <a:xfrm>
            <a:off x="4744939" y="1706362"/>
            <a:ext cx="2830144" cy="2643803"/>
          </a:xfrm>
          <a:custGeom>
            <a:avLst/>
            <a:gdLst>
              <a:gd name="connsiteX0" fmla="*/ 0 w 3792538"/>
              <a:gd name="connsiteY0" fmla="*/ 0 h 4849812"/>
              <a:gd name="connsiteX1" fmla="*/ 3792538 w 3792538"/>
              <a:gd name="connsiteY1" fmla="*/ 0 h 4849812"/>
              <a:gd name="connsiteX2" fmla="*/ 3792538 w 3792538"/>
              <a:gd name="connsiteY2" fmla="*/ 4849812 h 4849812"/>
              <a:gd name="connsiteX3" fmla="*/ 0 w 3792538"/>
              <a:gd name="connsiteY3" fmla="*/ 4849812 h 4849812"/>
              <a:gd name="connsiteX4" fmla="*/ 0 w 3792538"/>
              <a:gd name="connsiteY4" fmla="*/ 0 h 4849812"/>
              <a:gd name="connsiteX0" fmla="*/ 175365 w 3792538"/>
              <a:gd name="connsiteY0" fmla="*/ 187891 h 4849812"/>
              <a:gd name="connsiteX1" fmla="*/ 3792538 w 3792538"/>
              <a:gd name="connsiteY1" fmla="*/ 0 h 4849812"/>
              <a:gd name="connsiteX2" fmla="*/ 3792538 w 3792538"/>
              <a:gd name="connsiteY2" fmla="*/ 4849812 h 4849812"/>
              <a:gd name="connsiteX3" fmla="*/ 0 w 3792538"/>
              <a:gd name="connsiteY3" fmla="*/ 4849812 h 4849812"/>
              <a:gd name="connsiteX4" fmla="*/ 175365 w 3792538"/>
              <a:gd name="connsiteY4" fmla="*/ 187891 h 4849812"/>
              <a:gd name="connsiteX0" fmla="*/ 175365 w 3792538"/>
              <a:gd name="connsiteY0" fmla="*/ 254121 h 4916042"/>
              <a:gd name="connsiteX1" fmla="*/ 3792538 w 3792538"/>
              <a:gd name="connsiteY1" fmla="*/ 66230 h 4916042"/>
              <a:gd name="connsiteX2" fmla="*/ 3792538 w 3792538"/>
              <a:gd name="connsiteY2" fmla="*/ 4916042 h 4916042"/>
              <a:gd name="connsiteX3" fmla="*/ 0 w 3792538"/>
              <a:gd name="connsiteY3" fmla="*/ 4916042 h 4916042"/>
              <a:gd name="connsiteX4" fmla="*/ 175365 w 3792538"/>
              <a:gd name="connsiteY4" fmla="*/ 254121 h 4916042"/>
              <a:gd name="connsiteX0" fmla="*/ 186614 w 3803787"/>
              <a:gd name="connsiteY0" fmla="*/ 254121 h 4916042"/>
              <a:gd name="connsiteX1" fmla="*/ 3803787 w 3803787"/>
              <a:gd name="connsiteY1" fmla="*/ 66230 h 4916042"/>
              <a:gd name="connsiteX2" fmla="*/ 3803787 w 3803787"/>
              <a:gd name="connsiteY2" fmla="*/ 4916042 h 4916042"/>
              <a:gd name="connsiteX3" fmla="*/ 11249 w 3803787"/>
              <a:gd name="connsiteY3" fmla="*/ 4916042 h 4916042"/>
              <a:gd name="connsiteX4" fmla="*/ 186614 w 3803787"/>
              <a:gd name="connsiteY4" fmla="*/ 254121 h 4916042"/>
              <a:gd name="connsiteX0" fmla="*/ 90495 w 3707668"/>
              <a:gd name="connsiteY0" fmla="*/ 254121 h 4916042"/>
              <a:gd name="connsiteX1" fmla="*/ 3707668 w 3707668"/>
              <a:gd name="connsiteY1" fmla="*/ 66230 h 4916042"/>
              <a:gd name="connsiteX2" fmla="*/ 3707668 w 3707668"/>
              <a:gd name="connsiteY2" fmla="*/ 4916042 h 4916042"/>
              <a:gd name="connsiteX3" fmla="*/ 353541 w 3707668"/>
              <a:gd name="connsiteY3" fmla="*/ 4916042 h 4916042"/>
              <a:gd name="connsiteX4" fmla="*/ 90495 w 3707668"/>
              <a:gd name="connsiteY4" fmla="*/ 254121 h 4916042"/>
              <a:gd name="connsiteX0" fmla="*/ 191817 w 3808990"/>
              <a:gd name="connsiteY0" fmla="*/ 254121 h 4916042"/>
              <a:gd name="connsiteX1" fmla="*/ 3808990 w 3808990"/>
              <a:gd name="connsiteY1" fmla="*/ 66230 h 4916042"/>
              <a:gd name="connsiteX2" fmla="*/ 3808990 w 3808990"/>
              <a:gd name="connsiteY2" fmla="*/ 4916042 h 4916042"/>
              <a:gd name="connsiteX3" fmla="*/ 454863 w 3808990"/>
              <a:gd name="connsiteY3" fmla="*/ 4916042 h 4916042"/>
              <a:gd name="connsiteX4" fmla="*/ 191817 w 3808990"/>
              <a:gd name="connsiteY4" fmla="*/ 254121 h 4916042"/>
              <a:gd name="connsiteX0" fmla="*/ 191817 w 3808990"/>
              <a:gd name="connsiteY0" fmla="*/ 254121 h 5099757"/>
              <a:gd name="connsiteX1" fmla="*/ 3808990 w 3808990"/>
              <a:gd name="connsiteY1" fmla="*/ 66230 h 5099757"/>
              <a:gd name="connsiteX2" fmla="*/ 3808990 w 3808990"/>
              <a:gd name="connsiteY2" fmla="*/ 4916042 h 5099757"/>
              <a:gd name="connsiteX3" fmla="*/ 454863 w 3808990"/>
              <a:gd name="connsiteY3" fmla="*/ 4916042 h 5099757"/>
              <a:gd name="connsiteX4" fmla="*/ 191817 w 3808990"/>
              <a:gd name="connsiteY4" fmla="*/ 254121 h 5099757"/>
              <a:gd name="connsiteX0" fmla="*/ 191817 w 3808990"/>
              <a:gd name="connsiteY0" fmla="*/ 254121 h 5103061"/>
              <a:gd name="connsiteX1" fmla="*/ 3808990 w 3808990"/>
              <a:gd name="connsiteY1" fmla="*/ 66230 h 5103061"/>
              <a:gd name="connsiteX2" fmla="*/ 3596047 w 3808990"/>
              <a:gd name="connsiteY2" fmla="*/ 4928568 h 5103061"/>
              <a:gd name="connsiteX3" fmla="*/ 454863 w 3808990"/>
              <a:gd name="connsiteY3" fmla="*/ 4916042 h 5103061"/>
              <a:gd name="connsiteX4" fmla="*/ 191817 w 3808990"/>
              <a:gd name="connsiteY4" fmla="*/ 254121 h 5103061"/>
              <a:gd name="connsiteX0" fmla="*/ 191817 w 3808990"/>
              <a:gd name="connsiteY0" fmla="*/ 254121 h 5218251"/>
              <a:gd name="connsiteX1" fmla="*/ 3808990 w 3808990"/>
              <a:gd name="connsiteY1" fmla="*/ 66230 h 5218251"/>
              <a:gd name="connsiteX2" fmla="*/ 3596047 w 3808990"/>
              <a:gd name="connsiteY2" fmla="*/ 4928568 h 5218251"/>
              <a:gd name="connsiteX3" fmla="*/ 454863 w 3808990"/>
              <a:gd name="connsiteY3" fmla="*/ 4916042 h 5218251"/>
              <a:gd name="connsiteX4" fmla="*/ 191817 w 3808990"/>
              <a:gd name="connsiteY4" fmla="*/ 254121 h 5218251"/>
              <a:gd name="connsiteX0" fmla="*/ 191817 w 3860878"/>
              <a:gd name="connsiteY0" fmla="*/ 254121 h 5218251"/>
              <a:gd name="connsiteX1" fmla="*/ 3808990 w 3860878"/>
              <a:gd name="connsiteY1" fmla="*/ 66230 h 5218251"/>
              <a:gd name="connsiteX2" fmla="*/ 3596047 w 3860878"/>
              <a:gd name="connsiteY2" fmla="*/ 4928568 h 5218251"/>
              <a:gd name="connsiteX3" fmla="*/ 454863 w 3860878"/>
              <a:gd name="connsiteY3" fmla="*/ 4916042 h 5218251"/>
              <a:gd name="connsiteX4" fmla="*/ 191817 w 3860878"/>
              <a:gd name="connsiteY4" fmla="*/ 254121 h 5218251"/>
              <a:gd name="connsiteX0" fmla="*/ 191817 w 3799284"/>
              <a:gd name="connsiteY0" fmla="*/ 207404 h 5171534"/>
              <a:gd name="connsiteX1" fmla="*/ 3608573 w 3799284"/>
              <a:gd name="connsiteY1" fmla="*/ 169825 h 5171534"/>
              <a:gd name="connsiteX2" fmla="*/ 3596047 w 3799284"/>
              <a:gd name="connsiteY2" fmla="*/ 4881851 h 5171534"/>
              <a:gd name="connsiteX3" fmla="*/ 454863 w 3799284"/>
              <a:gd name="connsiteY3" fmla="*/ 4869325 h 5171534"/>
              <a:gd name="connsiteX4" fmla="*/ 191817 w 3799284"/>
              <a:gd name="connsiteY4" fmla="*/ 207404 h 5171534"/>
              <a:gd name="connsiteX0" fmla="*/ 191817 w 3799284"/>
              <a:gd name="connsiteY0" fmla="*/ 361834 h 5325964"/>
              <a:gd name="connsiteX1" fmla="*/ 3608573 w 3799284"/>
              <a:gd name="connsiteY1" fmla="*/ 324255 h 5325964"/>
              <a:gd name="connsiteX2" fmla="*/ 3596047 w 3799284"/>
              <a:gd name="connsiteY2" fmla="*/ 5036281 h 5325964"/>
              <a:gd name="connsiteX3" fmla="*/ 454863 w 3799284"/>
              <a:gd name="connsiteY3" fmla="*/ 5023755 h 5325964"/>
              <a:gd name="connsiteX4" fmla="*/ 191817 w 3799284"/>
              <a:gd name="connsiteY4" fmla="*/ 361834 h 5325964"/>
              <a:gd name="connsiteX0" fmla="*/ 191817 w 3884556"/>
              <a:gd name="connsiteY0" fmla="*/ 361834 h 5325964"/>
              <a:gd name="connsiteX1" fmla="*/ 3608573 w 3884556"/>
              <a:gd name="connsiteY1" fmla="*/ 324255 h 5325964"/>
              <a:gd name="connsiteX2" fmla="*/ 3596047 w 3884556"/>
              <a:gd name="connsiteY2" fmla="*/ 5036281 h 5325964"/>
              <a:gd name="connsiteX3" fmla="*/ 454863 w 3884556"/>
              <a:gd name="connsiteY3" fmla="*/ 5023755 h 5325964"/>
              <a:gd name="connsiteX4" fmla="*/ 191817 w 3884556"/>
              <a:gd name="connsiteY4" fmla="*/ 361834 h 5325964"/>
              <a:gd name="connsiteX0" fmla="*/ 191817 w 3855754"/>
              <a:gd name="connsiteY0" fmla="*/ 361834 h 5726890"/>
              <a:gd name="connsiteX1" fmla="*/ 3608573 w 3855754"/>
              <a:gd name="connsiteY1" fmla="*/ 324255 h 5726890"/>
              <a:gd name="connsiteX2" fmla="*/ 3545943 w 3855754"/>
              <a:gd name="connsiteY2" fmla="*/ 5599952 h 5726890"/>
              <a:gd name="connsiteX3" fmla="*/ 454863 w 3855754"/>
              <a:gd name="connsiteY3" fmla="*/ 5023755 h 5726890"/>
              <a:gd name="connsiteX4" fmla="*/ 191817 w 3855754"/>
              <a:gd name="connsiteY4" fmla="*/ 361834 h 5726890"/>
              <a:gd name="connsiteX0" fmla="*/ 259947 w 3923884"/>
              <a:gd name="connsiteY0" fmla="*/ 361834 h 5838594"/>
              <a:gd name="connsiteX1" fmla="*/ 3676703 w 3923884"/>
              <a:gd name="connsiteY1" fmla="*/ 324255 h 5838594"/>
              <a:gd name="connsiteX2" fmla="*/ 3614073 w 3923884"/>
              <a:gd name="connsiteY2" fmla="*/ 5599952 h 5838594"/>
              <a:gd name="connsiteX3" fmla="*/ 360155 w 3923884"/>
              <a:gd name="connsiteY3" fmla="*/ 5474692 h 5838594"/>
              <a:gd name="connsiteX4" fmla="*/ 259947 w 3923884"/>
              <a:gd name="connsiteY4" fmla="*/ 361834 h 5838594"/>
              <a:gd name="connsiteX0" fmla="*/ 215634 w 3879571"/>
              <a:gd name="connsiteY0" fmla="*/ 361834 h 5838594"/>
              <a:gd name="connsiteX1" fmla="*/ 3632390 w 3879571"/>
              <a:gd name="connsiteY1" fmla="*/ 324255 h 5838594"/>
              <a:gd name="connsiteX2" fmla="*/ 3569760 w 3879571"/>
              <a:gd name="connsiteY2" fmla="*/ 5599952 h 5838594"/>
              <a:gd name="connsiteX3" fmla="*/ 315842 w 3879571"/>
              <a:gd name="connsiteY3" fmla="*/ 5474692 h 5838594"/>
              <a:gd name="connsiteX4" fmla="*/ 215634 w 3879571"/>
              <a:gd name="connsiteY4" fmla="*/ 361834 h 5838594"/>
              <a:gd name="connsiteX0" fmla="*/ 215634 w 3879571"/>
              <a:gd name="connsiteY0" fmla="*/ 361834 h 5811994"/>
              <a:gd name="connsiteX1" fmla="*/ 3632390 w 3879571"/>
              <a:gd name="connsiteY1" fmla="*/ 324255 h 5811994"/>
              <a:gd name="connsiteX2" fmla="*/ 3569760 w 3879571"/>
              <a:gd name="connsiteY2" fmla="*/ 5599952 h 5811994"/>
              <a:gd name="connsiteX3" fmla="*/ 315842 w 3879571"/>
              <a:gd name="connsiteY3" fmla="*/ 5474692 h 5811994"/>
              <a:gd name="connsiteX4" fmla="*/ 215634 w 3879571"/>
              <a:gd name="connsiteY4" fmla="*/ 361834 h 5811994"/>
              <a:gd name="connsiteX0" fmla="*/ 215634 w 3859822"/>
              <a:gd name="connsiteY0" fmla="*/ 361834 h 5811994"/>
              <a:gd name="connsiteX1" fmla="*/ 3632390 w 3859822"/>
              <a:gd name="connsiteY1" fmla="*/ 324255 h 5811994"/>
              <a:gd name="connsiteX2" fmla="*/ 3569760 w 3859822"/>
              <a:gd name="connsiteY2" fmla="*/ 5599952 h 5811994"/>
              <a:gd name="connsiteX3" fmla="*/ 315842 w 3859822"/>
              <a:gd name="connsiteY3" fmla="*/ 5474692 h 5811994"/>
              <a:gd name="connsiteX4" fmla="*/ 215634 w 3859822"/>
              <a:gd name="connsiteY4" fmla="*/ 361834 h 5811994"/>
              <a:gd name="connsiteX0" fmla="*/ 215634 w 3859822"/>
              <a:gd name="connsiteY0" fmla="*/ 390006 h 5840166"/>
              <a:gd name="connsiteX1" fmla="*/ 3632390 w 3859822"/>
              <a:gd name="connsiteY1" fmla="*/ 352427 h 5840166"/>
              <a:gd name="connsiteX2" fmla="*/ 3569760 w 3859822"/>
              <a:gd name="connsiteY2" fmla="*/ 5628124 h 5840166"/>
              <a:gd name="connsiteX3" fmla="*/ 315842 w 3859822"/>
              <a:gd name="connsiteY3" fmla="*/ 5502864 h 5840166"/>
              <a:gd name="connsiteX4" fmla="*/ 215634 w 3859822"/>
              <a:gd name="connsiteY4" fmla="*/ 390006 h 5840166"/>
              <a:gd name="connsiteX0" fmla="*/ 215634 w 3859822"/>
              <a:gd name="connsiteY0" fmla="*/ 452210 h 5902370"/>
              <a:gd name="connsiteX1" fmla="*/ 3632390 w 3859822"/>
              <a:gd name="connsiteY1" fmla="*/ 414631 h 5902370"/>
              <a:gd name="connsiteX2" fmla="*/ 3569760 w 3859822"/>
              <a:gd name="connsiteY2" fmla="*/ 5690328 h 5902370"/>
              <a:gd name="connsiteX3" fmla="*/ 315842 w 3859822"/>
              <a:gd name="connsiteY3" fmla="*/ 5565068 h 5902370"/>
              <a:gd name="connsiteX4" fmla="*/ 215634 w 3859822"/>
              <a:gd name="connsiteY4" fmla="*/ 452210 h 5902370"/>
              <a:gd name="connsiteX0" fmla="*/ 228420 w 3872608"/>
              <a:gd name="connsiteY0" fmla="*/ 452210 h 5902370"/>
              <a:gd name="connsiteX1" fmla="*/ 3645176 w 3872608"/>
              <a:gd name="connsiteY1" fmla="*/ 414631 h 5902370"/>
              <a:gd name="connsiteX2" fmla="*/ 3582546 w 3872608"/>
              <a:gd name="connsiteY2" fmla="*/ 5690328 h 5902370"/>
              <a:gd name="connsiteX3" fmla="*/ 328628 w 3872608"/>
              <a:gd name="connsiteY3" fmla="*/ 5565068 h 5902370"/>
              <a:gd name="connsiteX4" fmla="*/ 228420 w 3872608"/>
              <a:gd name="connsiteY4" fmla="*/ 452210 h 5902370"/>
              <a:gd name="connsiteX0" fmla="*/ 228420 w 3872608"/>
              <a:gd name="connsiteY0" fmla="*/ 452210 h 5863850"/>
              <a:gd name="connsiteX1" fmla="*/ 3645176 w 3872608"/>
              <a:gd name="connsiteY1" fmla="*/ 414631 h 5863850"/>
              <a:gd name="connsiteX2" fmla="*/ 3582546 w 3872608"/>
              <a:gd name="connsiteY2" fmla="*/ 5690328 h 5863850"/>
              <a:gd name="connsiteX3" fmla="*/ 328628 w 3872608"/>
              <a:gd name="connsiteY3" fmla="*/ 5565068 h 5863850"/>
              <a:gd name="connsiteX4" fmla="*/ 228420 w 3872608"/>
              <a:gd name="connsiteY4" fmla="*/ 452210 h 5863850"/>
              <a:gd name="connsiteX0" fmla="*/ 212338 w 3856526"/>
              <a:gd name="connsiteY0" fmla="*/ 452210 h 5878025"/>
              <a:gd name="connsiteX1" fmla="*/ 3629094 w 3856526"/>
              <a:gd name="connsiteY1" fmla="*/ 414631 h 5878025"/>
              <a:gd name="connsiteX2" fmla="*/ 3566464 w 3856526"/>
              <a:gd name="connsiteY2" fmla="*/ 5690328 h 5878025"/>
              <a:gd name="connsiteX3" fmla="*/ 350124 w 3856526"/>
              <a:gd name="connsiteY3" fmla="*/ 5615172 h 5878025"/>
              <a:gd name="connsiteX4" fmla="*/ 212338 w 3856526"/>
              <a:gd name="connsiteY4" fmla="*/ 452210 h 5878025"/>
              <a:gd name="connsiteX0" fmla="*/ 183932 w 3828120"/>
              <a:gd name="connsiteY0" fmla="*/ 452210 h 5732040"/>
              <a:gd name="connsiteX1" fmla="*/ 3600688 w 3828120"/>
              <a:gd name="connsiteY1" fmla="*/ 414631 h 5732040"/>
              <a:gd name="connsiteX2" fmla="*/ 3538058 w 3828120"/>
              <a:gd name="connsiteY2" fmla="*/ 5690328 h 5732040"/>
              <a:gd name="connsiteX3" fmla="*/ 397918 w 3828120"/>
              <a:gd name="connsiteY3" fmla="*/ 3608572 h 5732040"/>
              <a:gd name="connsiteX4" fmla="*/ 183932 w 3828120"/>
              <a:gd name="connsiteY4" fmla="*/ 452210 h 5732040"/>
              <a:gd name="connsiteX0" fmla="*/ 183932 w 3743009"/>
              <a:gd name="connsiteY0" fmla="*/ 452210 h 3730129"/>
              <a:gd name="connsiteX1" fmla="*/ 3600688 w 3743009"/>
              <a:gd name="connsiteY1" fmla="*/ 414631 h 3730129"/>
              <a:gd name="connsiteX2" fmla="*/ 3334858 w 3743009"/>
              <a:gd name="connsiteY2" fmla="*/ 3429728 h 3730129"/>
              <a:gd name="connsiteX3" fmla="*/ 397918 w 3743009"/>
              <a:gd name="connsiteY3" fmla="*/ 3608572 h 3730129"/>
              <a:gd name="connsiteX4" fmla="*/ 183932 w 3743009"/>
              <a:gd name="connsiteY4" fmla="*/ 452210 h 3730129"/>
              <a:gd name="connsiteX0" fmla="*/ 234419 w 3666496"/>
              <a:gd name="connsiteY0" fmla="*/ 626468 h 3624987"/>
              <a:gd name="connsiteX1" fmla="*/ 3524175 w 3666496"/>
              <a:gd name="connsiteY1" fmla="*/ 309489 h 3624987"/>
              <a:gd name="connsiteX2" fmla="*/ 3258345 w 3666496"/>
              <a:gd name="connsiteY2" fmla="*/ 3324586 h 3624987"/>
              <a:gd name="connsiteX3" fmla="*/ 321405 w 3666496"/>
              <a:gd name="connsiteY3" fmla="*/ 3503430 h 3624987"/>
              <a:gd name="connsiteX4" fmla="*/ 234419 w 3666496"/>
              <a:gd name="connsiteY4" fmla="*/ 626468 h 3624987"/>
              <a:gd name="connsiteX0" fmla="*/ 234419 w 3684266"/>
              <a:gd name="connsiteY0" fmla="*/ 277062 h 3275581"/>
              <a:gd name="connsiteX1" fmla="*/ 3549575 w 3684266"/>
              <a:gd name="connsiteY1" fmla="*/ 671283 h 3275581"/>
              <a:gd name="connsiteX2" fmla="*/ 3258345 w 3684266"/>
              <a:gd name="connsiteY2" fmla="*/ 2975180 h 3275581"/>
              <a:gd name="connsiteX3" fmla="*/ 321405 w 3684266"/>
              <a:gd name="connsiteY3" fmla="*/ 3154024 h 3275581"/>
              <a:gd name="connsiteX4" fmla="*/ 234419 w 3684266"/>
              <a:gd name="connsiteY4" fmla="*/ 277062 h 3275581"/>
              <a:gd name="connsiteX0" fmla="*/ 252697 w 3664444"/>
              <a:gd name="connsiteY0" fmla="*/ 459126 h 3013145"/>
              <a:gd name="connsiteX1" fmla="*/ 3529753 w 3664444"/>
              <a:gd name="connsiteY1" fmla="*/ 408847 h 3013145"/>
              <a:gd name="connsiteX2" fmla="*/ 3238523 w 3664444"/>
              <a:gd name="connsiteY2" fmla="*/ 2712744 h 3013145"/>
              <a:gd name="connsiteX3" fmla="*/ 301583 w 3664444"/>
              <a:gd name="connsiteY3" fmla="*/ 2891588 h 3013145"/>
              <a:gd name="connsiteX4" fmla="*/ 252697 w 3664444"/>
              <a:gd name="connsiteY4" fmla="*/ 459126 h 3013145"/>
              <a:gd name="connsiteX0" fmla="*/ 252697 w 3615472"/>
              <a:gd name="connsiteY0" fmla="*/ 459126 h 3248942"/>
              <a:gd name="connsiteX1" fmla="*/ 3529753 w 3615472"/>
              <a:gd name="connsiteY1" fmla="*/ 408847 h 3248942"/>
              <a:gd name="connsiteX2" fmla="*/ 2997223 w 3615472"/>
              <a:gd name="connsiteY2" fmla="*/ 3093744 h 3248942"/>
              <a:gd name="connsiteX3" fmla="*/ 301583 w 3615472"/>
              <a:gd name="connsiteY3" fmla="*/ 2891588 h 3248942"/>
              <a:gd name="connsiteX4" fmla="*/ 252697 w 3615472"/>
              <a:gd name="connsiteY4" fmla="*/ 459126 h 3248942"/>
              <a:gd name="connsiteX0" fmla="*/ 252697 w 3423144"/>
              <a:gd name="connsiteY0" fmla="*/ 308496 h 3098312"/>
              <a:gd name="connsiteX1" fmla="*/ 3288453 w 3423144"/>
              <a:gd name="connsiteY1" fmla="*/ 601117 h 3098312"/>
              <a:gd name="connsiteX2" fmla="*/ 2997223 w 3423144"/>
              <a:gd name="connsiteY2" fmla="*/ 2943114 h 3098312"/>
              <a:gd name="connsiteX3" fmla="*/ 301583 w 3423144"/>
              <a:gd name="connsiteY3" fmla="*/ 2740958 h 3098312"/>
              <a:gd name="connsiteX4" fmla="*/ 252697 w 3423144"/>
              <a:gd name="connsiteY4" fmla="*/ 308496 h 3098312"/>
              <a:gd name="connsiteX0" fmla="*/ 188292 w 3358739"/>
              <a:gd name="connsiteY0" fmla="*/ 308496 h 3113167"/>
              <a:gd name="connsiteX1" fmla="*/ 3224048 w 3358739"/>
              <a:gd name="connsiteY1" fmla="*/ 601117 h 3113167"/>
              <a:gd name="connsiteX2" fmla="*/ 2932818 w 3358739"/>
              <a:gd name="connsiteY2" fmla="*/ 2943114 h 3113167"/>
              <a:gd name="connsiteX3" fmla="*/ 389578 w 3358739"/>
              <a:gd name="connsiteY3" fmla="*/ 2804458 h 3113167"/>
              <a:gd name="connsiteX4" fmla="*/ 188292 w 3358739"/>
              <a:gd name="connsiteY4" fmla="*/ 308496 h 3113167"/>
              <a:gd name="connsiteX0" fmla="*/ 217616 w 3311863"/>
              <a:gd name="connsiteY0" fmla="*/ 383019 h 2997190"/>
              <a:gd name="connsiteX1" fmla="*/ 3177172 w 3311863"/>
              <a:gd name="connsiteY1" fmla="*/ 485140 h 2997190"/>
              <a:gd name="connsiteX2" fmla="*/ 2885942 w 3311863"/>
              <a:gd name="connsiteY2" fmla="*/ 2827137 h 2997190"/>
              <a:gd name="connsiteX3" fmla="*/ 342702 w 3311863"/>
              <a:gd name="connsiteY3" fmla="*/ 2688481 h 2997190"/>
              <a:gd name="connsiteX4" fmla="*/ 217616 w 3311863"/>
              <a:gd name="connsiteY4" fmla="*/ 383019 h 2997190"/>
              <a:gd name="connsiteX0" fmla="*/ 217616 w 3311863"/>
              <a:gd name="connsiteY0" fmla="*/ 444889 h 3059060"/>
              <a:gd name="connsiteX1" fmla="*/ 3177172 w 3311863"/>
              <a:gd name="connsiteY1" fmla="*/ 547010 h 3059060"/>
              <a:gd name="connsiteX2" fmla="*/ 2885942 w 3311863"/>
              <a:gd name="connsiteY2" fmla="*/ 2889007 h 3059060"/>
              <a:gd name="connsiteX3" fmla="*/ 342702 w 3311863"/>
              <a:gd name="connsiteY3" fmla="*/ 2750351 h 3059060"/>
              <a:gd name="connsiteX4" fmla="*/ 217616 w 3311863"/>
              <a:gd name="connsiteY4" fmla="*/ 444889 h 3059060"/>
              <a:gd name="connsiteX0" fmla="*/ 217616 w 3358734"/>
              <a:gd name="connsiteY0" fmla="*/ 387706 h 3001877"/>
              <a:gd name="connsiteX1" fmla="*/ 3240672 w 3358734"/>
              <a:gd name="connsiteY1" fmla="*/ 642227 h 3001877"/>
              <a:gd name="connsiteX2" fmla="*/ 2885942 w 3358734"/>
              <a:gd name="connsiteY2" fmla="*/ 2831824 h 3001877"/>
              <a:gd name="connsiteX3" fmla="*/ 342702 w 3358734"/>
              <a:gd name="connsiteY3" fmla="*/ 2693168 h 3001877"/>
              <a:gd name="connsiteX4" fmla="*/ 217616 w 3358734"/>
              <a:gd name="connsiteY4" fmla="*/ 387706 h 3001877"/>
              <a:gd name="connsiteX0" fmla="*/ 217616 w 3358734"/>
              <a:gd name="connsiteY0" fmla="*/ 469133 h 3083304"/>
              <a:gd name="connsiteX1" fmla="*/ 3240672 w 3358734"/>
              <a:gd name="connsiteY1" fmla="*/ 723654 h 3083304"/>
              <a:gd name="connsiteX2" fmla="*/ 2885942 w 3358734"/>
              <a:gd name="connsiteY2" fmla="*/ 2913251 h 3083304"/>
              <a:gd name="connsiteX3" fmla="*/ 342702 w 3358734"/>
              <a:gd name="connsiteY3" fmla="*/ 2774595 h 3083304"/>
              <a:gd name="connsiteX4" fmla="*/ 217616 w 3358734"/>
              <a:gd name="connsiteY4" fmla="*/ 469133 h 3083304"/>
              <a:gd name="connsiteX0" fmla="*/ 217616 w 3326391"/>
              <a:gd name="connsiteY0" fmla="*/ 469133 h 3092830"/>
              <a:gd name="connsiteX1" fmla="*/ 3240672 w 3326391"/>
              <a:gd name="connsiteY1" fmla="*/ 723654 h 3092830"/>
              <a:gd name="connsiteX2" fmla="*/ 2708142 w 3326391"/>
              <a:gd name="connsiteY2" fmla="*/ 2925951 h 3092830"/>
              <a:gd name="connsiteX3" fmla="*/ 342702 w 3326391"/>
              <a:gd name="connsiteY3" fmla="*/ 2774595 h 3092830"/>
              <a:gd name="connsiteX4" fmla="*/ 217616 w 3326391"/>
              <a:gd name="connsiteY4" fmla="*/ 469133 h 3092830"/>
              <a:gd name="connsiteX0" fmla="*/ 217616 w 3358477"/>
              <a:gd name="connsiteY0" fmla="*/ 469133 h 3092830"/>
              <a:gd name="connsiteX1" fmla="*/ 3240672 w 3358477"/>
              <a:gd name="connsiteY1" fmla="*/ 723654 h 3092830"/>
              <a:gd name="connsiteX2" fmla="*/ 2708142 w 3358477"/>
              <a:gd name="connsiteY2" fmla="*/ 2925951 h 3092830"/>
              <a:gd name="connsiteX3" fmla="*/ 342702 w 3358477"/>
              <a:gd name="connsiteY3" fmla="*/ 2774595 h 3092830"/>
              <a:gd name="connsiteX4" fmla="*/ 217616 w 3358477"/>
              <a:gd name="connsiteY4" fmla="*/ 469133 h 3092830"/>
              <a:gd name="connsiteX0" fmla="*/ 271746 w 3412607"/>
              <a:gd name="connsiteY0" fmla="*/ 469133 h 3092830"/>
              <a:gd name="connsiteX1" fmla="*/ 3294802 w 3412607"/>
              <a:gd name="connsiteY1" fmla="*/ 723654 h 3092830"/>
              <a:gd name="connsiteX2" fmla="*/ 2762272 w 3412607"/>
              <a:gd name="connsiteY2" fmla="*/ 2925951 h 3092830"/>
              <a:gd name="connsiteX3" fmla="*/ 396832 w 3412607"/>
              <a:gd name="connsiteY3" fmla="*/ 2774595 h 3092830"/>
              <a:gd name="connsiteX4" fmla="*/ 271746 w 3412607"/>
              <a:gd name="connsiteY4" fmla="*/ 469133 h 3092830"/>
              <a:gd name="connsiteX0" fmla="*/ 271746 w 3412607"/>
              <a:gd name="connsiteY0" fmla="*/ 469133 h 3136764"/>
              <a:gd name="connsiteX1" fmla="*/ 3294802 w 3412607"/>
              <a:gd name="connsiteY1" fmla="*/ 723654 h 3136764"/>
              <a:gd name="connsiteX2" fmla="*/ 2762272 w 3412607"/>
              <a:gd name="connsiteY2" fmla="*/ 2925951 h 3136764"/>
              <a:gd name="connsiteX3" fmla="*/ 396832 w 3412607"/>
              <a:gd name="connsiteY3" fmla="*/ 2774595 h 3136764"/>
              <a:gd name="connsiteX4" fmla="*/ 271746 w 3412607"/>
              <a:gd name="connsiteY4" fmla="*/ 469133 h 3136764"/>
              <a:gd name="connsiteX0" fmla="*/ 179679 w 3320540"/>
              <a:gd name="connsiteY0" fmla="*/ 469133 h 3141196"/>
              <a:gd name="connsiteX1" fmla="*/ 3202735 w 3320540"/>
              <a:gd name="connsiteY1" fmla="*/ 723654 h 3141196"/>
              <a:gd name="connsiteX2" fmla="*/ 2670205 w 3320540"/>
              <a:gd name="connsiteY2" fmla="*/ 2925951 h 3141196"/>
              <a:gd name="connsiteX3" fmla="*/ 533365 w 3320540"/>
              <a:gd name="connsiteY3" fmla="*/ 2787295 h 3141196"/>
              <a:gd name="connsiteX4" fmla="*/ 179679 w 3320540"/>
              <a:gd name="connsiteY4" fmla="*/ 469133 h 3141196"/>
              <a:gd name="connsiteX0" fmla="*/ 179679 w 3291394"/>
              <a:gd name="connsiteY0" fmla="*/ 415151 h 3087214"/>
              <a:gd name="connsiteX1" fmla="*/ 3164635 w 3291394"/>
              <a:gd name="connsiteY1" fmla="*/ 809372 h 3087214"/>
              <a:gd name="connsiteX2" fmla="*/ 2670205 w 3291394"/>
              <a:gd name="connsiteY2" fmla="*/ 2871969 h 3087214"/>
              <a:gd name="connsiteX3" fmla="*/ 533365 w 3291394"/>
              <a:gd name="connsiteY3" fmla="*/ 2733313 h 3087214"/>
              <a:gd name="connsiteX4" fmla="*/ 179679 w 3291394"/>
              <a:gd name="connsiteY4" fmla="*/ 415151 h 3087214"/>
              <a:gd name="connsiteX0" fmla="*/ 241757 w 3188372"/>
              <a:gd name="connsiteY0" fmla="*/ 415151 h 3087214"/>
              <a:gd name="connsiteX1" fmla="*/ 3061613 w 3188372"/>
              <a:gd name="connsiteY1" fmla="*/ 809372 h 3087214"/>
              <a:gd name="connsiteX2" fmla="*/ 2567183 w 3188372"/>
              <a:gd name="connsiteY2" fmla="*/ 2871969 h 3087214"/>
              <a:gd name="connsiteX3" fmla="*/ 430343 w 3188372"/>
              <a:gd name="connsiteY3" fmla="*/ 2733313 h 3087214"/>
              <a:gd name="connsiteX4" fmla="*/ 241757 w 3188372"/>
              <a:gd name="connsiteY4" fmla="*/ 415151 h 3087214"/>
              <a:gd name="connsiteX0" fmla="*/ 241757 w 3205298"/>
              <a:gd name="connsiteY0" fmla="*/ 415151 h 3087214"/>
              <a:gd name="connsiteX1" fmla="*/ 3061613 w 3205298"/>
              <a:gd name="connsiteY1" fmla="*/ 809372 h 3087214"/>
              <a:gd name="connsiteX2" fmla="*/ 2567183 w 3205298"/>
              <a:gd name="connsiteY2" fmla="*/ 2871969 h 3087214"/>
              <a:gd name="connsiteX3" fmla="*/ 430343 w 3205298"/>
              <a:gd name="connsiteY3" fmla="*/ 2733313 h 3087214"/>
              <a:gd name="connsiteX4" fmla="*/ 241757 w 3205298"/>
              <a:gd name="connsiteY4" fmla="*/ 415151 h 3087214"/>
              <a:gd name="connsiteX0" fmla="*/ 241757 w 3173897"/>
              <a:gd name="connsiteY0" fmla="*/ 415151 h 3129883"/>
              <a:gd name="connsiteX1" fmla="*/ 3061613 w 3173897"/>
              <a:gd name="connsiteY1" fmla="*/ 809372 h 3129883"/>
              <a:gd name="connsiteX2" fmla="*/ 2414783 w 3173897"/>
              <a:gd name="connsiteY2" fmla="*/ 2935469 h 3129883"/>
              <a:gd name="connsiteX3" fmla="*/ 430343 w 3173897"/>
              <a:gd name="connsiteY3" fmla="*/ 2733313 h 3129883"/>
              <a:gd name="connsiteX4" fmla="*/ 241757 w 3173897"/>
              <a:gd name="connsiteY4" fmla="*/ 415151 h 3129883"/>
              <a:gd name="connsiteX0" fmla="*/ 241757 w 3173897"/>
              <a:gd name="connsiteY0" fmla="*/ 415151 h 3062825"/>
              <a:gd name="connsiteX1" fmla="*/ 3061613 w 3173897"/>
              <a:gd name="connsiteY1" fmla="*/ 809372 h 3062825"/>
              <a:gd name="connsiteX2" fmla="*/ 2414783 w 3173897"/>
              <a:gd name="connsiteY2" fmla="*/ 2935469 h 3062825"/>
              <a:gd name="connsiteX3" fmla="*/ 430343 w 3173897"/>
              <a:gd name="connsiteY3" fmla="*/ 2733313 h 3062825"/>
              <a:gd name="connsiteX4" fmla="*/ 241757 w 3173897"/>
              <a:gd name="connsiteY4" fmla="*/ 415151 h 3062825"/>
              <a:gd name="connsiteX0" fmla="*/ 247478 w 3179618"/>
              <a:gd name="connsiteY0" fmla="*/ 415151 h 3044357"/>
              <a:gd name="connsiteX1" fmla="*/ 3067334 w 3179618"/>
              <a:gd name="connsiteY1" fmla="*/ 809372 h 3044357"/>
              <a:gd name="connsiteX2" fmla="*/ 2420504 w 3179618"/>
              <a:gd name="connsiteY2" fmla="*/ 2935469 h 3044357"/>
              <a:gd name="connsiteX3" fmla="*/ 423364 w 3179618"/>
              <a:gd name="connsiteY3" fmla="*/ 2669813 h 3044357"/>
              <a:gd name="connsiteX4" fmla="*/ 247478 w 3179618"/>
              <a:gd name="connsiteY4" fmla="*/ 415151 h 3044357"/>
              <a:gd name="connsiteX0" fmla="*/ 298857 w 3230997"/>
              <a:gd name="connsiteY0" fmla="*/ 415151 h 3044357"/>
              <a:gd name="connsiteX1" fmla="*/ 3118713 w 3230997"/>
              <a:gd name="connsiteY1" fmla="*/ 809372 h 3044357"/>
              <a:gd name="connsiteX2" fmla="*/ 2471883 w 3230997"/>
              <a:gd name="connsiteY2" fmla="*/ 2935469 h 3044357"/>
              <a:gd name="connsiteX3" fmla="*/ 474743 w 3230997"/>
              <a:gd name="connsiteY3" fmla="*/ 2669813 h 3044357"/>
              <a:gd name="connsiteX4" fmla="*/ 298857 w 3230997"/>
              <a:gd name="connsiteY4" fmla="*/ 415151 h 3044357"/>
              <a:gd name="connsiteX0" fmla="*/ 341177 w 3273317"/>
              <a:gd name="connsiteY0" fmla="*/ 415151 h 3044357"/>
              <a:gd name="connsiteX1" fmla="*/ 3161033 w 3273317"/>
              <a:gd name="connsiteY1" fmla="*/ 809372 h 3044357"/>
              <a:gd name="connsiteX2" fmla="*/ 2514203 w 3273317"/>
              <a:gd name="connsiteY2" fmla="*/ 2935469 h 3044357"/>
              <a:gd name="connsiteX3" fmla="*/ 517063 w 3273317"/>
              <a:gd name="connsiteY3" fmla="*/ 2669813 h 3044357"/>
              <a:gd name="connsiteX4" fmla="*/ 341177 w 3273317"/>
              <a:gd name="connsiteY4" fmla="*/ 415151 h 3044357"/>
              <a:gd name="connsiteX0" fmla="*/ 341177 w 3273317"/>
              <a:gd name="connsiteY0" fmla="*/ 415151 h 3051564"/>
              <a:gd name="connsiteX1" fmla="*/ 3161033 w 3273317"/>
              <a:gd name="connsiteY1" fmla="*/ 809372 h 3051564"/>
              <a:gd name="connsiteX2" fmla="*/ 2514203 w 3273317"/>
              <a:gd name="connsiteY2" fmla="*/ 2935469 h 3051564"/>
              <a:gd name="connsiteX3" fmla="*/ 517063 w 3273317"/>
              <a:gd name="connsiteY3" fmla="*/ 2669813 h 3051564"/>
              <a:gd name="connsiteX4" fmla="*/ 341177 w 3273317"/>
              <a:gd name="connsiteY4" fmla="*/ 415151 h 3051564"/>
              <a:gd name="connsiteX0" fmla="*/ 331471 w 3263611"/>
              <a:gd name="connsiteY0" fmla="*/ 415151 h 3051564"/>
              <a:gd name="connsiteX1" fmla="*/ 3151327 w 3263611"/>
              <a:gd name="connsiteY1" fmla="*/ 809372 h 3051564"/>
              <a:gd name="connsiteX2" fmla="*/ 2504497 w 3263611"/>
              <a:gd name="connsiteY2" fmla="*/ 2935469 h 3051564"/>
              <a:gd name="connsiteX3" fmla="*/ 507357 w 3263611"/>
              <a:gd name="connsiteY3" fmla="*/ 2669813 h 3051564"/>
              <a:gd name="connsiteX4" fmla="*/ 331471 w 3263611"/>
              <a:gd name="connsiteY4" fmla="*/ 415151 h 3051564"/>
              <a:gd name="connsiteX0" fmla="*/ 349997 w 3282137"/>
              <a:gd name="connsiteY0" fmla="*/ 415151 h 3071256"/>
              <a:gd name="connsiteX1" fmla="*/ 3169853 w 3282137"/>
              <a:gd name="connsiteY1" fmla="*/ 809372 h 3071256"/>
              <a:gd name="connsiteX2" fmla="*/ 2523023 w 3282137"/>
              <a:gd name="connsiteY2" fmla="*/ 2935469 h 3071256"/>
              <a:gd name="connsiteX3" fmla="*/ 478883 w 3282137"/>
              <a:gd name="connsiteY3" fmla="*/ 2732479 h 3071256"/>
              <a:gd name="connsiteX4" fmla="*/ 349997 w 3282137"/>
              <a:gd name="connsiteY4" fmla="*/ 415151 h 3071256"/>
              <a:gd name="connsiteX0" fmla="*/ 349997 w 3282137"/>
              <a:gd name="connsiteY0" fmla="*/ 415151 h 3075800"/>
              <a:gd name="connsiteX1" fmla="*/ 3169853 w 3282137"/>
              <a:gd name="connsiteY1" fmla="*/ 809372 h 3075800"/>
              <a:gd name="connsiteX2" fmla="*/ 2523023 w 3282137"/>
              <a:gd name="connsiteY2" fmla="*/ 2935469 h 3075800"/>
              <a:gd name="connsiteX3" fmla="*/ 478883 w 3282137"/>
              <a:gd name="connsiteY3" fmla="*/ 2732479 h 3075800"/>
              <a:gd name="connsiteX4" fmla="*/ 349997 w 3282137"/>
              <a:gd name="connsiteY4" fmla="*/ 415151 h 3075800"/>
              <a:gd name="connsiteX0" fmla="*/ 355109 w 3287249"/>
              <a:gd name="connsiteY0" fmla="*/ 415151 h 3075801"/>
              <a:gd name="connsiteX1" fmla="*/ 3174965 w 3287249"/>
              <a:gd name="connsiteY1" fmla="*/ 809372 h 3075801"/>
              <a:gd name="connsiteX2" fmla="*/ 2528135 w 3287249"/>
              <a:gd name="connsiteY2" fmla="*/ 2935469 h 3075801"/>
              <a:gd name="connsiteX3" fmla="*/ 483995 w 3287249"/>
              <a:gd name="connsiteY3" fmla="*/ 2732479 h 3075801"/>
              <a:gd name="connsiteX4" fmla="*/ 355109 w 3287249"/>
              <a:gd name="connsiteY4" fmla="*/ 415151 h 3075801"/>
              <a:gd name="connsiteX0" fmla="*/ 355109 w 3287249"/>
              <a:gd name="connsiteY0" fmla="*/ 429004 h 3089654"/>
              <a:gd name="connsiteX1" fmla="*/ 3174965 w 3287249"/>
              <a:gd name="connsiteY1" fmla="*/ 823225 h 3089654"/>
              <a:gd name="connsiteX2" fmla="*/ 2528135 w 3287249"/>
              <a:gd name="connsiteY2" fmla="*/ 2949322 h 3089654"/>
              <a:gd name="connsiteX3" fmla="*/ 483995 w 3287249"/>
              <a:gd name="connsiteY3" fmla="*/ 2746332 h 3089654"/>
              <a:gd name="connsiteX4" fmla="*/ 355109 w 3287249"/>
              <a:gd name="connsiteY4" fmla="*/ 429004 h 3089654"/>
              <a:gd name="connsiteX0" fmla="*/ 355109 w 3307418"/>
              <a:gd name="connsiteY0" fmla="*/ 429004 h 3089654"/>
              <a:gd name="connsiteX1" fmla="*/ 3174965 w 3307418"/>
              <a:gd name="connsiteY1" fmla="*/ 823225 h 3089654"/>
              <a:gd name="connsiteX2" fmla="*/ 2528135 w 3307418"/>
              <a:gd name="connsiteY2" fmla="*/ 2949322 h 3089654"/>
              <a:gd name="connsiteX3" fmla="*/ 483995 w 3307418"/>
              <a:gd name="connsiteY3" fmla="*/ 2746332 h 3089654"/>
              <a:gd name="connsiteX4" fmla="*/ 355109 w 3307418"/>
              <a:gd name="connsiteY4" fmla="*/ 429004 h 3089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418" h="3089654">
                <a:moveTo>
                  <a:pt x="355109" y="429004"/>
                </a:moveTo>
                <a:cubicBezTo>
                  <a:pt x="888254" y="-274541"/>
                  <a:pt x="2782527" y="-91725"/>
                  <a:pt x="3174965" y="823225"/>
                </a:cubicBezTo>
                <a:cubicBezTo>
                  <a:pt x="3514761" y="1870809"/>
                  <a:pt x="3165571" y="2617853"/>
                  <a:pt x="2528135" y="2949322"/>
                </a:cubicBezTo>
                <a:cubicBezTo>
                  <a:pt x="1714545" y="3172703"/>
                  <a:pt x="1000604" y="3146497"/>
                  <a:pt x="483995" y="2746332"/>
                </a:cubicBezTo>
                <a:cubicBezTo>
                  <a:pt x="-70273" y="2292315"/>
                  <a:pt x="-194993" y="1168960"/>
                  <a:pt x="355109" y="429004"/>
                </a:cubicBezTo>
                <a:close/>
              </a:path>
            </a:pathLst>
          </a:custGeom>
          <a:solidFill>
            <a:schemeClr val="bg1">
              <a:lumMod val="95000"/>
            </a:schemeClr>
          </a:solidFill>
          <a:ln>
            <a:noFill/>
          </a:ln>
        </p:spPr>
        <p:txBody>
          <a:bodyPr anchor="ctr" anchorCtr="0"/>
          <a:lstStyle>
            <a:lvl1pPr marL="0" indent="0" algn="ctr">
              <a:buFontTx/>
              <a:buNone/>
              <a:defRPr/>
            </a:lvl1pPr>
          </a:lstStyle>
          <a:p>
            <a:r>
              <a:rPr lang="en-US"/>
              <a:t>Click to add picture. </a:t>
            </a:r>
            <a:br>
              <a:rPr lang="en-US"/>
            </a:br>
            <a:r>
              <a:rPr lang="en-US"/>
              <a:t>Select crop to position photo.</a:t>
            </a:r>
          </a:p>
        </p:txBody>
      </p:sp>
      <p:sp>
        <p:nvSpPr>
          <p:cNvPr id="6" name="Text Placeholder 6">
            <a:extLst>
              <a:ext uri="{FF2B5EF4-FFF2-40B4-BE49-F238E27FC236}">
                <a16:creationId xmlns:a16="http://schemas.microsoft.com/office/drawing/2014/main" id="{46039D49-1383-3F49-ECF9-09B7DEA717EE}"/>
              </a:ext>
            </a:extLst>
          </p:cNvPr>
          <p:cNvSpPr>
            <a:spLocks noGrp="1"/>
          </p:cNvSpPr>
          <p:nvPr>
            <p:ph type="body" sz="quarter" idx="14" hasCustomPrompt="1"/>
          </p:nvPr>
        </p:nvSpPr>
        <p:spPr>
          <a:xfrm>
            <a:off x="4419600" y="4591480"/>
            <a:ext cx="3341914" cy="379984"/>
          </a:xfrm>
        </p:spPr>
        <p:txBody>
          <a:bodyPr>
            <a:noAutofit/>
          </a:bodyPr>
          <a:lstStyle>
            <a:lvl1pPr marL="0" indent="0" algn="ctr">
              <a:buFontTx/>
              <a:buNone/>
              <a:defRPr sz="1600" b="1">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add first and last name</a:t>
            </a:r>
          </a:p>
        </p:txBody>
      </p:sp>
      <p:sp>
        <p:nvSpPr>
          <p:cNvPr id="9" name="Text Placeholder 6">
            <a:extLst>
              <a:ext uri="{FF2B5EF4-FFF2-40B4-BE49-F238E27FC236}">
                <a16:creationId xmlns:a16="http://schemas.microsoft.com/office/drawing/2014/main" id="{503E34F1-AF07-4A9F-50C6-BAD4E226DFF5}"/>
              </a:ext>
            </a:extLst>
          </p:cNvPr>
          <p:cNvSpPr>
            <a:spLocks noGrp="1"/>
          </p:cNvSpPr>
          <p:nvPr>
            <p:ph type="body" sz="quarter" idx="15" hasCustomPrompt="1"/>
          </p:nvPr>
        </p:nvSpPr>
        <p:spPr>
          <a:xfrm>
            <a:off x="4419600" y="5001563"/>
            <a:ext cx="3341914" cy="573020"/>
          </a:xfrm>
        </p:spPr>
        <p:txBody>
          <a:bodyPr>
            <a:noAutofit/>
          </a:bodyPr>
          <a:lstStyle>
            <a:lvl1pPr marL="0" indent="0" algn="ctr">
              <a:buFontTx/>
              <a:buNone/>
              <a:defRPr sz="1400" b="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add title, company, district, or school</a:t>
            </a:r>
          </a:p>
        </p:txBody>
      </p:sp>
      <p:sp>
        <p:nvSpPr>
          <p:cNvPr id="10" name="Title 1">
            <a:extLst>
              <a:ext uri="{FF2B5EF4-FFF2-40B4-BE49-F238E27FC236}">
                <a16:creationId xmlns:a16="http://schemas.microsoft.com/office/drawing/2014/main" id="{D752E8C7-72E5-DEE8-5BDD-C24596A72033}"/>
              </a:ext>
            </a:extLst>
          </p:cNvPr>
          <p:cNvSpPr>
            <a:spLocks noGrp="1"/>
          </p:cNvSpPr>
          <p:nvPr>
            <p:ph type="title" hasCustomPrompt="1"/>
          </p:nvPr>
        </p:nvSpPr>
        <p:spPr>
          <a:xfrm>
            <a:off x="658586" y="620486"/>
            <a:ext cx="5437414" cy="1317625"/>
          </a:xfrm>
        </p:spPr>
        <p:txBody>
          <a:bodyPr>
            <a:noAutofit/>
          </a:bodyPr>
          <a:lstStyle>
            <a:lvl1pPr algn="l">
              <a:defRPr sz="2800" b="1">
                <a:solidFill>
                  <a:schemeClr val="tx1"/>
                </a:solidFill>
              </a:defRPr>
            </a:lvl1pPr>
          </a:lstStyle>
          <a:p>
            <a:r>
              <a:rPr lang="en-US"/>
              <a:t>Click to add 3 Speaker Title </a:t>
            </a:r>
            <a:br>
              <a:rPr lang="en-US"/>
            </a:br>
            <a:r>
              <a:rPr lang="en-US"/>
              <a:t>(Segoe UI bold, 28pt)</a:t>
            </a:r>
          </a:p>
        </p:txBody>
      </p:sp>
      <p:sp>
        <p:nvSpPr>
          <p:cNvPr id="2" name="Slide Number Placeholder 7">
            <a:extLst>
              <a:ext uri="{FF2B5EF4-FFF2-40B4-BE49-F238E27FC236}">
                <a16:creationId xmlns:a16="http://schemas.microsoft.com/office/drawing/2014/main" id="{C86D36D4-8353-0B60-BA23-217CEF7E65ED}"/>
              </a:ext>
            </a:extLst>
          </p:cNvPr>
          <p:cNvSpPr>
            <a:spLocks noGrp="1"/>
          </p:cNvSpPr>
          <p:nvPr>
            <p:ph type="sldNum" sz="quarter" idx="4"/>
          </p:nvPr>
        </p:nvSpPr>
        <p:spPr>
          <a:xfrm>
            <a:off x="10886032" y="6488471"/>
            <a:ext cx="658268" cy="255358"/>
          </a:xfrm>
          <a:prstGeom prst="rect">
            <a:avLst/>
          </a:prstGeom>
        </p:spPr>
        <p:txBody>
          <a:bodyPr lIns="0" rIns="0"/>
          <a:lstStyle>
            <a:lvl1pPr algn="r">
              <a:defRPr sz="800">
                <a:latin typeface="Segoe UI" panose="020B0502040204020203" pitchFamily="34" charset="0"/>
                <a:cs typeface="Segoe UI" panose="020B0502040204020203" pitchFamily="34" charset="0"/>
              </a:defRPr>
            </a:lvl1pPr>
          </a:lstStyle>
          <a:p>
            <a:fld id="{F71C0B42-4AEE-41DE-B077-4156AA01E9D4}" type="slidenum">
              <a:rPr lang="en-US" smtClean="0"/>
              <a:pPr/>
              <a:t>‹#›</a:t>
            </a:fld>
            <a:endParaRPr lang="en-US"/>
          </a:p>
        </p:txBody>
      </p:sp>
    </p:spTree>
    <p:extLst>
      <p:ext uri="{BB962C8B-B14F-4D97-AF65-F5344CB8AC3E}">
        <p14:creationId xmlns:p14="http://schemas.microsoft.com/office/powerpoint/2010/main" val="9506860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Highlight Slide">
    <p:bg>
      <p:bgPr>
        <a:solidFill>
          <a:schemeClr val="accent4"/>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7825E36E-7B6C-13AB-0F5F-D909179A4E3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66738" y="6330541"/>
            <a:ext cx="1045129" cy="418051"/>
          </a:xfrm>
          <a:prstGeom prst="rect">
            <a:avLst/>
          </a:prstGeom>
        </p:spPr>
      </p:pic>
      <p:sp>
        <p:nvSpPr>
          <p:cNvPr id="3" name="Content Placeholder 2">
            <a:extLst>
              <a:ext uri="{FF2B5EF4-FFF2-40B4-BE49-F238E27FC236}">
                <a16:creationId xmlns:a16="http://schemas.microsoft.com/office/drawing/2014/main" id="{A37F7299-6E5D-80C1-F5BC-14BC949EA2AA}"/>
              </a:ext>
            </a:extLst>
          </p:cNvPr>
          <p:cNvSpPr>
            <a:spLocks noGrp="1"/>
          </p:cNvSpPr>
          <p:nvPr>
            <p:ph idx="1" hasCustomPrompt="1"/>
          </p:nvPr>
        </p:nvSpPr>
        <p:spPr>
          <a:xfrm>
            <a:off x="6477000" y="1935892"/>
            <a:ext cx="5067299" cy="4274408"/>
          </a:xfrm>
        </p:spPr>
        <p:txBody>
          <a:bodyPr>
            <a:noAutofit/>
          </a:bodyPr>
          <a:lstStyle>
            <a:lvl1pPr marL="0" indent="0">
              <a:buFontTx/>
              <a:buNone/>
              <a:defRPr sz="1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effectLst/>
              </a:rPr>
              <a:t>Use this slide to highlight a single, important thing. To keep it short and sweet, you might link away to relevant doc or file.</a:t>
            </a:r>
            <a:endParaRPr lang="en-US"/>
          </a:p>
        </p:txBody>
      </p:sp>
      <p:sp>
        <p:nvSpPr>
          <p:cNvPr id="6" name="Title 1">
            <a:extLst>
              <a:ext uri="{FF2B5EF4-FFF2-40B4-BE49-F238E27FC236}">
                <a16:creationId xmlns:a16="http://schemas.microsoft.com/office/drawing/2014/main" id="{A05380D2-BA87-8599-5BB7-C960163DF4F1}"/>
              </a:ext>
            </a:extLst>
          </p:cNvPr>
          <p:cNvSpPr>
            <a:spLocks noGrp="1"/>
          </p:cNvSpPr>
          <p:nvPr>
            <p:ph type="title" hasCustomPrompt="1"/>
          </p:nvPr>
        </p:nvSpPr>
        <p:spPr>
          <a:xfrm>
            <a:off x="658586" y="1927225"/>
            <a:ext cx="5143500" cy="1317625"/>
          </a:xfrm>
        </p:spPr>
        <p:txBody>
          <a:bodyPr>
            <a:noAutofit/>
          </a:bodyPr>
          <a:lstStyle>
            <a:lvl1pPr algn="l">
              <a:defRPr sz="2800" b="1">
                <a:solidFill>
                  <a:schemeClr val="tx1"/>
                </a:solidFill>
              </a:defRPr>
            </a:lvl1pPr>
          </a:lstStyle>
          <a:p>
            <a:r>
              <a:rPr lang="en-US"/>
              <a:t>Click to add Title </a:t>
            </a:r>
            <a:br>
              <a:rPr lang="en-US"/>
            </a:br>
            <a:r>
              <a:rPr lang="en-US"/>
              <a:t>(Segoe UI bold, 28pt)</a:t>
            </a:r>
          </a:p>
        </p:txBody>
      </p:sp>
      <p:graphicFrame>
        <p:nvGraphicFramePr>
          <p:cNvPr id="2" name="Table 1">
            <a:extLst>
              <a:ext uri="{FF2B5EF4-FFF2-40B4-BE49-F238E27FC236}">
                <a16:creationId xmlns:a16="http://schemas.microsoft.com/office/drawing/2014/main" id="{4092B3E9-22EF-332A-5E54-7657DBE50CD0}"/>
              </a:ext>
            </a:extLst>
          </p:cNvPr>
          <p:cNvGraphicFramePr>
            <a:graphicFrameLocks noGrp="1"/>
          </p:cNvGraphicFramePr>
          <p:nvPr userDrawn="1">
            <p:extLst>
              <p:ext uri="{D42A27DB-BD31-4B8C-83A1-F6EECF244321}">
                <p14:modId xmlns:p14="http://schemas.microsoft.com/office/powerpoint/2010/main" val="3639322381"/>
              </p:ext>
            </p:extLst>
          </p:nvPr>
        </p:nvGraphicFramePr>
        <p:xfrm>
          <a:off x="1667827" y="6488470"/>
          <a:ext cx="1932173" cy="255359"/>
        </p:xfrm>
        <a:graphic>
          <a:graphicData uri="http://schemas.openxmlformats.org/drawingml/2006/table">
            <a:tbl>
              <a:tblPr firstRow="1" bandRow="1">
                <a:tableStyleId>{5C22544A-7EE6-4342-B048-85BDC9FD1C3A}</a:tableStyleId>
              </a:tblPr>
              <a:tblGrid>
                <a:gridCol w="1932173">
                  <a:extLst>
                    <a:ext uri="{9D8B030D-6E8A-4147-A177-3AD203B41FA5}">
                      <a16:colId xmlns:a16="http://schemas.microsoft.com/office/drawing/2014/main" val="1979303119"/>
                    </a:ext>
                  </a:extLst>
                </a:gridCol>
              </a:tblGrid>
              <a:tr h="2553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50" b="0">
                          <a:solidFill>
                            <a:schemeClr val="bg1"/>
                          </a:solidFill>
                        </a:rPr>
                        <a:t>© EMS LINQ, LLC. All rights reserved. </a:t>
                      </a:r>
                    </a:p>
                  </a:txBody>
                  <a:tcPr>
                    <a:lnL w="12700" cmpd="sng">
                      <a:noFill/>
                    </a:lnL>
                    <a:lnR w="12700" cmpd="sng">
                      <a:noFill/>
                    </a:lnR>
                    <a:lnT w="12700" cmpd="sng">
                      <a:noFill/>
                    </a:lnT>
                    <a:lnB w="38100" cmpd="sng">
                      <a:noFill/>
                    </a:lnB>
                    <a:noFill/>
                  </a:tcPr>
                </a:tc>
                <a:extLst>
                  <a:ext uri="{0D108BD9-81ED-4DB2-BD59-A6C34878D82A}">
                    <a16:rowId xmlns:a16="http://schemas.microsoft.com/office/drawing/2014/main" val="1911493861"/>
                  </a:ext>
                </a:extLst>
              </a:tr>
            </a:tbl>
          </a:graphicData>
        </a:graphic>
      </p:graphicFrame>
      <p:sp>
        <p:nvSpPr>
          <p:cNvPr id="7" name="Slide Number Placeholder 7">
            <a:extLst>
              <a:ext uri="{FF2B5EF4-FFF2-40B4-BE49-F238E27FC236}">
                <a16:creationId xmlns:a16="http://schemas.microsoft.com/office/drawing/2014/main" id="{EDAF668E-EF7B-10FD-D941-2981528716AB}"/>
              </a:ext>
            </a:extLst>
          </p:cNvPr>
          <p:cNvSpPr>
            <a:spLocks noGrp="1"/>
          </p:cNvSpPr>
          <p:nvPr>
            <p:ph type="sldNum" sz="quarter" idx="4"/>
          </p:nvPr>
        </p:nvSpPr>
        <p:spPr>
          <a:xfrm>
            <a:off x="10886032" y="6488471"/>
            <a:ext cx="658268" cy="255358"/>
          </a:xfrm>
          <a:prstGeom prst="rect">
            <a:avLst/>
          </a:prstGeom>
        </p:spPr>
        <p:txBody>
          <a:bodyPr lIns="0" rIns="0"/>
          <a:lstStyle>
            <a:lvl1pPr algn="r">
              <a:defRPr sz="800">
                <a:solidFill>
                  <a:schemeClr val="bg1"/>
                </a:solidFill>
                <a:latin typeface="Segoe UI" panose="020B0502040204020203" pitchFamily="34" charset="0"/>
                <a:cs typeface="Segoe UI" panose="020B0502040204020203" pitchFamily="34" charset="0"/>
              </a:defRPr>
            </a:lvl1pPr>
          </a:lstStyle>
          <a:p>
            <a:fld id="{F71C0B42-4AEE-41DE-B077-4156AA01E9D4}" type="slidenum">
              <a:rPr lang="en-US" smtClean="0"/>
              <a:pPr/>
              <a:t>‹#›</a:t>
            </a:fld>
            <a:endParaRPr lang="en-US"/>
          </a:p>
        </p:txBody>
      </p:sp>
    </p:spTree>
    <p:extLst>
      <p:ext uri="{BB962C8B-B14F-4D97-AF65-F5344CB8AC3E}">
        <p14:creationId xmlns:p14="http://schemas.microsoft.com/office/powerpoint/2010/main" val="30503491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9926AA5-CADE-9389-7595-DED612D3BDF3}"/>
              </a:ext>
            </a:extLst>
          </p:cNvPr>
          <p:cNvSpPr>
            <a:spLocks noGrp="1"/>
          </p:cNvSpPr>
          <p:nvPr>
            <p:ph type="title" hasCustomPrompt="1"/>
          </p:nvPr>
        </p:nvSpPr>
        <p:spPr>
          <a:xfrm>
            <a:off x="658586" y="620486"/>
            <a:ext cx="5437414" cy="1306739"/>
          </a:xfrm>
        </p:spPr>
        <p:txBody>
          <a:bodyPr>
            <a:noAutofit/>
          </a:bodyPr>
          <a:lstStyle>
            <a:lvl1pPr algn="l">
              <a:defRPr sz="2800" b="1">
                <a:solidFill>
                  <a:schemeClr val="tx1"/>
                </a:solidFill>
              </a:defRPr>
            </a:lvl1pPr>
          </a:lstStyle>
          <a:p>
            <a:r>
              <a:rPr lang="en-US"/>
              <a:t>Click to add 3 Speaker Title </a:t>
            </a:r>
            <a:br>
              <a:rPr lang="en-US"/>
            </a:br>
            <a:r>
              <a:rPr lang="en-US"/>
              <a:t>(Segoe UI bold, 28pt)</a:t>
            </a:r>
          </a:p>
        </p:txBody>
      </p:sp>
      <p:sp>
        <p:nvSpPr>
          <p:cNvPr id="2" name="Slide Number Placeholder 1">
            <a:extLst>
              <a:ext uri="{FF2B5EF4-FFF2-40B4-BE49-F238E27FC236}">
                <a16:creationId xmlns:a16="http://schemas.microsoft.com/office/drawing/2014/main" id="{B5A7A58D-2BC4-E808-9915-7AF3FB8416C3}"/>
              </a:ext>
            </a:extLst>
          </p:cNvPr>
          <p:cNvSpPr>
            <a:spLocks noGrp="1"/>
          </p:cNvSpPr>
          <p:nvPr>
            <p:ph type="sldNum" sz="quarter" idx="10"/>
          </p:nvPr>
        </p:nvSpPr>
        <p:spPr/>
        <p:txBody>
          <a:bodyPr/>
          <a:lstStyle/>
          <a:p>
            <a:fld id="{F71C0B42-4AEE-41DE-B077-4156AA01E9D4}" type="slidenum">
              <a:rPr lang="en-US" smtClean="0"/>
              <a:pPr/>
              <a:t>‹#›</a:t>
            </a:fld>
            <a:endParaRPr lang="en-US"/>
          </a:p>
        </p:txBody>
      </p:sp>
    </p:spTree>
    <p:extLst>
      <p:ext uri="{BB962C8B-B14F-4D97-AF65-F5344CB8AC3E}">
        <p14:creationId xmlns:p14="http://schemas.microsoft.com/office/powerpoint/2010/main" val="36233761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1 colum">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9926AA5-CADE-9389-7595-DED612D3BDF3}"/>
              </a:ext>
            </a:extLst>
          </p:cNvPr>
          <p:cNvSpPr>
            <a:spLocks noGrp="1"/>
          </p:cNvSpPr>
          <p:nvPr>
            <p:ph type="title" hasCustomPrompt="1"/>
          </p:nvPr>
        </p:nvSpPr>
        <p:spPr>
          <a:xfrm>
            <a:off x="658586" y="620487"/>
            <a:ext cx="10885486" cy="958932"/>
          </a:xfrm>
        </p:spPr>
        <p:txBody>
          <a:bodyPr>
            <a:noAutofit/>
          </a:bodyPr>
          <a:lstStyle>
            <a:lvl1pPr algn="l">
              <a:defRPr sz="2800" b="1">
                <a:solidFill>
                  <a:schemeClr val="tx1"/>
                </a:solidFill>
              </a:defRPr>
            </a:lvl1pPr>
          </a:lstStyle>
          <a:p>
            <a:r>
              <a:rPr lang="en-US"/>
              <a:t>Click to add 3 Speaker Title </a:t>
            </a:r>
            <a:br>
              <a:rPr lang="en-US"/>
            </a:br>
            <a:r>
              <a:rPr lang="en-US"/>
              <a:t>(Segoe UI bold, 28pt)</a:t>
            </a:r>
          </a:p>
        </p:txBody>
      </p:sp>
      <p:sp>
        <p:nvSpPr>
          <p:cNvPr id="2" name="Slide Number Placeholder 1">
            <a:extLst>
              <a:ext uri="{FF2B5EF4-FFF2-40B4-BE49-F238E27FC236}">
                <a16:creationId xmlns:a16="http://schemas.microsoft.com/office/drawing/2014/main" id="{B5A7A58D-2BC4-E808-9915-7AF3FB8416C3}"/>
              </a:ext>
            </a:extLst>
          </p:cNvPr>
          <p:cNvSpPr>
            <a:spLocks noGrp="1"/>
          </p:cNvSpPr>
          <p:nvPr>
            <p:ph type="sldNum" sz="quarter" idx="10"/>
          </p:nvPr>
        </p:nvSpPr>
        <p:spPr/>
        <p:txBody>
          <a:bodyPr/>
          <a:lstStyle/>
          <a:p>
            <a:fld id="{F71C0B42-4AEE-41DE-B077-4156AA01E9D4}" type="slidenum">
              <a:rPr lang="en-US" smtClean="0"/>
              <a:pPr/>
              <a:t>‹#›</a:t>
            </a:fld>
            <a:endParaRPr lang="en-US"/>
          </a:p>
        </p:txBody>
      </p:sp>
      <p:sp>
        <p:nvSpPr>
          <p:cNvPr id="7" name="Content Placeholder 6">
            <a:extLst>
              <a:ext uri="{FF2B5EF4-FFF2-40B4-BE49-F238E27FC236}">
                <a16:creationId xmlns:a16="http://schemas.microsoft.com/office/drawing/2014/main" id="{FA70103E-0644-0A8B-CBC9-A0813A920B4E}"/>
              </a:ext>
            </a:extLst>
          </p:cNvPr>
          <p:cNvSpPr>
            <a:spLocks noGrp="1"/>
          </p:cNvSpPr>
          <p:nvPr>
            <p:ph sz="quarter" idx="11"/>
          </p:nvPr>
        </p:nvSpPr>
        <p:spPr>
          <a:xfrm>
            <a:off x="658813" y="1712422"/>
            <a:ext cx="10885259" cy="45883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28404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11537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ist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18A34-D7EC-B6A8-3D74-638EB82565B4}"/>
              </a:ext>
            </a:extLst>
          </p:cNvPr>
          <p:cNvSpPr>
            <a:spLocks noGrp="1"/>
          </p:cNvSpPr>
          <p:nvPr>
            <p:ph type="title" hasCustomPrompt="1"/>
          </p:nvPr>
        </p:nvSpPr>
        <p:spPr>
          <a:xfrm>
            <a:off x="647699" y="2398816"/>
            <a:ext cx="5448301" cy="1463245"/>
          </a:xfrm>
        </p:spPr>
        <p:txBody>
          <a:bodyPr>
            <a:noAutofit/>
          </a:bodyPr>
          <a:lstStyle>
            <a:lvl1pPr>
              <a:defRPr sz="2800" b="1">
                <a:solidFill>
                  <a:schemeClr val="tx1"/>
                </a:solidFill>
              </a:defRPr>
            </a:lvl1pPr>
          </a:lstStyle>
          <a:p>
            <a:r>
              <a:rPr lang="en-US"/>
              <a:t>Click to edit title (Segoe UI bold 28pt)</a:t>
            </a:r>
          </a:p>
        </p:txBody>
      </p:sp>
      <p:sp>
        <p:nvSpPr>
          <p:cNvPr id="6" name="Text Placeholder 7">
            <a:extLst>
              <a:ext uri="{FF2B5EF4-FFF2-40B4-BE49-F238E27FC236}">
                <a16:creationId xmlns:a16="http://schemas.microsoft.com/office/drawing/2014/main" id="{1D8B793F-8520-CF26-DD39-39B37FA8CC29}"/>
              </a:ext>
            </a:extLst>
          </p:cNvPr>
          <p:cNvSpPr>
            <a:spLocks noGrp="1"/>
          </p:cNvSpPr>
          <p:nvPr>
            <p:ph type="body" sz="quarter" idx="13" hasCustomPrompt="1"/>
          </p:nvPr>
        </p:nvSpPr>
        <p:spPr>
          <a:xfrm>
            <a:off x="647699" y="433201"/>
            <a:ext cx="5107875" cy="362445"/>
          </a:xfrm>
        </p:spPr>
        <p:txBody>
          <a:bodyPr>
            <a:noAutofit/>
          </a:bodyPr>
          <a:lstStyle>
            <a:lvl1pPr marL="0" indent="0">
              <a:buFontTx/>
              <a:buNone/>
              <a:defRPr sz="1100" b="1">
                <a:solidFill>
                  <a:schemeClr val="accent2"/>
                </a:solidFill>
                <a:latin typeface="Segoe UI" panose="020B0502040204020203" pitchFamily="34" charset="0"/>
                <a:cs typeface="Segoe UI" panose="020B0502040204020203" pitchFamily="34" charset="0"/>
              </a:defRPr>
            </a:lvl1pPr>
          </a:lstStyle>
          <a:p>
            <a:pPr lvl="0"/>
            <a:r>
              <a:rPr lang="en-US"/>
              <a:t>Click to add section topic header title (Segoe UI bold, 11pt)</a:t>
            </a:r>
          </a:p>
        </p:txBody>
      </p:sp>
      <p:sp>
        <p:nvSpPr>
          <p:cNvPr id="10" name="Text Placeholder 13">
            <a:extLst>
              <a:ext uri="{FF2B5EF4-FFF2-40B4-BE49-F238E27FC236}">
                <a16:creationId xmlns:a16="http://schemas.microsoft.com/office/drawing/2014/main" id="{2638AFC2-1400-52E6-CD06-2D467A1410EE}"/>
              </a:ext>
            </a:extLst>
          </p:cNvPr>
          <p:cNvSpPr>
            <a:spLocks noGrp="1"/>
          </p:cNvSpPr>
          <p:nvPr>
            <p:ph type="body" sz="quarter" idx="15" hasCustomPrompt="1"/>
          </p:nvPr>
        </p:nvSpPr>
        <p:spPr>
          <a:xfrm>
            <a:off x="6436424" y="2841666"/>
            <a:ext cx="5107876" cy="416439"/>
          </a:xfrm>
        </p:spPr>
        <p:txBody>
          <a:bodyPr>
            <a:noAutofit/>
          </a:bodyPr>
          <a:lstStyle>
            <a:lvl1pPr marL="0" indent="0">
              <a:buFontTx/>
              <a:buNone/>
              <a:defRPr sz="1600" b="1" i="0">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Second thing, click to edit (Segoe UI bold, 16pt)</a:t>
            </a:r>
          </a:p>
        </p:txBody>
      </p:sp>
      <p:sp>
        <p:nvSpPr>
          <p:cNvPr id="11" name="Text Placeholder 8">
            <a:extLst>
              <a:ext uri="{FF2B5EF4-FFF2-40B4-BE49-F238E27FC236}">
                <a16:creationId xmlns:a16="http://schemas.microsoft.com/office/drawing/2014/main" id="{7B859F84-8748-44C4-60FB-770E27BE8936}"/>
              </a:ext>
            </a:extLst>
          </p:cNvPr>
          <p:cNvSpPr>
            <a:spLocks noGrp="1"/>
          </p:cNvSpPr>
          <p:nvPr>
            <p:ph type="body" sz="quarter" idx="16" hasCustomPrompt="1"/>
          </p:nvPr>
        </p:nvSpPr>
        <p:spPr>
          <a:xfrm>
            <a:off x="6436424" y="3258106"/>
            <a:ext cx="5107876" cy="994026"/>
          </a:xfrm>
        </p:spPr>
        <p:txBody>
          <a:bodyPr>
            <a:noAutofit/>
          </a:bodyPr>
          <a:lstStyle>
            <a:lvl1pPr marL="0" indent="0">
              <a:buFontTx/>
              <a:buNone/>
              <a:defRPr/>
            </a:lvl1pPr>
          </a:lstStyle>
          <a:p>
            <a:pPr lvl="0"/>
            <a:r>
              <a:rPr lang="en-US">
                <a:effectLst/>
              </a:rPr>
              <a:t>Add a quick description of each thing, with enough context to understand what’s up.</a:t>
            </a:r>
            <a:endParaRPr lang="en-US"/>
          </a:p>
        </p:txBody>
      </p:sp>
      <p:sp>
        <p:nvSpPr>
          <p:cNvPr id="14" name="Text Placeholder 13">
            <a:extLst>
              <a:ext uri="{FF2B5EF4-FFF2-40B4-BE49-F238E27FC236}">
                <a16:creationId xmlns:a16="http://schemas.microsoft.com/office/drawing/2014/main" id="{4919EEA4-2D91-B45A-91A7-07FDDFBB9755}"/>
              </a:ext>
            </a:extLst>
          </p:cNvPr>
          <p:cNvSpPr>
            <a:spLocks noGrp="1"/>
          </p:cNvSpPr>
          <p:nvPr>
            <p:ph type="body" sz="quarter" idx="19" hasCustomPrompt="1"/>
          </p:nvPr>
        </p:nvSpPr>
        <p:spPr>
          <a:xfrm>
            <a:off x="6436424" y="1333500"/>
            <a:ext cx="5107876" cy="415401"/>
          </a:xfrm>
        </p:spPr>
        <p:txBody>
          <a:bodyPr>
            <a:noAutofit/>
          </a:bodyPr>
          <a:lstStyle>
            <a:lvl1pPr marL="0" indent="0">
              <a:buFontTx/>
              <a:buNone/>
              <a:defRPr sz="1600" b="1" i="0">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First thing, click to edit (Segoe UI bold, 16pt)</a:t>
            </a:r>
          </a:p>
        </p:txBody>
      </p:sp>
      <p:sp>
        <p:nvSpPr>
          <p:cNvPr id="15" name="Text Placeholder 8">
            <a:extLst>
              <a:ext uri="{FF2B5EF4-FFF2-40B4-BE49-F238E27FC236}">
                <a16:creationId xmlns:a16="http://schemas.microsoft.com/office/drawing/2014/main" id="{310A7C33-96D6-6A32-8021-6CEA90CAB654}"/>
              </a:ext>
            </a:extLst>
          </p:cNvPr>
          <p:cNvSpPr>
            <a:spLocks noGrp="1"/>
          </p:cNvSpPr>
          <p:nvPr>
            <p:ph type="body" sz="quarter" idx="20" hasCustomPrompt="1"/>
          </p:nvPr>
        </p:nvSpPr>
        <p:spPr>
          <a:xfrm>
            <a:off x="6436424" y="1748902"/>
            <a:ext cx="5107876" cy="995064"/>
          </a:xfrm>
        </p:spPr>
        <p:txBody>
          <a:bodyPr>
            <a:noAutofit/>
          </a:bodyPr>
          <a:lstStyle>
            <a:lvl1pPr marL="0" indent="0">
              <a:buFontTx/>
              <a:buNone/>
              <a:defRPr/>
            </a:lvl1pPr>
          </a:lstStyle>
          <a:p>
            <a:pPr lvl="0"/>
            <a:r>
              <a:rPr lang="en-US">
                <a:effectLst/>
              </a:rPr>
              <a:t>Add a quick description of each thing, with enough context to understand what’s up.</a:t>
            </a:r>
            <a:endParaRPr lang="en-US"/>
          </a:p>
        </p:txBody>
      </p:sp>
      <p:sp>
        <p:nvSpPr>
          <p:cNvPr id="16" name="Text Placeholder 13">
            <a:extLst>
              <a:ext uri="{FF2B5EF4-FFF2-40B4-BE49-F238E27FC236}">
                <a16:creationId xmlns:a16="http://schemas.microsoft.com/office/drawing/2014/main" id="{A1DB635B-FD94-CAF2-EF33-E59D2DBE30FC}"/>
              </a:ext>
            </a:extLst>
          </p:cNvPr>
          <p:cNvSpPr>
            <a:spLocks noGrp="1"/>
          </p:cNvSpPr>
          <p:nvPr>
            <p:ph type="body" sz="quarter" idx="21" hasCustomPrompt="1"/>
          </p:nvPr>
        </p:nvSpPr>
        <p:spPr>
          <a:xfrm>
            <a:off x="6436424" y="4361707"/>
            <a:ext cx="5107876" cy="423357"/>
          </a:xfrm>
        </p:spPr>
        <p:txBody>
          <a:bodyPr>
            <a:noAutofit/>
          </a:bodyPr>
          <a:lstStyle>
            <a:lvl1pPr marL="0" indent="0">
              <a:buFontTx/>
              <a:buNone/>
              <a:defRPr sz="1600" b="1" i="0">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Third thing, click to edit (Segoe UI bold, 16pt)</a:t>
            </a:r>
          </a:p>
        </p:txBody>
      </p:sp>
      <p:sp>
        <p:nvSpPr>
          <p:cNvPr id="17" name="Text Placeholder 8">
            <a:extLst>
              <a:ext uri="{FF2B5EF4-FFF2-40B4-BE49-F238E27FC236}">
                <a16:creationId xmlns:a16="http://schemas.microsoft.com/office/drawing/2014/main" id="{397D2188-723C-AD84-D0E2-BB977C105298}"/>
              </a:ext>
            </a:extLst>
          </p:cNvPr>
          <p:cNvSpPr>
            <a:spLocks noGrp="1"/>
          </p:cNvSpPr>
          <p:nvPr>
            <p:ph type="body" sz="quarter" idx="22" hasCustomPrompt="1"/>
          </p:nvPr>
        </p:nvSpPr>
        <p:spPr>
          <a:xfrm>
            <a:off x="6436424" y="4785065"/>
            <a:ext cx="5107876" cy="987108"/>
          </a:xfrm>
        </p:spPr>
        <p:txBody>
          <a:bodyPr>
            <a:noAutofit/>
          </a:bodyPr>
          <a:lstStyle>
            <a:lvl1pPr marL="0" indent="0">
              <a:buFontTx/>
              <a:buNone/>
              <a:defRPr/>
            </a:lvl1pPr>
          </a:lstStyle>
          <a:p>
            <a:pPr lvl="0"/>
            <a:r>
              <a:rPr lang="en-US">
                <a:effectLst/>
              </a:rPr>
              <a:t>Add a quick description of each thing, with enough context to understand what’s up.</a:t>
            </a:r>
            <a:endParaRPr lang="en-US"/>
          </a:p>
        </p:txBody>
      </p:sp>
      <p:sp>
        <p:nvSpPr>
          <p:cNvPr id="3" name="Slide Number Placeholder 2">
            <a:extLst>
              <a:ext uri="{FF2B5EF4-FFF2-40B4-BE49-F238E27FC236}">
                <a16:creationId xmlns:a16="http://schemas.microsoft.com/office/drawing/2014/main" id="{53B370F9-5172-1A29-01BA-C7592B0D7E0B}"/>
              </a:ext>
            </a:extLst>
          </p:cNvPr>
          <p:cNvSpPr>
            <a:spLocks noGrp="1"/>
          </p:cNvSpPr>
          <p:nvPr>
            <p:ph type="sldNum" sz="quarter" idx="23"/>
          </p:nvPr>
        </p:nvSpPr>
        <p:spPr/>
        <p:txBody>
          <a:bodyPr/>
          <a:lstStyle/>
          <a:p>
            <a:fld id="{F71C0B42-4AEE-41DE-B077-4156AA01E9D4}" type="slidenum">
              <a:rPr lang="en-US" smtClean="0"/>
              <a:pPr/>
              <a:t>‹#›</a:t>
            </a:fld>
            <a:endParaRPr lang="en-US"/>
          </a:p>
        </p:txBody>
      </p:sp>
    </p:spTree>
    <p:extLst>
      <p:ext uri="{BB962C8B-B14F-4D97-AF65-F5344CB8AC3E}">
        <p14:creationId xmlns:p14="http://schemas.microsoft.com/office/powerpoint/2010/main" val="10178518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ubhead, Copy - 1 column">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7F7299-6E5D-80C1-F5BC-14BC949EA2AA}"/>
              </a:ext>
            </a:extLst>
          </p:cNvPr>
          <p:cNvSpPr>
            <a:spLocks noGrp="1"/>
          </p:cNvSpPr>
          <p:nvPr>
            <p:ph idx="1" hasCustomPrompt="1"/>
          </p:nvPr>
        </p:nvSpPr>
        <p:spPr>
          <a:xfrm>
            <a:off x="6436424" y="1713390"/>
            <a:ext cx="5107875" cy="4496910"/>
          </a:xfrm>
        </p:spPr>
        <p:txBody>
          <a:bodyPr>
            <a:noAutofit/>
          </a:bodyPr>
          <a:lstStyle>
            <a:lvl1pPr marL="0" indent="0">
              <a:buFontTx/>
              <a:buNone/>
              <a:defRPr sz="1400">
                <a:solidFill>
                  <a:schemeClr val="tx1"/>
                </a:solidFill>
              </a:defRPr>
            </a:lvl1pPr>
            <a:lvl2pPr marL="457200" indent="0">
              <a:buFontTx/>
              <a:buNone/>
              <a:defRPr>
                <a:solidFill>
                  <a:schemeClr val="tx1"/>
                </a:solidFill>
              </a:defRPr>
            </a:lvl2pPr>
            <a:lvl3pPr marL="914400" indent="0">
              <a:buFontTx/>
              <a:buNone/>
              <a:defRPr>
                <a:solidFill>
                  <a:schemeClr val="tx1"/>
                </a:solidFill>
              </a:defRPr>
            </a:lvl3pPr>
            <a:lvl4pPr marL="1371600" indent="0">
              <a:buFontTx/>
              <a:buNone/>
              <a:defRPr>
                <a:solidFill>
                  <a:schemeClr val="tx1"/>
                </a:solidFill>
              </a:defRPr>
            </a:lvl4pPr>
            <a:lvl5pPr marL="1828800" indent="0">
              <a:buFontTx/>
              <a:buNone/>
              <a:defRPr>
                <a:solidFill>
                  <a:schemeClr val="tx1"/>
                </a:solidFill>
              </a:defRPr>
            </a:lvl5pPr>
          </a:lstStyle>
          <a:p>
            <a:pPr lvl="0"/>
            <a:r>
              <a:rPr lang="en-US"/>
              <a:t>Click to add text (Segoe UI, 14pt)</a:t>
            </a:r>
          </a:p>
        </p:txBody>
      </p:sp>
      <p:sp>
        <p:nvSpPr>
          <p:cNvPr id="4" name="Text Placeholder 13">
            <a:extLst>
              <a:ext uri="{FF2B5EF4-FFF2-40B4-BE49-F238E27FC236}">
                <a16:creationId xmlns:a16="http://schemas.microsoft.com/office/drawing/2014/main" id="{E9D084E8-3766-1581-8E4D-402D9549274C}"/>
              </a:ext>
            </a:extLst>
          </p:cNvPr>
          <p:cNvSpPr>
            <a:spLocks noGrp="1"/>
          </p:cNvSpPr>
          <p:nvPr>
            <p:ph type="body" sz="quarter" idx="12" hasCustomPrompt="1"/>
          </p:nvPr>
        </p:nvSpPr>
        <p:spPr>
          <a:xfrm>
            <a:off x="6436424" y="1333500"/>
            <a:ext cx="5107875" cy="379890"/>
          </a:xfrm>
        </p:spPr>
        <p:txBody>
          <a:bodyPr>
            <a:noAutofit/>
          </a:bodyPr>
          <a:lstStyle>
            <a:lvl1pPr marL="0" indent="0">
              <a:buFontTx/>
              <a:buNone/>
              <a:defRPr sz="1600" b="1" i="0">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subhead text (Segoe UI bold, 16pt)</a:t>
            </a:r>
          </a:p>
        </p:txBody>
      </p:sp>
      <p:sp>
        <p:nvSpPr>
          <p:cNvPr id="5" name="Text Placeholder 7">
            <a:extLst>
              <a:ext uri="{FF2B5EF4-FFF2-40B4-BE49-F238E27FC236}">
                <a16:creationId xmlns:a16="http://schemas.microsoft.com/office/drawing/2014/main" id="{F83B7F13-4FAC-4118-C7F8-7A25DCD3A5D5}"/>
              </a:ext>
            </a:extLst>
          </p:cNvPr>
          <p:cNvSpPr>
            <a:spLocks noGrp="1"/>
          </p:cNvSpPr>
          <p:nvPr>
            <p:ph type="body" sz="quarter" idx="13" hasCustomPrompt="1"/>
          </p:nvPr>
        </p:nvSpPr>
        <p:spPr>
          <a:xfrm>
            <a:off x="647699" y="433201"/>
            <a:ext cx="5107875" cy="362445"/>
          </a:xfrm>
        </p:spPr>
        <p:txBody>
          <a:bodyPr>
            <a:noAutofit/>
          </a:bodyPr>
          <a:lstStyle>
            <a:lvl1pPr marL="0" indent="0">
              <a:buFontTx/>
              <a:buNone/>
              <a:defRPr sz="1100" b="1">
                <a:solidFill>
                  <a:schemeClr val="accent2"/>
                </a:solidFill>
                <a:latin typeface="Segoe UI" panose="020B0502040204020203" pitchFamily="34" charset="0"/>
                <a:cs typeface="Segoe UI" panose="020B0502040204020203" pitchFamily="34" charset="0"/>
              </a:defRPr>
            </a:lvl1pPr>
          </a:lstStyle>
          <a:p>
            <a:pPr lvl="0"/>
            <a:r>
              <a:rPr lang="en-US"/>
              <a:t>Click to add section topic header title (Segoe UI bold, 11pt)</a:t>
            </a:r>
          </a:p>
        </p:txBody>
      </p:sp>
      <p:sp>
        <p:nvSpPr>
          <p:cNvPr id="6" name="Title 1">
            <a:extLst>
              <a:ext uri="{FF2B5EF4-FFF2-40B4-BE49-F238E27FC236}">
                <a16:creationId xmlns:a16="http://schemas.microsoft.com/office/drawing/2014/main" id="{9C571839-0697-6EDC-5516-BC01B7685B1A}"/>
              </a:ext>
            </a:extLst>
          </p:cNvPr>
          <p:cNvSpPr>
            <a:spLocks noGrp="1"/>
          </p:cNvSpPr>
          <p:nvPr>
            <p:ph type="title" hasCustomPrompt="1"/>
          </p:nvPr>
        </p:nvSpPr>
        <p:spPr>
          <a:xfrm>
            <a:off x="647699" y="2402280"/>
            <a:ext cx="5448301" cy="1463245"/>
          </a:xfrm>
        </p:spPr>
        <p:txBody>
          <a:bodyPr>
            <a:noAutofit/>
          </a:bodyPr>
          <a:lstStyle>
            <a:lvl1pPr>
              <a:defRPr sz="2800" b="1">
                <a:solidFill>
                  <a:schemeClr val="tx1"/>
                </a:solidFill>
              </a:defRPr>
            </a:lvl1pPr>
          </a:lstStyle>
          <a:p>
            <a:r>
              <a:rPr lang="en-US"/>
              <a:t>Click to edit title (Segoe UI bold 28pt)</a:t>
            </a:r>
          </a:p>
        </p:txBody>
      </p:sp>
      <p:sp>
        <p:nvSpPr>
          <p:cNvPr id="2" name="Slide Number Placeholder 1">
            <a:extLst>
              <a:ext uri="{FF2B5EF4-FFF2-40B4-BE49-F238E27FC236}">
                <a16:creationId xmlns:a16="http://schemas.microsoft.com/office/drawing/2014/main" id="{B687CEBB-0971-24EB-8FDB-67C498382502}"/>
              </a:ext>
            </a:extLst>
          </p:cNvPr>
          <p:cNvSpPr>
            <a:spLocks noGrp="1"/>
          </p:cNvSpPr>
          <p:nvPr>
            <p:ph type="sldNum" sz="quarter" idx="14"/>
          </p:nvPr>
        </p:nvSpPr>
        <p:spPr/>
        <p:txBody>
          <a:bodyPr/>
          <a:lstStyle/>
          <a:p>
            <a:fld id="{F71C0B42-4AEE-41DE-B077-4156AA01E9D4}" type="slidenum">
              <a:rPr lang="en-US" smtClean="0"/>
              <a:pPr/>
              <a:t>‹#›</a:t>
            </a:fld>
            <a:endParaRPr lang="en-US"/>
          </a:p>
        </p:txBody>
      </p:sp>
    </p:spTree>
    <p:extLst>
      <p:ext uri="{BB962C8B-B14F-4D97-AF65-F5344CB8AC3E}">
        <p14:creationId xmlns:p14="http://schemas.microsoft.com/office/powerpoint/2010/main" val="7207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Intro, Subhead, Copy - 1 column">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7F7299-6E5D-80C1-F5BC-14BC949EA2AA}"/>
              </a:ext>
            </a:extLst>
          </p:cNvPr>
          <p:cNvSpPr>
            <a:spLocks noGrp="1"/>
          </p:cNvSpPr>
          <p:nvPr>
            <p:ph idx="1" hasCustomPrompt="1"/>
          </p:nvPr>
        </p:nvSpPr>
        <p:spPr>
          <a:xfrm>
            <a:off x="6436424" y="2420037"/>
            <a:ext cx="5107875" cy="3790263"/>
          </a:xfrm>
        </p:spPr>
        <p:txBody>
          <a:bodyPr>
            <a:noAutofit/>
          </a:bodyPr>
          <a:lstStyle>
            <a:lvl1pPr marL="0" indent="0">
              <a:buFontTx/>
              <a:buNone/>
              <a:defRPr sz="1400">
                <a:solidFill>
                  <a:schemeClr val="tx1"/>
                </a:solidFill>
              </a:defRPr>
            </a:lvl1pPr>
            <a:lvl2pPr marL="457200" indent="0">
              <a:buFontTx/>
              <a:buNone/>
              <a:defRPr>
                <a:solidFill>
                  <a:schemeClr val="tx1"/>
                </a:solidFill>
              </a:defRPr>
            </a:lvl2pPr>
            <a:lvl3pPr marL="914400" indent="0">
              <a:buFontTx/>
              <a:buNone/>
              <a:defRPr>
                <a:solidFill>
                  <a:schemeClr val="tx1"/>
                </a:solidFill>
              </a:defRPr>
            </a:lvl3pPr>
            <a:lvl4pPr marL="1371600" indent="0">
              <a:buFontTx/>
              <a:buNone/>
              <a:defRPr>
                <a:solidFill>
                  <a:schemeClr val="tx1"/>
                </a:solidFill>
              </a:defRPr>
            </a:lvl4pPr>
            <a:lvl5pPr marL="1828800" indent="0">
              <a:buFontTx/>
              <a:buNone/>
              <a:defRPr>
                <a:solidFill>
                  <a:schemeClr val="tx1"/>
                </a:solidFill>
              </a:defRPr>
            </a:lvl5pPr>
          </a:lstStyle>
          <a:p>
            <a:pPr lvl="0"/>
            <a:r>
              <a:rPr lang="en-US"/>
              <a:t>Click to add text (Segoe UI, 14pt)</a:t>
            </a:r>
          </a:p>
        </p:txBody>
      </p:sp>
      <p:sp>
        <p:nvSpPr>
          <p:cNvPr id="4" name="Text Placeholder 13">
            <a:extLst>
              <a:ext uri="{FF2B5EF4-FFF2-40B4-BE49-F238E27FC236}">
                <a16:creationId xmlns:a16="http://schemas.microsoft.com/office/drawing/2014/main" id="{E9D084E8-3766-1581-8E4D-402D9549274C}"/>
              </a:ext>
            </a:extLst>
          </p:cNvPr>
          <p:cNvSpPr>
            <a:spLocks noGrp="1"/>
          </p:cNvSpPr>
          <p:nvPr>
            <p:ph type="body" sz="quarter" idx="12" hasCustomPrompt="1"/>
          </p:nvPr>
        </p:nvSpPr>
        <p:spPr>
          <a:xfrm>
            <a:off x="6436424" y="1930689"/>
            <a:ext cx="5107875" cy="471591"/>
          </a:xfrm>
        </p:spPr>
        <p:txBody>
          <a:bodyPr>
            <a:noAutofit/>
          </a:bodyPr>
          <a:lstStyle>
            <a:lvl1pPr marL="0" indent="0">
              <a:buFontTx/>
              <a:buNone/>
              <a:defRPr sz="1600" b="1" i="0">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subhead text (Segoe UI bold, 16pt)</a:t>
            </a:r>
          </a:p>
        </p:txBody>
      </p:sp>
      <p:sp>
        <p:nvSpPr>
          <p:cNvPr id="5" name="Text Placeholder 7">
            <a:extLst>
              <a:ext uri="{FF2B5EF4-FFF2-40B4-BE49-F238E27FC236}">
                <a16:creationId xmlns:a16="http://schemas.microsoft.com/office/drawing/2014/main" id="{F83B7F13-4FAC-4118-C7F8-7A25DCD3A5D5}"/>
              </a:ext>
            </a:extLst>
          </p:cNvPr>
          <p:cNvSpPr>
            <a:spLocks noGrp="1"/>
          </p:cNvSpPr>
          <p:nvPr>
            <p:ph type="body" sz="quarter" idx="13" hasCustomPrompt="1"/>
          </p:nvPr>
        </p:nvSpPr>
        <p:spPr>
          <a:xfrm>
            <a:off x="647699" y="433201"/>
            <a:ext cx="5107875" cy="362445"/>
          </a:xfrm>
        </p:spPr>
        <p:txBody>
          <a:bodyPr>
            <a:noAutofit/>
          </a:bodyPr>
          <a:lstStyle>
            <a:lvl1pPr marL="0" indent="0">
              <a:buFontTx/>
              <a:buNone/>
              <a:defRPr sz="1100" b="1">
                <a:solidFill>
                  <a:schemeClr val="accent2"/>
                </a:solidFill>
                <a:latin typeface="Segoe UI" panose="020B0502040204020203" pitchFamily="34" charset="0"/>
                <a:cs typeface="Segoe UI" panose="020B0502040204020203" pitchFamily="34" charset="0"/>
              </a:defRPr>
            </a:lvl1pPr>
          </a:lstStyle>
          <a:p>
            <a:pPr lvl="0"/>
            <a:r>
              <a:rPr lang="en-US"/>
              <a:t>Click to add section topic header title (Segoe UI bold, 11pt)</a:t>
            </a:r>
          </a:p>
        </p:txBody>
      </p:sp>
      <p:sp>
        <p:nvSpPr>
          <p:cNvPr id="6" name="Title 1">
            <a:extLst>
              <a:ext uri="{FF2B5EF4-FFF2-40B4-BE49-F238E27FC236}">
                <a16:creationId xmlns:a16="http://schemas.microsoft.com/office/drawing/2014/main" id="{9C571839-0697-6EDC-5516-BC01B7685B1A}"/>
              </a:ext>
            </a:extLst>
          </p:cNvPr>
          <p:cNvSpPr>
            <a:spLocks noGrp="1"/>
          </p:cNvSpPr>
          <p:nvPr>
            <p:ph type="title" hasCustomPrompt="1"/>
          </p:nvPr>
        </p:nvSpPr>
        <p:spPr>
          <a:xfrm>
            <a:off x="647699" y="2402280"/>
            <a:ext cx="5107875" cy="1154205"/>
          </a:xfrm>
        </p:spPr>
        <p:txBody>
          <a:bodyPr>
            <a:noAutofit/>
          </a:bodyPr>
          <a:lstStyle>
            <a:lvl1pPr>
              <a:defRPr sz="2800" b="1">
                <a:solidFill>
                  <a:schemeClr val="tx1"/>
                </a:solidFill>
              </a:defRPr>
            </a:lvl1pPr>
          </a:lstStyle>
          <a:p>
            <a:r>
              <a:rPr lang="en-US"/>
              <a:t>Click to edit title (Segoe UI bold 28pt)</a:t>
            </a:r>
          </a:p>
        </p:txBody>
      </p:sp>
      <p:sp>
        <p:nvSpPr>
          <p:cNvPr id="2" name="Text Placeholder 13">
            <a:extLst>
              <a:ext uri="{FF2B5EF4-FFF2-40B4-BE49-F238E27FC236}">
                <a16:creationId xmlns:a16="http://schemas.microsoft.com/office/drawing/2014/main" id="{5CAADAF5-25B9-522D-B5B5-6C05EC43010F}"/>
              </a:ext>
            </a:extLst>
          </p:cNvPr>
          <p:cNvSpPr>
            <a:spLocks noGrp="1"/>
          </p:cNvSpPr>
          <p:nvPr>
            <p:ph type="body" sz="quarter" idx="11" hasCustomPrompt="1"/>
          </p:nvPr>
        </p:nvSpPr>
        <p:spPr>
          <a:xfrm>
            <a:off x="647699" y="3572376"/>
            <a:ext cx="5107875" cy="957602"/>
          </a:xfrm>
        </p:spPr>
        <p:txBody>
          <a:bodyPr>
            <a:noAutofit/>
          </a:bodyPr>
          <a:lstStyle>
            <a:lvl1pPr marL="0" indent="0">
              <a:lnSpc>
                <a:spcPct val="100000"/>
              </a:lnSpc>
              <a:buFontTx/>
              <a:buNone/>
              <a:defRPr sz="1800" b="1" i="0">
                <a:solidFill>
                  <a:schemeClr val="tx1"/>
                </a:solidFill>
                <a:latin typeface="Segoe UI Semibold" panose="020B0502040204020203" pitchFamily="34" charset="0"/>
                <a:cs typeface="Segoe UI Semibold"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intro copy (Segoe UI Semibold, 18 pt). Click to add intro copy here.</a:t>
            </a:r>
          </a:p>
        </p:txBody>
      </p:sp>
      <p:sp>
        <p:nvSpPr>
          <p:cNvPr id="7" name="Slide Number Placeholder 6">
            <a:extLst>
              <a:ext uri="{FF2B5EF4-FFF2-40B4-BE49-F238E27FC236}">
                <a16:creationId xmlns:a16="http://schemas.microsoft.com/office/drawing/2014/main" id="{94009FBB-9C63-D3AC-9371-355BCAA04DCD}"/>
              </a:ext>
            </a:extLst>
          </p:cNvPr>
          <p:cNvSpPr>
            <a:spLocks noGrp="1"/>
          </p:cNvSpPr>
          <p:nvPr>
            <p:ph type="sldNum" sz="quarter" idx="14"/>
          </p:nvPr>
        </p:nvSpPr>
        <p:spPr/>
        <p:txBody>
          <a:bodyPr/>
          <a:lstStyle/>
          <a:p>
            <a:fld id="{F71C0B42-4AEE-41DE-B077-4156AA01E9D4}" type="slidenum">
              <a:rPr lang="en-US" smtClean="0"/>
              <a:pPr/>
              <a:t>‹#›</a:t>
            </a:fld>
            <a:endParaRPr lang="en-US"/>
          </a:p>
        </p:txBody>
      </p:sp>
    </p:spTree>
    <p:extLst>
      <p:ext uri="{BB962C8B-B14F-4D97-AF65-F5344CB8AC3E}">
        <p14:creationId xmlns:p14="http://schemas.microsoft.com/office/powerpoint/2010/main" val="8726906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ubhead, Copy - 2 column">
    <p:bg>
      <p:bgPr>
        <a:solidFill>
          <a:schemeClr val="bg1"/>
        </a:solidFill>
        <a:effectLst/>
      </p:bgPr>
    </p:bg>
    <p:spTree>
      <p:nvGrpSpPr>
        <p:cNvPr id="1" name=""/>
        <p:cNvGrpSpPr/>
        <p:nvPr/>
      </p:nvGrpSpPr>
      <p:grpSpPr>
        <a:xfrm>
          <a:off x="0" y="0"/>
          <a:ext cx="0" cy="0"/>
          <a:chOff x="0" y="0"/>
          <a:chExt cx="0" cy="0"/>
        </a:xfrm>
      </p:grpSpPr>
      <p:sp>
        <p:nvSpPr>
          <p:cNvPr id="7" name="Text Placeholder 7">
            <a:extLst>
              <a:ext uri="{FF2B5EF4-FFF2-40B4-BE49-F238E27FC236}">
                <a16:creationId xmlns:a16="http://schemas.microsoft.com/office/drawing/2014/main" id="{3EAB5ED4-C8CE-352A-C0B7-8C181CAE4972}"/>
              </a:ext>
            </a:extLst>
          </p:cNvPr>
          <p:cNvSpPr>
            <a:spLocks noGrp="1"/>
          </p:cNvSpPr>
          <p:nvPr>
            <p:ph type="body" sz="quarter" idx="13" hasCustomPrompt="1"/>
          </p:nvPr>
        </p:nvSpPr>
        <p:spPr>
          <a:xfrm>
            <a:off x="647699" y="433201"/>
            <a:ext cx="5448301" cy="362445"/>
          </a:xfrm>
        </p:spPr>
        <p:txBody>
          <a:bodyPr>
            <a:noAutofit/>
          </a:bodyPr>
          <a:lstStyle>
            <a:lvl1pPr marL="0" indent="0">
              <a:buFontTx/>
              <a:buNone/>
              <a:defRPr sz="1100" b="1">
                <a:solidFill>
                  <a:schemeClr val="accent2"/>
                </a:solidFill>
                <a:latin typeface="Segoe UI" panose="020B0502040204020203" pitchFamily="34" charset="0"/>
                <a:cs typeface="Segoe UI" panose="020B0502040204020203" pitchFamily="34" charset="0"/>
              </a:defRPr>
            </a:lvl1pPr>
          </a:lstStyle>
          <a:p>
            <a:pPr lvl="0"/>
            <a:r>
              <a:rPr lang="en-US"/>
              <a:t>Click to add section topic header title (Segoe UI bold, 11pt)</a:t>
            </a:r>
          </a:p>
        </p:txBody>
      </p:sp>
      <p:sp>
        <p:nvSpPr>
          <p:cNvPr id="10" name="Title 1">
            <a:extLst>
              <a:ext uri="{FF2B5EF4-FFF2-40B4-BE49-F238E27FC236}">
                <a16:creationId xmlns:a16="http://schemas.microsoft.com/office/drawing/2014/main" id="{F0358E47-627B-3A5B-4A63-65D0D0D9A251}"/>
              </a:ext>
            </a:extLst>
          </p:cNvPr>
          <p:cNvSpPr>
            <a:spLocks noGrp="1"/>
          </p:cNvSpPr>
          <p:nvPr>
            <p:ph type="title" hasCustomPrompt="1"/>
          </p:nvPr>
        </p:nvSpPr>
        <p:spPr>
          <a:xfrm>
            <a:off x="647699" y="981305"/>
            <a:ext cx="5107875" cy="957602"/>
          </a:xfrm>
        </p:spPr>
        <p:txBody>
          <a:bodyPr>
            <a:noAutofit/>
          </a:bodyPr>
          <a:lstStyle>
            <a:lvl1pPr>
              <a:defRPr sz="2800" b="1">
                <a:solidFill>
                  <a:schemeClr val="tx1"/>
                </a:solidFill>
              </a:defRPr>
            </a:lvl1pPr>
          </a:lstStyle>
          <a:p>
            <a:r>
              <a:rPr lang="en-US"/>
              <a:t>Click to edit title (Segoe UI bold 28pt)</a:t>
            </a:r>
          </a:p>
        </p:txBody>
      </p:sp>
      <p:sp>
        <p:nvSpPr>
          <p:cNvPr id="18" name="Content Placeholder 2">
            <a:extLst>
              <a:ext uri="{FF2B5EF4-FFF2-40B4-BE49-F238E27FC236}">
                <a16:creationId xmlns:a16="http://schemas.microsoft.com/office/drawing/2014/main" id="{38EBEECA-F236-DC24-3B37-4C5B5E5B3A4B}"/>
              </a:ext>
            </a:extLst>
          </p:cNvPr>
          <p:cNvSpPr>
            <a:spLocks noGrp="1"/>
          </p:cNvSpPr>
          <p:nvPr>
            <p:ph idx="1" hasCustomPrompt="1"/>
          </p:nvPr>
        </p:nvSpPr>
        <p:spPr>
          <a:xfrm>
            <a:off x="647701" y="3008042"/>
            <a:ext cx="5107874" cy="3066307"/>
          </a:xfrm>
        </p:spPr>
        <p:txBody>
          <a:bodyPr>
            <a:noAutofit/>
          </a:bodyPr>
          <a:lstStyle>
            <a:lvl1pPr marL="0" indent="0">
              <a:buFontTx/>
              <a:buNone/>
              <a:defRPr sz="1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 (Segoe UI, 14pt)</a:t>
            </a:r>
          </a:p>
          <a:p>
            <a:pPr lvl="1"/>
            <a:r>
              <a:rPr lang="en-US"/>
              <a:t>Second level</a:t>
            </a:r>
          </a:p>
          <a:p>
            <a:pPr lvl="2"/>
            <a:r>
              <a:rPr lang="en-US"/>
              <a:t>Third level</a:t>
            </a:r>
          </a:p>
          <a:p>
            <a:pPr lvl="3"/>
            <a:r>
              <a:rPr lang="en-US"/>
              <a:t>Fourth level</a:t>
            </a:r>
          </a:p>
          <a:p>
            <a:pPr lvl="4"/>
            <a:r>
              <a:rPr lang="en-US"/>
              <a:t>Fifth level</a:t>
            </a:r>
          </a:p>
        </p:txBody>
      </p:sp>
      <p:sp>
        <p:nvSpPr>
          <p:cNvPr id="19" name="Text Placeholder 13">
            <a:extLst>
              <a:ext uri="{FF2B5EF4-FFF2-40B4-BE49-F238E27FC236}">
                <a16:creationId xmlns:a16="http://schemas.microsoft.com/office/drawing/2014/main" id="{4DFF7805-6CAF-02E5-0349-F83C747B4397}"/>
              </a:ext>
            </a:extLst>
          </p:cNvPr>
          <p:cNvSpPr>
            <a:spLocks noGrp="1"/>
          </p:cNvSpPr>
          <p:nvPr>
            <p:ph type="body" sz="quarter" idx="12" hasCustomPrompt="1"/>
          </p:nvPr>
        </p:nvSpPr>
        <p:spPr>
          <a:xfrm>
            <a:off x="647701" y="2303814"/>
            <a:ext cx="5107874" cy="704228"/>
          </a:xfrm>
        </p:spPr>
        <p:txBody>
          <a:bodyPr>
            <a:noAutofit/>
          </a:bodyPr>
          <a:lstStyle>
            <a:lvl1pPr marL="0" indent="0">
              <a:buFontTx/>
              <a:buNone/>
              <a:defRPr sz="1600" b="1" i="0">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subhead text (Segoe UI bold, 16pt)</a:t>
            </a:r>
          </a:p>
        </p:txBody>
      </p:sp>
      <p:sp>
        <p:nvSpPr>
          <p:cNvPr id="20" name="Content Placeholder 2">
            <a:extLst>
              <a:ext uri="{FF2B5EF4-FFF2-40B4-BE49-F238E27FC236}">
                <a16:creationId xmlns:a16="http://schemas.microsoft.com/office/drawing/2014/main" id="{7F3CFE9A-45E5-A328-A47E-618F1CCF1177}"/>
              </a:ext>
            </a:extLst>
          </p:cNvPr>
          <p:cNvSpPr>
            <a:spLocks noGrp="1"/>
          </p:cNvSpPr>
          <p:nvPr>
            <p:ph idx="18" hasCustomPrompt="1"/>
          </p:nvPr>
        </p:nvSpPr>
        <p:spPr>
          <a:xfrm>
            <a:off x="6430984" y="3008042"/>
            <a:ext cx="5107874" cy="3066307"/>
          </a:xfrm>
        </p:spPr>
        <p:txBody>
          <a:bodyPr>
            <a:noAutofit/>
          </a:bodyPr>
          <a:lstStyle>
            <a:lvl1pPr marL="0" indent="0">
              <a:buFontTx/>
              <a:buNone/>
              <a:defRPr sz="1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 (Segoe UI, 14pt)</a:t>
            </a:r>
          </a:p>
          <a:p>
            <a:pPr lvl="1"/>
            <a:r>
              <a:rPr lang="en-US"/>
              <a:t>Second level</a:t>
            </a:r>
          </a:p>
          <a:p>
            <a:pPr lvl="2"/>
            <a:r>
              <a:rPr lang="en-US"/>
              <a:t>Third level</a:t>
            </a:r>
          </a:p>
          <a:p>
            <a:pPr lvl="3"/>
            <a:r>
              <a:rPr lang="en-US"/>
              <a:t>Fourth level</a:t>
            </a:r>
          </a:p>
          <a:p>
            <a:pPr lvl="4"/>
            <a:r>
              <a:rPr lang="en-US"/>
              <a:t>Fifth level</a:t>
            </a:r>
          </a:p>
        </p:txBody>
      </p:sp>
      <p:sp>
        <p:nvSpPr>
          <p:cNvPr id="21" name="Text Placeholder 13">
            <a:extLst>
              <a:ext uri="{FF2B5EF4-FFF2-40B4-BE49-F238E27FC236}">
                <a16:creationId xmlns:a16="http://schemas.microsoft.com/office/drawing/2014/main" id="{904474DC-3D2E-7414-A85F-CCD490856E62}"/>
              </a:ext>
            </a:extLst>
          </p:cNvPr>
          <p:cNvSpPr>
            <a:spLocks noGrp="1"/>
          </p:cNvSpPr>
          <p:nvPr>
            <p:ph type="body" sz="quarter" idx="19" hasCustomPrompt="1"/>
          </p:nvPr>
        </p:nvSpPr>
        <p:spPr>
          <a:xfrm>
            <a:off x="6430984" y="2303814"/>
            <a:ext cx="5107874" cy="704228"/>
          </a:xfrm>
        </p:spPr>
        <p:txBody>
          <a:bodyPr>
            <a:noAutofit/>
          </a:bodyPr>
          <a:lstStyle>
            <a:lvl1pPr marL="0" indent="0">
              <a:buFontTx/>
              <a:buNone/>
              <a:defRPr sz="1600" b="1" i="0">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subhead text (Segoe UI bold, 16pt)</a:t>
            </a:r>
          </a:p>
        </p:txBody>
      </p:sp>
      <p:sp>
        <p:nvSpPr>
          <p:cNvPr id="2" name="Slide Number Placeholder 1">
            <a:extLst>
              <a:ext uri="{FF2B5EF4-FFF2-40B4-BE49-F238E27FC236}">
                <a16:creationId xmlns:a16="http://schemas.microsoft.com/office/drawing/2014/main" id="{E750EA27-006E-4F18-855A-C372E50ABEDE}"/>
              </a:ext>
            </a:extLst>
          </p:cNvPr>
          <p:cNvSpPr>
            <a:spLocks noGrp="1"/>
          </p:cNvSpPr>
          <p:nvPr>
            <p:ph type="sldNum" sz="quarter" idx="20"/>
          </p:nvPr>
        </p:nvSpPr>
        <p:spPr/>
        <p:txBody>
          <a:bodyPr/>
          <a:lstStyle/>
          <a:p>
            <a:fld id="{F71C0B42-4AEE-41DE-B077-4156AA01E9D4}" type="slidenum">
              <a:rPr lang="en-US" smtClean="0"/>
              <a:pPr/>
              <a:t>‹#›</a:t>
            </a:fld>
            <a:endParaRPr lang="en-US"/>
          </a:p>
        </p:txBody>
      </p:sp>
    </p:spTree>
    <p:extLst>
      <p:ext uri="{BB962C8B-B14F-4D97-AF65-F5344CB8AC3E}">
        <p14:creationId xmlns:p14="http://schemas.microsoft.com/office/powerpoint/2010/main" val="42114949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Subhead, Copy - 2 column">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7F7299-6E5D-80C1-F5BC-14BC949EA2AA}"/>
              </a:ext>
            </a:extLst>
          </p:cNvPr>
          <p:cNvSpPr>
            <a:spLocks noGrp="1"/>
          </p:cNvSpPr>
          <p:nvPr>
            <p:ph idx="1" hasCustomPrompt="1"/>
          </p:nvPr>
        </p:nvSpPr>
        <p:spPr>
          <a:xfrm>
            <a:off x="647701" y="2792632"/>
            <a:ext cx="5107874" cy="3417668"/>
          </a:xfrm>
        </p:spPr>
        <p:txBody>
          <a:bodyPr>
            <a:noAutofit/>
          </a:bodyPr>
          <a:lstStyle>
            <a:lvl1pPr marL="0" indent="0">
              <a:buFontTx/>
              <a:buNone/>
              <a:defRPr sz="1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 (Segoe UI, 14pt)</a:t>
            </a:r>
          </a:p>
          <a:p>
            <a:pPr lvl="1"/>
            <a:r>
              <a:rPr lang="en-US"/>
              <a:t>Second level</a:t>
            </a:r>
          </a:p>
          <a:p>
            <a:pPr lvl="2"/>
            <a:r>
              <a:rPr lang="en-US"/>
              <a:t>Third level</a:t>
            </a:r>
          </a:p>
          <a:p>
            <a:pPr lvl="3"/>
            <a:r>
              <a:rPr lang="en-US"/>
              <a:t>Fourth level</a:t>
            </a:r>
          </a:p>
          <a:p>
            <a:pPr lvl="4"/>
            <a:r>
              <a:rPr lang="en-US"/>
              <a:t>Fifth level</a:t>
            </a:r>
          </a:p>
        </p:txBody>
      </p:sp>
      <p:sp>
        <p:nvSpPr>
          <p:cNvPr id="4" name="Text Placeholder 13">
            <a:extLst>
              <a:ext uri="{FF2B5EF4-FFF2-40B4-BE49-F238E27FC236}">
                <a16:creationId xmlns:a16="http://schemas.microsoft.com/office/drawing/2014/main" id="{E9D084E8-3766-1581-8E4D-402D9549274C}"/>
              </a:ext>
            </a:extLst>
          </p:cNvPr>
          <p:cNvSpPr>
            <a:spLocks noGrp="1"/>
          </p:cNvSpPr>
          <p:nvPr>
            <p:ph type="body" sz="quarter" idx="12" hasCustomPrompt="1"/>
          </p:nvPr>
        </p:nvSpPr>
        <p:spPr>
          <a:xfrm>
            <a:off x="647701" y="2303814"/>
            <a:ext cx="5107874" cy="466019"/>
          </a:xfrm>
        </p:spPr>
        <p:txBody>
          <a:bodyPr>
            <a:noAutofit/>
          </a:bodyPr>
          <a:lstStyle>
            <a:lvl1pPr marL="0" indent="0">
              <a:buFontTx/>
              <a:buNone/>
              <a:defRPr sz="1600" b="1" i="0">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subhead text (Segoe UI bold, 16pt)</a:t>
            </a:r>
          </a:p>
        </p:txBody>
      </p:sp>
      <p:sp>
        <p:nvSpPr>
          <p:cNvPr id="7" name="Text Placeholder 7">
            <a:extLst>
              <a:ext uri="{FF2B5EF4-FFF2-40B4-BE49-F238E27FC236}">
                <a16:creationId xmlns:a16="http://schemas.microsoft.com/office/drawing/2014/main" id="{3EAB5ED4-C8CE-352A-C0B7-8C181CAE4972}"/>
              </a:ext>
            </a:extLst>
          </p:cNvPr>
          <p:cNvSpPr>
            <a:spLocks noGrp="1"/>
          </p:cNvSpPr>
          <p:nvPr>
            <p:ph type="body" sz="quarter" idx="13" hasCustomPrompt="1"/>
          </p:nvPr>
        </p:nvSpPr>
        <p:spPr>
          <a:xfrm>
            <a:off x="647699" y="433201"/>
            <a:ext cx="5107875" cy="362445"/>
          </a:xfrm>
        </p:spPr>
        <p:txBody>
          <a:bodyPr>
            <a:noAutofit/>
          </a:bodyPr>
          <a:lstStyle>
            <a:lvl1pPr marL="0" indent="0">
              <a:buFontTx/>
              <a:buNone/>
              <a:defRPr sz="1100" b="1">
                <a:solidFill>
                  <a:schemeClr val="accent2"/>
                </a:solidFill>
                <a:latin typeface="Segoe UI" panose="020B0502040204020203" pitchFamily="34" charset="0"/>
                <a:cs typeface="Segoe UI" panose="020B0502040204020203" pitchFamily="34" charset="0"/>
              </a:defRPr>
            </a:lvl1pPr>
          </a:lstStyle>
          <a:p>
            <a:pPr lvl="0"/>
            <a:r>
              <a:rPr lang="en-US"/>
              <a:t>Click to add section topic header title (Segoe UI bold, 11pt)</a:t>
            </a:r>
          </a:p>
        </p:txBody>
      </p:sp>
      <p:sp>
        <p:nvSpPr>
          <p:cNvPr id="10" name="Title 1">
            <a:extLst>
              <a:ext uri="{FF2B5EF4-FFF2-40B4-BE49-F238E27FC236}">
                <a16:creationId xmlns:a16="http://schemas.microsoft.com/office/drawing/2014/main" id="{F0358E47-627B-3A5B-4A63-65D0D0D9A251}"/>
              </a:ext>
            </a:extLst>
          </p:cNvPr>
          <p:cNvSpPr>
            <a:spLocks noGrp="1"/>
          </p:cNvSpPr>
          <p:nvPr>
            <p:ph type="title" hasCustomPrompt="1"/>
          </p:nvPr>
        </p:nvSpPr>
        <p:spPr>
          <a:xfrm>
            <a:off x="647699" y="981305"/>
            <a:ext cx="5107875" cy="957602"/>
          </a:xfrm>
        </p:spPr>
        <p:txBody>
          <a:bodyPr>
            <a:noAutofit/>
          </a:bodyPr>
          <a:lstStyle>
            <a:lvl1pPr>
              <a:defRPr sz="2800" b="1">
                <a:solidFill>
                  <a:schemeClr val="tx1"/>
                </a:solidFill>
              </a:defRPr>
            </a:lvl1pPr>
          </a:lstStyle>
          <a:p>
            <a:r>
              <a:rPr lang="en-US"/>
              <a:t>Click to edit title (Segoe UI bold 28pt)</a:t>
            </a:r>
          </a:p>
        </p:txBody>
      </p:sp>
      <p:sp>
        <p:nvSpPr>
          <p:cNvPr id="11" name="Content Placeholder 2">
            <a:extLst>
              <a:ext uri="{FF2B5EF4-FFF2-40B4-BE49-F238E27FC236}">
                <a16:creationId xmlns:a16="http://schemas.microsoft.com/office/drawing/2014/main" id="{AA031637-F44F-F48E-5B6C-E8148F4ABDB5}"/>
              </a:ext>
            </a:extLst>
          </p:cNvPr>
          <p:cNvSpPr>
            <a:spLocks noGrp="1"/>
          </p:cNvSpPr>
          <p:nvPr>
            <p:ph idx="18" hasCustomPrompt="1"/>
          </p:nvPr>
        </p:nvSpPr>
        <p:spPr>
          <a:xfrm>
            <a:off x="6430984" y="2792632"/>
            <a:ext cx="5107874" cy="3417668"/>
          </a:xfrm>
        </p:spPr>
        <p:txBody>
          <a:bodyPr>
            <a:noAutofit/>
          </a:bodyPr>
          <a:lstStyle>
            <a:lvl1pPr marL="0" indent="0">
              <a:buFontTx/>
              <a:buNone/>
              <a:defRPr sz="1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 (Segoe UI, 14pt)</a:t>
            </a:r>
          </a:p>
          <a:p>
            <a:pPr lvl="1"/>
            <a:r>
              <a:rPr lang="en-US"/>
              <a:t>Second level</a:t>
            </a:r>
          </a:p>
          <a:p>
            <a:pPr lvl="2"/>
            <a:r>
              <a:rPr lang="en-US"/>
              <a:t>Third level</a:t>
            </a:r>
          </a:p>
          <a:p>
            <a:pPr lvl="3"/>
            <a:r>
              <a:rPr lang="en-US"/>
              <a:t>Fourth level</a:t>
            </a:r>
          </a:p>
          <a:p>
            <a:pPr lvl="4"/>
            <a:r>
              <a:rPr lang="en-US"/>
              <a:t>Fifth level</a:t>
            </a:r>
          </a:p>
        </p:txBody>
      </p:sp>
      <p:sp>
        <p:nvSpPr>
          <p:cNvPr id="13" name="Text Placeholder 13">
            <a:extLst>
              <a:ext uri="{FF2B5EF4-FFF2-40B4-BE49-F238E27FC236}">
                <a16:creationId xmlns:a16="http://schemas.microsoft.com/office/drawing/2014/main" id="{152A96DA-B1DC-7DB7-B56C-22CBB6B15A96}"/>
              </a:ext>
            </a:extLst>
          </p:cNvPr>
          <p:cNvSpPr>
            <a:spLocks noGrp="1"/>
          </p:cNvSpPr>
          <p:nvPr>
            <p:ph type="body" sz="quarter" idx="19" hasCustomPrompt="1"/>
          </p:nvPr>
        </p:nvSpPr>
        <p:spPr>
          <a:xfrm>
            <a:off x="6430984" y="2303814"/>
            <a:ext cx="5107874" cy="466019"/>
          </a:xfrm>
        </p:spPr>
        <p:txBody>
          <a:bodyPr>
            <a:noAutofit/>
          </a:bodyPr>
          <a:lstStyle>
            <a:lvl1pPr marL="0" indent="0">
              <a:buFontTx/>
              <a:buNone/>
              <a:defRPr sz="1600" b="1" i="0">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subhead text (Segoe UI bold, 16pt)</a:t>
            </a:r>
          </a:p>
        </p:txBody>
      </p:sp>
      <p:sp>
        <p:nvSpPr>
          <p:cNvPr id="2" name="Text Placeholder 13">
            <a:extLst>
              <a:ext uri="{FF2B5EF4-FFF2-40B4-BE49-F238E27FC236}">
                <a16:creationId xmlns:a16="http://schemas.microsoft.com/office/drawing/2014/main" id="{9D40B921-A3FD-744E-CF62-0A6691EB84B2}"/>
              </a:ext>
            </a:extLst>
          </p:cNvPr>
          <p:cNvSpPr>
            <a:spLocks noGrp="1"/>
          </p:cNvSpPr>
          <p:nvPr>
            <p:ph type="body" sz="quarter" idx="11" hasCustomPrompt="1"/>
          </p:nvPr>
        </p:nvSpPr>
        <p:spPr>
          <a:xfrm>
            <a:off x="6430982" y="981305"/>
            <a:ext cx="5107875" cy="957602"/>
          </a:xfrm>
        </p:spPr>
        <p:txBody>
          <a:bodyPr>
            <a:noAutofit/>
          </a:bodyPr>
          <a:lstStyle>
            <a:lvl1pPr marL="0" indent="0">
              <a:lnSpc>
                <a:spcPct val="100000"/>
              </a:lnSpc>
              <a:buFontTx/>
              <a:buNone/>
              <a:defRPr sz="1800" b="1" i="0">
                <a:solidFill>
                  <a:schemeClr val="tx1"/>
                </a:solidFill>
                <a:latin typeface="Segoe UI Semibold" panose="020B0502040204020203" pitchFamily="34" charset="0"/>
                <a:cs typeface="Segoe UI Semibold"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intro copy (Segoe UI Semibold, 18 pt). Short and sweet. </a:t>
            </a:r>
          </a:p>
        </p:txBody>
      </p:sp>
      <p:sp>
        <p:nvSpPr>
          <p:cNvPr id="5" name="Slide Number Placeholder 7">
            <a:extLst>
              <a:ext uri="{FF2B5EF4-FFF2-40B4-BE49-F238E27FC236}">
                <a16:creationId xmlns:a16="http://schemas.microsoft.com/office/drawing/2014/main" id="{33A013BA-9CA6-AD6D-DE65-C351DAB507F2}"/>
              </a:ext>
            </a:extLst>
          </p:cNvPr>
          <p:cNvSpPr>
            <a:spLocks noGrp="1"/>
          </p:cNvSpPr>
          <p:nvPr>
            <p:ph type="sldNum" sz="quarter" idx="4"/>
          </p:nvPr>
        </p:nvSpPr>
        <p:spPr>
          <a:xfrm>
            <a:off x="10886032" y="6488471"/>
            <a:ext cx="658268" cy="255358"/>
          </a:xfrm>
          <a:prstGeom prst="rect">
            <a:avLst/>
          </a:prstGeom>
        </p:spPr>
        <p:txBody>
          <a:bodyPr lIns="0" rIns="0"/>
          <a:lstStyle>
            <a:lvl1pPr algn="r">
              <a:defRPr sz="800">
                <a:latin typeface="Segoe UI" panose="020B0502040204020203" pitchFamily="34" charset="0"/>
                <a:cs typeface="Segoe UI" panose="020B0502040204020203" pitchFamily="34" charset="0"/>
              </a:defRPr>
            </a:lvl1pPr>
          </a:lstStyle>
          <a:p>
            <a:fld id="{F71C0B42-4AEE-41DE-B077-4156AA01E9D4}" type="slidenum">
              <a:rPr lang="en-US" smtClean="0"/>
              <a:pPr/>
              <a:t>‹#›</a:t>
            </a:fld>
            <a:endParaRPr lang="en-US"/>
          </a:p>
        </p:txBody>
      </p:sp>
    </p:spTree>
    <p:extLst>
      <p:ext uri="{BB962C8B-B14F-4D97-AF65-F5344CB8AC3E}">
        <p14:creationId xmlns:p14="http://schemas.microsoft.com/office/powerpoint/2010/main" val="26886924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ubhead, Copy - 3 column">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7F7299-6E5D-80C1-F5BC-14BC949EA2AA}"/>
              </a:ext>
            </a:extLst>
          </p:cNvPr>
          <p:cNvSpPr>
            <a:spLocks noGrp="1"/>
          </p:cNvSpPr>
          <p:nvPr>
            <p:ph idx="1" hasCustomPrompt="1"/>
          </p:nvPr>
        </p:nvSpPr>
        <p:spPr>
          <a:xfrm>
            <a:off x="647699" y="3016112"/>
            <a:ext cx="3352801" cy="3263800"/>
          </a:xfrm>
        </p:spPr>
        <p:txBody>
          <a:bodyPr>
            <a:noAutofit/>
          </a:bodyPr>
          <a:lstStyle>
            <a:lvl1pPr marL="0" indent="0">
              <a:buFontTx/>
              <a:buNone/>
              <a:defRPr sz="1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 (Segoe UI, 14pt)</a:t>
            </a:r>
          </a:p>
          <a:p>
            <a:pPr lvl="1"/>
            <a:r>
              <a:rPr lang="en-US"/>
              <a:t>Second level</a:t>
            </a:r>
          </a:p>
          <a:p>
            <a:pPr lvl="2"/>
            <a:r>
              <a:rPr lang="en-US"/>
              <a:t>Third level</a:t>
            </a:r>
          </a:p>
          <a:p>
            <a:pPr lvl="3"/>
            <a:r>
              <a:rPr lang="en-US"/>
              <a:t>Fourth level</a:t>
            </a:r>
          </a:p>
          <a:p>
            <a:pPr lvl="4"/>
            <a:r>
              <a:rPr lang="en-US"/>
              <a:t>Fifth level</a:t>
            </a:r>
          </a:p>
        </p:txBody>
      </p:sp>
      <p:sp>
        <p:nvSpPr>
          <p:cNvPr id="4" name="Text Placeholder 13">
            <a:extLst>
              <a:ext uri="{FF2B5EF4-FFF2-40B4-BE49-F238E27FC236}">
                <a16:creationId xmlns:a16="http://schemas.microsoft.com/office/drawing/2014/main" id="{E9D084E8-3766-1581-8E4D-402D9549274C}"/>
              </a:ext>
            </a:extLst>
          </p:cNvPr>
          <p:cNvSpPr>
            <a:spLocks noGrp="1"/>
          </p:cNvSpPr>
          <p:nvPr>
            <p:ph type="body" sz="quarter" idx="12" hasCustomPrompt="1"/>
          </p:nvPr>
        </p:nvSpPr>
        <p:spPr>
          <a:xfrm>
            <a:off x="647699" y="2304774"/>
            <a:ext cx="3352802" cy="673657"/>
          </a:xfrm>
        </p:spPr>
        <p:txBody>
          <a:bodyPr>
            <a:noAutofit/>
          </a:bodyPr>
          <a:lstStyle>
            <a:lvl1pPr marL="0" indent="0">
              <a:buFontTx/>
              <a:buNone/>
              <a:defRPr sz="1600" b="1" i="0">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subhead text (Segoe UI bold, 16pt)</a:t>
            </a:r>
          </a:p>
        </p:txBody>
      </p:sp>
      <p:sp>
        <p:nvSpPr>
          <p:cNvPr id="5" name="Content Placeholder 2">
            <a:extLst>
              <a:ext uri="{FF2B5EF4-FFF2-40B4-BE49-F238E27FC236}">
                <a16:creationId xmlns:a16="http://schemas.microsoft.com/office/drawing/2014/main" id="{7A8F94EB-0DB4-3B36-3EA5-BC3DF1DE8F73}"/>
              </a:ext>
            </a:extLst>
          </p:cNvPr>
          <p:cNvSpPr>
            <a:spLocks noGrp="1"/>
          </p:cNvSpPr>
          <p:nvPr>
            <p:ph idx="14" hasCustomPrompt="1"/>
          </p:nvPr>
        </p:nvSpPr>
        <p:spPr>
          <a:xfrm>
            <a:off x="4419600" y="3005397"/>
            <a:ext cx="3352800" cy="3263800"/>
          </a:xfrm>
        </p:spPr>
        <p:txBody>
          <a:bodyPr>
            <a:noAutofit/>
          </a:bodyPr>
          <a:lstStyle>
            <a:lvl1pPr marL="0" indent="0">
              <a:buFontTx/>
              <a:buNone/>
              <a:defRPr sz="1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 (Segoe UI, 14pt)</a:t>
            </a:r>
          </a:p>
          <a:p>
            <a:pPr lvl="1"/>
            <a:r>
              <a:rPr lang="en-US"/>
              <a:t>Second level</a:t>
            </a:r>
          </a:p>
          <a:p>
            <a:pPr lvl="2"/>
            <a:r>
              <a:rPr lang="en-US"/>
              <a:t>Third level</a:t>
            </a:r>
          </a:p>
          <a:p>
            <a:pPr lvl="3"/>
            <a:r>
              <a:rPr lang="en-US"/>
              <a:t>Fourth level</a:t>
            </a:r>
          </a:p>
          <a:p>
            <a:pPr lvl="4"/>
            <a:r>
              <a:rPr lang="en-US"/>
              <a:t>Fifth level</a:t>
            </a:r>
          </a:p>
        </p:txBody>
      </p:sp>
      <p:sp>
        <p:nvSpPr>
          <p:cNvPr id="6" name="Text Placeholder 13">
            <a:extLst>
              <a:ext uri="{FF2B5EF4-FFF2-40B4-BE49-F238E27FC236}">
                <a16:creationId xmlns:a16="http://schemas.microsoft.com/office/drawing/2014/main" id="{F24A21F1-7B11-67E5-E1FA-8875FD5179CE}"/>
              </a:ext>
            </a:extLst>
          </p:cNvPr>
          <p:cNvSpPr>
            <a:spLocks noGrp="1"/>
          </p:cNvSpPr>
          <p:nvPr>
            <p:ph type="body" sz="quarter" idx="15" hasCustomPrompt="1"/>
          </p:nvPr>
        </p:nvSpPr>
        <p:spPr>
          <a:xfrm>
            <a:off x="4419600" y="2304773"/>
            <a:ext cx="3352800" cy="673657"/>
          </a:xfrm>
        </p:spPr>
        <p:txBody>
          <a:bodyPr>
            <a:noAutofit/>
          </a:bodyPr>
          <a:lstStyle>
            <a:lvl1pPr marL="0" indent="0">
              <a:buFontTx/>
              <a:buNone/>
              <a:defRPr sz="1600" b="1" i="0">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subhead text (Segoe UI bold, 16pt)</a:t>
            </a:r>
          </a:p>
        </p:txBody>
      </p:sp>
      <p:sp>
        <p:nvSpPr>
          <p:cNvPr id="7" name="Content Placeholder 2">
            <a:extLst>
              <a:ext uri="{FF2B5EF4-FFF2-40B4-BE49-F238E27FC236}">
                <a16:creationId xmlns:a16="http://schemas.microsoft.com/office/drawing/2014/main" id="{E7B06780-D2D7-B9A7-543C-CEC1A7752E59}"/>
              </a:ext>
            </a:extLst>
          </p:cNvPr>
          <p:cNvSpPr>
            <a:spLocks noGrp="1"/>
          </p:cNvSpPr>
          <p:nvPr>
            <p:ph idx="16" hasCustomPrompt="1"/>
          </p:nvPr>
        </p:nvSpPr>
        <p:spPr>
          <a:xfrm>
            <a:off x="8191501" y="3005064"/>
            <a:ext cx="3352800" cy="3273853"/>
          </a:xfrm>
        </p:spPr>
        <p:txBody>
          <a:bodyPr>
            <a:noAutofit/>
          </a:bodyPr>
          <a:lstStyle>
            <a:lvl1pPr marL="0" indent="0">
              <a:buFontTx/>
              <a:buNone/>
              <a:defRPr sz="1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 (Segoe UI, 14pt)</a:t>
            </a:r>
          </a:p>
          <a:p>
            <a:pPr lvl="1"/>
            <a:r>
              <a:rPr lang="en-US"/>
              <a:t>Second level</a:t>
            </a:r>
          </a:p>
          <a:p>
            <a:pPr lvl="2"/>
            <a:r>
              <a:rPr lang="en-US"/>
              <a:t>Third level</a:t>
            </a:r>
          </a:p>
          <a:p>
            <a:pPr lvl="3"/>
            <a:r>
              <a:rPr lang="en-US"/>
              <a:t>Fourth level</a:t>
            </a:r>
          </a:p>
          <a:p>
            <a:pPr lvl="4"/>
            <a:r>
              <a:rPr lang="en-US"/>
              <a:t>Fifth level</a:t>
            </a:r>
          </a:p>
        </p:txBody>
      </p:sp>
      <p:sp>
        <p:nvSpPr>
          <p:cNvPr id="9" name="Text Placeholder 13">
            <a:extLst>
              <a:ext uri="{FF2B5EF4-FFF2-40B4-BE49-F238E27FC236}">
                <a16:creationId xmlns:a16="http://schemas.microsoft.com/office/drawing/2014/main" id="{6CF26971-8282-8C5A-A399-62564B555B22}"/>
              </a:ext>
            </a:extLst>
          </p:cNvPr>
          <p:cNvSpPr>
            <a:spLocks noGrp="1"/>
          </p:cNvSpPr>
          <p:nvPr>
            <p:ph type="body" sz="quarter" idx="17" hasCustomPrompt="1"/>
          </p:nvPr>
        </p:nvSpPr>
        <p:spPr>
          <a:xfrm>
            <a:off x="8191501" y="2304774"/>
            <a:ext cx="3352800" cy="673656"/>
          </a:xfrm>
        </p:spPr>
        <p:txBody>
          <a:bodyPr>
            <a:noAutofit/>
          </a:bodyPr>
          <a:lstStyle>
            <a:lvl1pPr marL="0" indent="0">
              <a:buFontTx/>
              <a:buNone/>
              <a:defRPr sz="1600" b="1" i="0">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subhead text (Segoe UI bold, 16pt)</a:t>
            </a:r>
          </a:p>
        </p:txBody>
      </p:sp>
      <p:sp>
        <p:nvSpPr>
          <p:cNvPr id="10" name="Text Placeholder 7">
            <a:extLst>
              <a:ext uri="{FF2B5EF4-FFF2-40B4-BE49-F238E27FC236}">
                <a16:creationId xmlns:a16="http://schemas.microsoft.com/office/drawing/2014/main" id="{19A84B54-4BEC-AAC1-3927-12E734C67774}"/>
              </a:ext>
            </a:extLst>
          </p:cNvPr>
          <p:cNvSpPr>
            <a:spLocks noGrp="1"/>
          </p:cNvSpPr>
          <p:nvPr>
            <p:ph type="body" sz="quarter" idx="13" hasCustomPrompt="1"/>
          </p:nvPr>
        </p:nvSpPr>
        <p:spPr>
          <a:xfrm>
            <a:off x="647699" y="433201"/>
            <a:ext cx="5107875" cy="362445"/>
          </a:xfrm>
        </p:spPr>
        <p:txBody>
          <a:bodyPr>
            <a:noAutofit/>
          </a:bodyPr>
          <a:lstStyle>
            <a:lvl1pPr marL="0" indent="0">
              <a:buFontTx/>
              <a:buNone/>
              <a:defRPr sz="1100" b="1">
                <a:solidFill>
                  <a:schemeClr val="accent2"/>
                </a:solidFill>
                <a:latin typeface="Segoe UI" panose="020B0502040204020203" pitchFamily="34" charset="0"/>
                <a:cs typeface="Segoe UI" panose="020B0502040204020203" pitchFamily="34" charset="0"/>
              </a:defRPr>
            </a:lvl1pPr>
          </a:lstStyle>
          <a:p>
            <a:pPr lvl="0"/>
            <a:r>
              <a:rPr lang="en-US"/>
              <a:t>Click to add section topic header title (Segoe UI bold, 11pt)</a:t>
            </a:r>
          </a:p>
        </p:txBody>
      </p:sp>
      <p:sp>
        <p:nvSpPr>
          <p:cNvPr id="11" name="Title 1">
            <a:extLst>
              <a:ext uri="{FF2B5EF4-FFF2-40B4-BE49-F238E27FC236}">
                <a16:creationId xmlns:a16="http://schemas.microsoft.com/office/drawing/2014/main" id="{713B37B0-98E1-FD0F-0D5B-AF7B9E10C821}"/>
              </a:ext>
            </a:extLst>
          </p:cNvPr>
          <p:cNvSpPr>
            <a:spLocks noGrp="1"/>
          </p:cNvSpPr>
          <p:nvPr>
            <p:ph type="title" hasCustomPrompt="1"/>
          </p:nvPr>
        </p:nvSpPr>
        <p:spPr>
          <a:xfrm>
            <a:off x="647699" y="981305"/>
            <a:ext cx="5107875" cy="957602"/>
          </a:xfrm>
        </p:spPr>
        <p:txBody>
          <a:bodyPr>
            <a:noAutofit/>
          </a:bodyPr>
          <a:lstStyle>
            <a:lvl1pPr>
              <a:defRPr sz="2800" b="1">
                <a:solidFill>
                  <a:schemeClr val="tx1"/>
                </a:solidFill>
              </a:defRPr>
            </a:lvl1pPr>
          </a:lstStyle>
          <a:p>
            <a:r>
              <a:rPr lang="en-US"/>
              <a:t>Click to edit title (Segoe UI bold 28pt)</a:t>
            </a:r>
          </a:p>
        </p:txBody>
      </p:sp>
      <p:sp>
        <p:nvSpPr>
          <p:cNvPr id="2" name="Slide Number Placeholder 1">
            <a:extLst>
              <a:ext uri="{FF2B5EF4-FFF2-40B4-BE49-F238E27FC236}">
                <a16:creationId xmlns:a16="http://schemas.microsoft.com/office/drawing/2014/main" id="{18AA856B-F5BB-5754-9E8F-B7687463A5FC}"/>
              </a:ext>
            </a:extLst>
          </p:cNvPr>
          <p:cNvSpPr>
            <a:spLocks noGrp="1"/>
          </p:cNvSpPr>
          <p:nvPr>
            <p:ph type="sldNum" sz="quarter" idx="18"/>
          </p:nvPr>
        </p:nvSpPr>
        <p:spPr/>
        <p:txBody>
          <a:bodyPr/>
          <a:lstStyle/>
          <a:p>
            <a:fld id="{F71C0B42-4AEE-41DE-B077-4156AA01E9D4}" type="slidenum">
              <a:rPr lang="en-US" smtClean="0"/>
              <a:pPr/>
              <a:t>‹#›</a:t>
            </a:fld>
            <a:endParaRPr lang="en-US"/>
          </a:p>
        </p:txBody>
      </p:sp>
    </p:spTree>
    <p:extLst>
      <p:ext uri="{BB962C8B-B14F-4D97-AF65-F5344CB8AC3E}">
        <p14:creationId xmlns:p14="http://schemas.microsoft.com/office/powerpoint/2010/main" val="20240988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Intro, Subhead, Copy - 3 column">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7F7299-6E5D-80C1-F5BC-14BC949EA2AA}"/>
              </a:ext>
            </a:extLst>
          </p:cNvPr>
          <p:cNvSpPr>
            <a:spLocks noGrp="1"/>
          </p:cNvSpPr>
          <p:nvPr>
            <p:ph idx="1" hasCustomPrompt="1"/>
          </p:nvPr>
        </p:nvSpPr>
        <p:spPr>
          <a:xfrm>
            <a:off x="647699" y="3015780"/>
            <a:ext cx="3352801" cy="3113108"/>
          </a:xfrm>
        </p:spPr>
        <p:txBody>
          <a:bodyPr>
            <a:noAutofit/>
          </a:bodyPr>
          <a:lstStyle>
            <a:lvl1pPr marL="0" indent="0">
              <a:buFontTx/>
              <a:buNone/>
              <a:defRPr sz="1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 (Segoe UI, 14pt)</a:t>
            </a:r>
          </a:p>
          <a:p>
            <a:pPr lvl="1"/>
            <a:r>
              <a:rPr lang="en-US"/>
              <a:t>Second level</a:t>
            </a:r>
          </a:p>
          <a:p>
            <a:pPr lvl="2"/>
            <a:r>
              <a:rPr lang="en-US"/>
              <a:t>Third level</a:t>
            </a:r>
          </a:p>
          <a:p>
            <a:pPr lvl="3"/>
            <a:r>
              <a:rPr lang="en-US"/>
              <a:t>Fourth level</a:t>
            </a:r>
          </a:p>
          <a:p>
            <a:pPr lvl="4"/>
            <a:r>
              <a:rPr lang="en-US"/>
              <a:t>Fifth level</a:t>
            </a:r>
          </a:p>
        </p:txBody>
      </p:sp>
      <p:sp>
        <p:nvSpPr>
          <p:cNvPr id="4" name="Text Placeholder 13">
            <a:extLst>
              <a:ext uri="{FF2B5EF4-FFF2-40B4-BE49-F238E27FC236}">
                <a16:creationId xmlns:a16="http://schemas.microsoft.com/office/drawing/2014/main" id="{E9D084E8-3766-1581-8E4D-402D9549274C}"/>
              </a:ext>
            </a:extLst>
          </p:cNvPr>
          <p:cNvSpPr>
            <a:spLocks noGrp="1"/>
          </p:cNvSpPr>
          <p:nvPr>
            <p:ph type="body" sz="quarter" idx="12" hasCustomPrompt="1"/>
          </p:nvPr>
        </p:nvSpPr>
        <p:spPr>
          <a:xfrm>
            <a:off x="647699" y="2304774"/>
            <a:ext cx="3352802" cy="673657"/>
          </a:xfrm>
        </p:spPr>
        <p:txBody>
          <a:bodyPr>
            <a:noAutofit/>
          </a:bodyPr>
          <a:lstStyle>
            <a:lvl1pPr marL="0" indent="0">
              <a:buFontTx/>
              <a:buNone/>
              <a:defRPr sz="1600" b="1" i="0">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subhead text (Segoe UI bold, 16pt)</a:t>
            </a:r>
          </a:p>
        </p:txBody>
      </p:sp>
      <p:sp>
        <p:nvSpPr>
          <p:cNvPr id="5" name="Content Placeholder 2">
            <a:extLst>
              <a:ext uri="{FF2B5EF4-FFF2-40B4-BE49-F238E27FC236}">
                <a16:creationId xmlns:a16="http://schemas.microsoft.com/office/drawing/2014/main" id="{7A8F94EB-0DB4-3B36-3EA5-BC3DF1DE8F73}"/>
              </a:ext>
            </a:extLst>
          </p:cNvPr>
          <p:cNvSpPr>
            <a:spLocks noGrp="1"/>
          </p:cNvSpPr>
          <p:nvPr>
            <p:ph idx="14" hasCustomPrompt="1"/>
          </p:nvPr>
        </p:nvSpPr>
        <p:spPr>
          <a:xfrm>
            <a:off x="4419600" y="3005064"/>
            <a:ext cx="3352800" cy="3113109"/>
          </a:xfrm>
        </p:spPr>
        <p:txBody>
          <a:bodyPr>
            <a:noAutofit/>
          </a:bodyPr>
          <a:lstStyle>
            <a:lvl1pPr marL="0" indent="0">
              <a:buFontTx/>
              <a:buNone/>
              <a:defRPr sz="1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 (Segoe UI, 14pt)</a:t>
            </a:r>
          </a:p>
          <a:p>
            <a:pPr lvl="1"/>
            <a:r>
              <a:rPr lang="en-US"/>
              <a:t>Second level</a:t>
            </a:r>
          </a:p>
          <a:p>
            <a:pPr lvl="2"/>
            <a:r>
              <a:rPr lang="en-US"/>
              <a:t>Third level</a:t>
            </a:r>
          </a:p>
          <a:p>
            <a:pPr lvl="3"/>
            <a:r>
              <a:rPr lang="en-US"/>
              <a:t>Fourth level</a:t>
            </a:r>
          </a:p>
          <a:p>
            <a:pPr lvl="4"/>
            <a:r>
              <a:rPr lang="en-US"/>
              <a:t>Fifth level</a:t>
            </a:r>
          </a:p>
        </p:txBody>
      </p:sp>
      <p:sp>
        <p:nvSpPr>
          <p:cNvPr id="6" name="Text Placeholder 13">
            <a:extLst>
              <a:ext uri="{FF2B5EF4-FFF2-40B4-BE49-F238E27FC236}">
                <a16:creationId xmlns:a16="http://schemas.microsoft.com/office/drawing/2014/main" id="{F24A21F1-7B11-67E5-E1FA-8875FD5179CE}"/>
              </a:ext>
            </a:extLst>
          </p:cNvPr>
          <p:cNvSpPr>
            <a:spLocks noGrp="1"/>
          </p:cNvSpPr>
          <p:nvPr>
            <p:ph type="body" sz="quarter" idx="15" hasCustomPrompt="1"/>
          </p:nvPr>
        </p:nvSpPr>
        <p:spPr>
          <a:xfrm>
            <a:off x="4419600" y="2304773"/>
            <a:ext cx="3352800" cy="673657"/>
          </a:xfrm>
        </p:spPr>
        <p:txBody>
          <a:bodyPr>
            <a:noAutofit/>
          </a:bodyPr>
          <a:lstStyle>
            <a:lvl1pPr marL="0" indent="0">
              <a:buFontTx/>
              <a:buNone/>
              <a:defRPr sz="1600" b="1" i="0">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subhead text (Segoe UI bold, 16pt)</a:t>
            </a:r>
          </a:p>
        </p:txBody>
      </p:sp>
      <p:sp>
        <p:nvSpPr>
          <p:cNvPr id="7" name="Content Placeholder 2">
            <a:extLst>
              <a:ext uri="{FF2B5EF4-FFF2-40B4-BE49-F238E27FC236}">
                <a16:creationId xmlns:a16="http://schemas.microsoft.com/office/drawing/2014/main" id="{E7B06780-D2D7-B9A7-543C-CEC1A7752E59}"/>
              </a:ext>
            </a:extLst>
          </p:cNvPr>
          <p:cNvSpPr>
            <a:spLocks noGrp="1"/>
          </p:cNvSpPr>
          <p:nvPr>
            <p:ph idx="16" hasCustomPrompt="1"/>
          </p:nvPr>
        </p:nvSpPr>
        <p:spPr>
          <a:xfrm>
            <a:off x="8191501" y="3005064"/>
            <a:ext cx="3352800" cy="3123824"/>
          </a:xfrm>
        </p:spPr>
        <p:txBody>
          <a:bodyPr>
            <a:noAutofit/>
          </a:bodyPr>
          <a:lstStyle>
            <a:lvl1pPr marL="0" indent="0">
              <a:buFontTx/>
              <a:buNone/>
              <a:defRPr sz="1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 (Segoe UI, 14pt)</a:t>
            </a:r>
          </a:p>
          <a:p>
            <a:pPr lvl="1"/>
            <a:r>
              <a:rPr lang="en-US"/>
              <a:t>Second level</a:t>
            </a:r>
          </a:p>
          <a:p>
            <a:pPr lvl="2"/>
            <a:r>
              <a:rPr lang="en-US"/>
              <a:t>Third level</a:t>
            </a:r>
          </a:p>
          <a:p>
            <a:pPr lvl="3"/>
            <a:r>
              <a:rPr lang="en-US"/>
              <a:t>Fourth level</a:t>
            </a:r>
          </a:p>
          <a:p>
            <a:pPr lvl="4"/>
            <a:r>
              <a:rPr lang="en-US"/>
              <a:t>Fifth level</a:t>
            </a:r>
          </a:p>
        </p:txBody>
      </p:sp>
      <p:sp>
        <p:nvSpPr>
          <p:cNvPr id="9" name="Text Placeholder 13">
            <a:extLst>
              <a:ext uri="{FF2B5EF4-FFF2-40B4-BE49-F238E27FC236}">
                <a16:creationId xmlns:a16="http://schemas.microsoft.com/office/drawing/2014/main" id="{6CF26971-8282-8C5A-A399-62564B555B22}"/>
              </a:ext>
            </a:extLst>
          </p:cNvPr>
          <p:cNvSpPr>
            <a:spLocks noGrp="1"/>
          </p:cNvSpPr>
          <p:nvPr>
            <p:ph type="body" sz="quarter" idx="17" hasCustomPrompt="1"/>
          </p:nvPr>
        </p:nvSpPr>
        <p:spPr>
          <a:xfrm>
            <a:off x="8191501" y="2304774"/>
            <a:ext cx="3352800" cy="673656"/>
          </a:xfrm>
        </p:spPr>
        <p:txBody>
          <a:bodyPr>
            <a:noAutofit/>
          </a:bodyPr>
          <a:lstStyle>
            <a:lvl1pPr marL="0" indent="0">
              <a:buFontTx/>
              <a:buNone/>
              <a:defRPr sz="1600" b="1" i="0">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subhead text (Segoe UI bold, 16pt)</a:t>
            </a:r>
          </a:p>
        </p:txBody>
      </p:sp>
      <p:sp>
        <p:nvSpPr>
          <p:cNvPr id="10" name="Text Placeholder 7">
            <a:extLst>
              <a:ext uri="{FF2B5EF4-FFF2-40B4-BE49-F238E27FC236}">
                <a16:creationId xmlns:a16="http://schemas.microsoft.com/office/drawing/2014/main" id="{19A84B54-4BEC-AAC1-3927-12E734C67774}"/>
              </a:ext>
            </a:extLst>
          </p:cNvPr>
          <p:cNvSpPr>
            <a:spLocks noGrp="1"/>
          </p:cNvSpPr>
          <p:nvPr>
            <p:ph type="body" sz="quarter" idx="13" hasCustomPrompt="1"/>
          </p:nvPr>
        </p:nvSpPr>
        <p:spPr>
          <a:xfrm>
            <a:off x="647699" y="433201"/>
            <a:ext cx="5107875" cy="362445"/>
          </a:xfrm>
        </p:spPr>
        <p:txBody>
          <a:bodyPr>
            <a:noAutofit/>
          </a:bodyPr>
          <a:lstStyle>
            <a:lvl1pPr marL="0" indent="0">
              <a:buFontTx/>
              <a:buNone/>
              <a:defRPr sz="1100" b="1">
                <a:solidFill>
                  <a:schemeClr val="accent2"/>
                </a:solidFill>
                <a:latin typeface="Segoe UI" panose="020B0502040204020203" pitchFamily="34" charset="0"/>
                <a:cs typeface="Segoe UI" panose="020B0502040204020203" pitchFamily="34" charset="0"/>
              </a:defRPr>
            </a:lvl1pPr>
          </a:lstStyle>
          <a:p>
            <a:pPr lvl="0"/>
            <a:r>
              <a:rPr lang="en-US"/>
              <a:t>Click to add section topic header title (Segoe UI bold, 11pt)</a:t>
            </a:r>
          </a:p>
        </p:txBody>
      </p:sp>
      <p:sp>
        <p:nvSpPr>
          <p:cNvPr id="11" name="Title 1">
            <a:extLst>
              <a:ext uri="{FF2B5EF4-FFF2-40B4-BE49-F238E27FC236}">
                <a16:creationId xmlns:a16="http://schemas.microsoft.com/office/drawing/2014/main" id="{713B37B0-98E1-FD0F-0D5B-AF7B9E10C821}"/>
              </a:ext>
            </a:extLst>
          </p:cNvPr>
          <p:cNvSpPr>
            <a:spLocks noGrp="1"/>
          </p:cNvSpPr>
          <p:nvPr>
            <p:ph type="title" hasCustomPrompt="1"/>
          </p:nvPr>
        </p:nvSpPr>
        <p:spPr>
          <a:xfrm>
            <a:off x="647699" y="981305"/>
            <a:ext cx="5107875" cy="957602"/>
          </a:xfrm>
        </p:spPr>
        <p:txBody>
          <a:bodyPr>
            <a:noAutofit/>
          </a:bodyPr>
          <a:lstStyle>
            <a:lvl1pPr>
              <a:defRPr sz="2800" b="1">
                <a:solidFill>
                  <a:schemeClr val="tx1"/>
                </a:solidFill>
              </a:defRPr>
            </a:lvl1pPr>
          </a:lstStyle>
          <a:p>
            <a:r>
              <a:rPr lang="en-US"/>
              <a:t>Click to edit title (Segoe UI bold 28pt)</a:t>
            </a:r>
          </a:p>
        </p:txBody>
      </p:sp>
      <p:sp>
        <p:nvSpPr>
          <p:cNvPr id="8" name="Text Placeholder 13">
            <a:extLst>
              <a:ext uri="{FF2B5EF4-FFF2-40B4-BE49-F238E27FC236}">
                <a16:creationId xmlns:a16="http://schemas.microsoft.com/office/drawing/2014/main" id="{BFA4DC9B-CFD4-F448-AB55-22A1AF8DF9A7}"/>
              </a:ext>
            </a:extLst>
          </p:cNvPr>
          <p:cNvSpPr>
            <a:spLocks noGrp="1"/>
          </p:cNvSpPr>
          <p:nvPr>
            <p:ph type="body" sz="quarter" idx="11" hasCustomPrompt="1"/>
          </p:nvPr>
        </p:nvSpPr>
        <p:spPr>
          <a:xfrm>
            <a:off x="6430982" y="981305"/>
            <a:ext cx="5107875" cy="957602"/>
          </a:xfrm>
        </p:spPr>
        <p:txBody>
          <a:bodyPr>
            <a:noAutofit/>
          </a:bodyPr>
          <a:lstStyle>
            <a:lvl1pPr marL="0" indent="0">
              <a:lnSpc>
                <a:spcPct val="100000"/>
              </a:lnSpc>
              <a:buFontTx/>
              <a:buNone/>
              <a:defRPr sz="1800" b="1" i="0">
                <a:solidFill>
                  <a:schemeClr val="tx1"/>
                </a:solidFill>
                <a:latin typeface="Segoe UI Semibold" panose="020B0502040204020203" pitchFamily="34" charset="0"/>
                <a:cs typeface="Segoe UI Semibold"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intro copy (Segoe UI Semibold, 18 pt). Short and sweet. </a:t>
            </a:r>
          </a:p>
        </p:txBody>
      </p:sp>
      <p:sp>
        <p:nvSpPr>
          <p:cNvPr id="2" name="Slide Number Placeholder 1">
            <a:extLst>
              <a:ext uri="{FF2B5EF4-FFF2-40B4-BE49-F238E27FC236}">
                <a16:creationId xmlns:a16="http://schemas.microsoft.com/office/drawing/2014/main" id="{EB5D0A7D-B6DE-A8B3-06FE-614C0CDE6F8E}"/>
              </a:ext>
            </a:extLst>
          </p:cNvPr>
          <p:cNvSpPr>
            <a:spLocks noGrp="1"/>
          </p:cNvSpPr>
          <p:nvPr>
            <p:ph type="sldNum" sz="quarter" idx="18"/>
          </p:nvPr>
        </p:nvSpPr>
        <p:spPr/>
        <p:txBody>
          <a:bodyPr/>
          <a:lstStyle/>
          <a:p>
            <a:fld id="{F71C0B42-4AEE-41DE-B077-4156AA01E9D4}" type="slidenum">
              <a:rPr lang="en-US" smtClean="0"/>
              <a:pPr/>
              <a:t>‹#›</a:t>
            </a:fld>
            <a:endParaRPr lang="en-US"/>
          </a:p>
        </p:txBody>
      </p:sp>
    </p:spTree>
    <p:extLst>
      <p:ext uri="{BB962C8B-B14F-4D97-AF65-F5344CB8AC3E}">
        <p14:creationId xmlns:p14="http://schemas.microsoft.com/office/powerpoint/2010/main" val="22382506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Intro, Subhead, Copy - 4 column">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7F7299-6E5D-80C1-F5BC-14BC949EA2AA}"/>
              </a:ext>
            </a:extLst>
          </p:cNvPr>
          <p:cNvSpPr>
            <a:spLocks noGrp="1"/>
          </p:cNvSpPr>
          <p:nvPr>
            <p:ph idx="1" hasCustomPrompt="1"/>
          </p:nvPr>
        </p:nvSpPr>
        <p:spPr>
          <a:xfrm>
            <a:off x="647700" y="2835573"/>
            <a:ext cx="2585500" cy="3373830"/>
          </a:xfrm>
        </p:spPr>
        <p:txBody>
          <a:bodyPr>
            <a:noAutofit/>
          </a:bodyPr>
          <a:lstStyle>
            <a:lvl1pPr marL="0" indent="0">
              <a:buFontTx/>
              <a:buNone/>
              <a:defRPr sz="1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 (Segoe UI, 14pt)</a:t>
            </a:r>
          </a:p>
          <a:p>
            <a:pPr lvl="1"/>
            <a:r>
              <a:rPr lang="en-US"/>
              <a:t>Second level</a:t>
            </a:r>
          </a:p>
          <a:p>
            <a:pPr lvl="2"/>
            <a:r>
              <a:rPr lang="en-US"/>
              <a:t>Third level</a:t>
            </a:r>
          </a:p>
          <a:p>
            <a:pPr lvl="3"/>
            <a:r>
              <a:rPr lang="en-US"/>
              <a:t>Fourth level</a:t>
            </a:r>
          </a:p>
          <a:p>
            <a:pPr lvl="4"/>
            <a:r>
              <a:rPr lang="en-US"/>
              <a:t>Fifth level</a:t>
            </a:r>
          </a:p>
        </p:txBody>
      </p:sp>
      <p:sp>
        <p:nvSpPr>
          <p:cNvPr id="4" name="Text Placeholder 13">
            <a:extLst>
              <a:ext uri="{FF2B5EF4-FFF2-40B4-BE49-F238E27FC236}">
                <a16:creationId xmlns:a16="http://schemas.microsoft.com/office/drawing/2014/main" id="{E9D084E8-3766-1581-8E4D-402D9549274C}"/>
              </a:ext>
            </a:extLst>
          </p:cNvPr>
          <p:cNvSpPr>
            <a:spLocks noGrp="1"/>
          </p:cNvSpPr>
          <p:nvPr>
            <p:ph type="body" sz="quarter" idx="12" hasCustomPrompt="1"/>
          </p:nvPr>
        </p:nvSpPr>
        <p:spPr>
          <a:xfrm>
            <a:off x="647699" y="2124567"/>
            <a:ext cx="2585501" cy="730076"/>
          </a:xfrm>
        </p:spPr>
        <p:txBody>
          <a:bodyPr>
            <a:noAutofit/>
          </a:bodyPr>
          <a:lstStyle>
            <a:lvl1pPr marL="0" indent="0">
              <a:buFontTx/>
              <a:buNone/>
              <a:defRPr sz="1600" b="1" i="0">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subhead text (Segoe UI bold, 16pt)</a:t>
            </a:r>
          </a:p>
        </p:txBody>
      </p:sp>
      <p:sp>
        <p:nvSpPr>
          <p:cNvPr id="5" name="Content Placeholder 2">
            <a:extLst>
              <a:ext uri="{FF2B5EF4-FFF2-40B4-BE49-F238E27FC236}">
                <a16:creationId xmlns:a16="http://schemas.microsoft.com/office/drawing/2014/main" id="{7A8F94EB-0DB4-3B36-3EA5-BC3DF1DE8F73}"/>
              </a:ext>
            </a:extLst>
          </p:cNvPr>
          <p:cNvSpPr>
            <a:spLocks noGrp="1"/>
          </p:cNvSpPr>
          <p:nvPr>
            <p:ph idx="14" hasCustomPrompt="1"/>
          </p:nvPr>
        </p:nvSpPr>
        <p:spPr>
          <a:xfrm>
            <a:off x="3510501" y="2824857"/>
            <a:ext cx="2585499" cy="3373831"/>
          </a:xfrm>
        </p:spPr>
        <p:txBody>
          <a:bodyPr>
            <a:noAutofit/>
          </a:bodyPr>
          <a:lstStyle>
            <a:lvl1pPr marL="0" indent="0">
              <a:buFontTx/>
              <a:buNone/>
              <a:defRPr sz="1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 (Segoe UI, 14pt)</a:t>
            </a:r>
          </a:p>
          <a:p>
            <a:pPr lvl="1"/>
            <a:r>
              <a:rPr lang="en-US"/>
              <a:t>Second level</a:t>
            </a:r>
          </a:p>
          <a:p>
            <a:pPr lvl="2"/>
            <a:r>
              <a:rPr lang="en-US"/>
              <a:t>Third level</a:t>
            </a:r>
          </a:p>
          <a:p>
            <a:pPr lvl="3"/>
            <a:r>
              <a:rPr lang="en-US"/>
              <a:t>Fourth level</a:t>
            </a:r>
          </a:p>
          <a:p>
            <a:pPr lvl="4"/>
            <a:r>
              <a:rPr lang="en-US"/>
              <a:t>Fifth level</a:t>
            </a:r>
          </a:p>
        </p:txBody>
      </p:sp>
      <p:sp>
        <p:nvSpPr>
          <p:cNvPr id="6" name="Text Placeholder 13">
            <a:extLst>
              <a:ext uri="{FF2B5EF4-FFF2-40B4-BE49-F238E27FC236}">
                <a16:creationId xmlns:a16="http://schemas.microsoft.com/office/drawing/2014/main" id="{F24A21F1-7B11-67E5-E1FA-8875FD5179CE}"/>
              </a:ext>
            </a:extLst>
          </p:cNvPr>
          <p:cNvSpPr>
            <a:spLocks noGrp="1"/>
          </p:cNvSpPr>
          <p:nvPr>
            <p:ph type="body" sz="quarter" idx="15" hasCustomPrompt="1"/>
          </p:nvPr>
        </p:nvSpPr>
        <p:spPr>
          <a:xfrm>
            <a:off x="3510501" y="2124566"/>
            <a:ext cx="2585499" cy="730076"/>
          </a:xfrm>
        </p:spPr>
        <p:txBody>
          <a:bodyPr>
            <a:noAutofit/>
          </a:bodyPr>
          <a:lstStyle>
            <a:lvl1pPr marL="0" indent="0">
              <a:buFontTx/>
              <a:buNone/>
              <a:defRPr sz="1600" b="1" i="0">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subhead text (Segoe UI bold, 16pt)</a:t>
            </a:r>
          </a:p>
        </p:txBody>
      </p:sp>
      <p:sp>
        <p:nvSpPr>
          <p:cNvPr id="7" name="Content Placeholder 2">
            <a:extLst>
              <a:ext uri="{FF2B5EF4-FFF2-40B4-BE49-F238E27FC236}">
                <a16:creationId xmlns:a16="http://schemas.microsoft.com/office/drawing/2014/main" id="{E7B06780-D2D7-B9A7-543C-CEC1A7752E59}"/>
              </a:ext>
            </a:extLst>
          </p:cNvPr>
          <p:cNvSpPr>
            <a:spLocks noGrp="1"/>
          </p:cNvSpPr>
          <p:nvPr>
            <p:ph idx="16" hasCustomPrompt="1"/>
          </p:nvPr>
        </p:nvSpPr>
        <p:spPr>
          <a:xfrm>
            <a:off x="6373301" y="2824856"/>
            <a:ext cx="2585499" cy="3385443"/>
          </a:xfrm>
        </p:spPr>
        <p:txBody>
          <a:bodyPr>
            <a:noAutofit/>
          </a:bodyPr>
          <a:lstStyle>
            <a:lvl1pPr marL="0" indent="0">
              <a:buFontTx/>
              <a:buNone/>
              <a:defRPr sz="1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 (Segoe UI, 14pt)</a:t>
            </a:r>
          </a:p>
          <a:p>
            <a:pPr lvl="1"/>
            <a:r>
              <a:rPr lang="en-US"/>
              <a:t>Second level</a:t>
            </a:r>
          </a:p>
          <a:p>
            <a:pPr lvl="2"/>
            <a:r>
              <a:rPr lang="en-US"/>
              <a:t>Third level</a:t>
            </a:r>
          </a:p>
          <a:p>
            <a:pPr lvl="3"/>
            <a:r>
              <a:rPr lang="en-US"/>
              <a:t>Fourth level</a:t>
            </a:r>
          </a:p>
          <a:p>
            <a:pPr lvl="4"/>
            <a:r>
              <a:rPr lang="en-US"/>
              <a:t>Fifth level</a:t>
            </a:r>
          </a:p>
        </p:txBody>
      </p:sp>
      <p:sp>
        <p:nvSpPr>
          <p:cNvPr id="9" name="Text Placeholder 13">
            <a:extLst>
              <a:ext uri="{FF2B5EF4-FFF2-40B4-BE49-F238E27FC236}">
                <a16:creationId xmlns:a16="http://schemas.microsoft.com/office/drawing/2014/main" id="{6CF26971-8282-8C5A-A399-62564B555B22}"/>
              </a:ext>
            </a:extLst>
          </p:cNvPr>
          <p:cNvSpPr>
            <a:spLocks noGrp="1"/>
          </p:cNvSpPr>
          <p:nvPr>
            <p:ph type="body" sz="quarter" idx="17" hasCustomPrompt="1"/>
          </p:nvPr>
        </p:nvSpPr>
        <p:spPr>
          <a:xfrm>
            <a:off x="6373301" y="2124567"/>
            <a:ext cx="2585499" cy="730074"/>
          </a:xfrm>
        </p:spPr>
        <p:txBody>
          <a:bodyPr>
            <a:noAutofit/>
          </a:bodyPr>
          <a:lstStyle>
            <a:lvl1pPr marL="0" indent="0">
              <a:buFontTx/>
              <a:buNone/>
              <a:defRPr sz="1600" b="1" i="0">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subhead text (Segoe UI bold, 16pt)</a:t>
            </a:r>
          </a:p>
        </p:txBody>
      </p:sp>
      <p:sp>
        <p:nvSpPr>
          <p:cNvPr id="10" name="Text Placeholder 7">
            <a:extLst>
              <a:ext uri="{FF2B5EF4-FFF2-40B4-BE49-F238E27FC236}">
                <a16:creationId xmlns:a16="http://schemas.microsoft.com/office/drawing/2014/main" id="{19A84B54-4BEC-AAC1-3927-12E734C67774}"/>
              </a:ext>
            </a:extLst>
          </p:cNvPr>
          <p:cNvSpPr>
            <a:spLocks noGrp="1"/>
          </p:cNvSpPr>
          <p:nvPr>
            <p:ph type="body" sz="quarter" idx="13" hasCustomPrompt="1"/>
          </p:nvPr>
        </p:nvSpPr>
        <p:spPr>
          <a:xfrm>
            <a:off x="647699" y="433201"/>
            <a:ext cx="5107875" cy="362445"/>
          </a:xfrm>
        </p:spPr>
        <p:txBody>
          <a:bodyPr>
            <a:noAutofit/>
          </a:bodyPr>
          <a:lstStyle>
            <a:lvl1pPr marL="0" indent="0">
              <a:buFontTx/>
              <a:buNone/>
              <a:defRPr sz="1100" b="1">
                <a:solidFill>
                  <a:schemeClr val="accent2"/>
                </a:solidFill>
                <a:latin typeface="Segoe UI" panose="020B0502040204020203" pitchFamily="34" charset="0"/>
                <a:cs typeface="Segoe UI" panose="020B0502040204020203" pitchFamily="34" charset="0"/>
              </a:defRPr>
            </a:lvl1pPr>
          </a:lstStyle>
          <a:p>
            <a:pPr lvl="0"/>
            <a:r>
              <a:rPr lang="en-US"/>
              <a:t>Click to add section topic header title (Segoe UI bold, 11pt)</a:t>
            </a:r>
          </a:p>
        </p:txBody>
      </p:sp>
      <p:sp>
        <p:nvSpPr>
          <p:cNvPr id="11" name="Title 1">
            <a:extLst>
              <a:ext uri="{FF2B5EF4-FFF2-40B4-BE49-F238E27FC236}">
                <a16:creationId xmlns:a16="http://schemas.microsoft.com/office/drawing/2014/main" id="{713B37B0-98E1-FD0F-0D5B-AF7B9E10C821}"/>
              </a:ext>
            </a:extLst>
          </p:cNvPr>
          <p:cNvSpPr>
            <a:spLocks noGrp="1"/>
          </p:cNvSpPr>
          <p:nvPr>
            <p:ph type="title" hasCustomPrompt="1"/>
          </p:nvPr>
        </p:nvSpPr>
        <p:spPr>
          <a:xfrm>
            <a:off x="647699" y="981305"/>
            <a:ext cx="5107875" cy="957602"/>
          </a:xfrm>
        </p:spPr>
        <p:txBody>
          <a:bodyPr>
            <a:noAutofit/>
          </a:bodyPr>
          <a:lstStyle>
            <a:lvl1pPr>
              <a:defRPr sz="2800" b="1">
                <a:solidFill>
                  <a:schemeClr val="tx1"/>
                </a:solidFill>
              </a:defRPr>
            </a:lvl1pPr>
          </a:lstStyle>
          <a:p>
            <a:r>
              <a:rPr lang="en-US"/>
              <a:t>Click to edit title (Segoe UI bold 28pt)</a:t>
            </a:r>
          </a:p>
        </p:txBody>
      </p:sp>
      <p:sp>
        <p:nvSpPr>
          <p:cNvPr id="8" name="Text Placeholder 13">
            <a:extLst>
              <a:ext uri="{FF2B5EF4-FFF2-40B4-BE49-F238E27FC236}">
                <a16:creationId xmlns:a16="http://schemas.microsoft.com/office/drawing/2014/main" id="{BFA4DC9B-CFD4-F448-AB55-22A1AF8DF9A7}"/>
              </a:ext>
            </a:extLst>
          </p:cNvPr>
          <p:cNvSpPr>
            <a:spLocks noGrp="1"/>
          </p:cNvSpPr>
          <p:nvPr>
            <p:ph type="body" sz="quarter" idx="11" hasCustomPrompt="1"/>
          </p:nvPr>
        </p:nvSpPr>
        <p:spPr>
          <a:xfrm>
            <a:off x="6373301" y="981305"/>
            <a:ext cx="5448299" cy="957602"/>
          </a:xfrm>
        </p:spPr>
        <p:txBody>
          <a:bodyPr>
            <a:noAutofit/>
          </a:bodyPr>
          <a:lstStyle>
            <a:lvl1pPr marL="0" indent="0">
              <a:lnSpc>
                <a:spcPct val="100000"/>
              </a:lnSpc>
              <a:buFontTx/>
              <a:buNone/>
              <a:defRPr sz="1800" b="1" i="0">
                <a:solidFill>
                  <a:schemeClr val="tx1"/>
                </a:solidFill>
                <a:latin typeface="Segoe UI Semibold" panose="020B0502040204020203" pitchFamily="34" charset="0"/>
                <a:cs typeface="Segoe UI Semibold"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intro copy (Segoe UI Semibold, 18 pt). Short and sweet. </a:t>
            </a:r>
          </a:p>
        </p:txBody>
      </p:sp>
      <p:sp>
        <p:nvSpPr>
          <p:cNvPr id="2" name="Slide Number Placeholder 1">
            <a:extLst>
              <a:ext uri="{FF2B5EF4-FFF2-40B4-BE49-F238E27FC236}">
                <a16:creationId xmlns:a16="http://schemas.microsoft.com/office/drawing/2014/main" id="{EB5D0A7D-B6DE-A8B3-06FE-614C0CDE6F8E}"/>
              </a:ext>
            </a:extLst>
          </p:cNvPr>
          <p:cNvSpPr>
            <a:spLocks noGrp="1"/>
          </p:cNvSpPr>
          <p:nvPr>
            <p:ph type="sldNum" sz="quarter" idx="18"/>
          </p:nvPr>
        </p:nvSpPr>
        <p:spPr/>
        <p:txBody>
          <a:bodyPr/>
          <a:lstStyle/>
          <a:p>
            <a:fld id="{F71C0B42-4AEE-41DE-B077-4156AA01E9D4}" type="slidenum">
              <a:rPr lang="en-US" smtClean="0"/>
              <a:pPr/>
              <a:t>‹#›</a:t>
            </a:fld>
            <a:endParaRPr lang="en-US"/>
          </a:p>
        </p:txBody>
      </p:sp>
      <p:sp>
        <p:nvSpPr>
          <p:cNvPr id="12" name="Content Placeholder 2">
            <a:extLst>
              <a:ext uri="{FF2B5EF4-FFF2-40B4-BE49-F238E27FC236}">
                <a16:creationId xmlns:a16="http://schemas.microsoft.com/office/drawing/2014/main" id="{38146F42-4552-BA8A-3BD8-A8092ED56551}"/>
              </a:ext>
            </a:extLst>
          </p:cNvPr>
          <p:cNvSpPr>
            <a:spLocks noGrp="1"/>
          </p:cNvSpPr>
          <p:nvPr>
            <p:ph idx="19" hasCustomPrompt="1"/>
          </p:nvPr>
        </p:nvSpPr>
        <p:spPr>
          <a:xfrm>
            <a:off x="9236101" y="2824856"/>
            <a:ext cx="2585499" cy="3385443"/>
          </a:xfrm>
        </p:spPr>
        <p:txBody>
          <a:bodyPr>
            <a:noAutofit/>
          </a:bodyPr>
          <a:lstStyle>
            <a:lvl1pPr marL="0" indent="0">
              <a:buFontTx/>
              <a:buNone/>
              <a:defRPr sz="1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 (Segoe UI, 14pt)</a:t>
            </a:r>
          </a:p>
          <a:p>
            <a:pPr lvl="1"/>
            <a:r>
              <a:rPr lang="en-US"/>
              <a:t>Second level</a:t>
            </a:r>
          </a:p>
          <a:p>
            <a:pPr lvl="2"/>
            <a:r>
              <a:rPr lang="en-US"/>
              <a:t>Third level</a:t>
            </a:r>
          </a:p>
          <a:p>
            <a:pPr lvl="3"/>
            <a:r>
              <a:rPr lang="en-US"/>
              <a:t>Fourth level</a:t>
            </a:r>
          </a:p>
          <a:p>
            <a:pPr lvl="4"/>
            <a:r>
              <a:rPr lang="en-US"/>
              <a:t>Fifth level</a:t>
            </a:r>
          </a:p>
        </p:txBody>
      </p:sp>
      <p:sp>
        <p:nvSpPr>
          <p:cNvPr id="13" name="Text Placeholder 13">
            <a:extLst>
              <a:ext uri="{FF2B5EF4-FFF2-40B4-BE49-F238E27FC236}">
                <a16:creationId xmlns:a16="http://schemas.microsoft.com/office/drawing/2014/main" id="{AEE1DBBC-CF49-9895-7368-446690EE0B93}"/>
              </a:ext>
            </a:extLst>
          </p:cNvPr>
          <p:cNvSpPr>
            <a:spLocks noGrp="1"/>
          </p:cNvSpPr>
          <p:nvPr>
            <p:ph type="body" sz="quarter" idx="20" hasCustomPrompt="1"/>
          </p:nvPr>
        </p:nvSpPr>
        <p:spPr>
          <a:xfrm>
            <a:off x="9236101" y="2124567"/>
            <a:ext cx="2585499" cy="730074"/>
          </a:xfrm>
        </p:spPr>
        <p:txBody>
          <a:bodyPr>
            <a:noAutofit/>
          </a:bodyPr>
          <a:lstStyle>
            <a:lvl1pPr marL="0" indent="0">
              <a:buFontTx/>
              <a:buNone/>
              <a:defRPr sz="1600" b="1" i="0">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subhead text (Segoe UI bold, 16pt)</a:t>
            </a:r>
          </a:p>
        </p:txBody>
      </p:sp>
    </p:spTree>
    <p:extLst>
      <p:ext uri="{BB962C8B-B14F-4D97-AF65-F5344CB8AC3E}">
        <p14:creationId xmlns:p14="http://schemas.microsoft.com/office/powerpoint/2010/main" val="21138108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Intro,Subhead, Icon, Copy - 3 column">
    <p:bg>
      <p:bgPr>
        <a:solidFill>
          <a:schemeClr val="bg1"/>
        </a:soli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D61987FE-9C08-A731-4D0B-7B9949E1B79B}"/>
              </a:ext>
            </a:extLst>
          </p:cNvPr>
          <p:cNvSpPr>
            <a:spLocks noGrp="1"/>
          </p:cNvSpPr>
          <p:nvPr>
            <p:ph type="pic" sz="quarter" idx="18" hasCustomPrompt="1"/>
          </p:nvPr>
        </p:nvSpPr>
        <p:spPr>
          <a:xfrm>
            <a:off x="647700" y="2124566"/>
            <a:ext cx="791980" cy="791980"/>
          </a:xfrm>
          <a:prstGeom prst="ellipse">
            <a:avLst/>
          </a:prstGeom>
          <a:noFill/>
        </p:spPr>
        <p:txBody>
          <a:bodyPr anchor="ctr" anchorCtr="0">
            <a:noAutofit/>
          </a:bodyPr>
          <a:lstStyle>
            <a:lvl1pPr marL="0" indent="0" algn="ctr">
              <a:buFontTx/>
              <a:buNone/>
              <a:defRPr sz="800"/>
            </a:lvl1pPr>
          </a:lstStyle>
          <a:p>
            <a:r>
              <a:rPr lang="en-US"/>
              <a:t>Click to add icon</a:t>
            </a:r>
          </a:p>
        </p:txBody>
      </p:sp>
      <p:sp>
        <p:nvSpPr>
          <p:cNvPr id="25" name="Picture Placeholder 15">
            <a:extLst>
              <a:ext uri="{FF2B5EF4-FFF2-40B4-BE49-F238E27FC236}">
                <a16:creationId xmlns:a16="http://schemas.microsoft.com/office/drawing/2014/main" id="{1555E2FE-AC4F-99B3-691C-C133968B602A}"/>
              </a:ext>
            </a:extLst>
          </p:cNvPr>
          <p:cNvSpPr>
            <a:spLocks noGrp="1"/>
          </p:cNvSpPr>
          <p:nvPr>
            <p:ph type="pic" sz="quarter" idx="19" hasCustomPrompt="1"/>
          </p:nvPr>
        </p:nvSpPr>
        <p:spPr>
          <a:xfrm>
            <a:off x="4419600" y="2124566"/>
            <a:ext cx="791980" cy="791980"/>
          </a:xfrm>
          <a:prstGeom prst="ellipse">
            <a:avLst/>
          </a:prstGeom>
          <a:noFill/>
        </p:spPr>
        <p:txBody>
          <a:bodyPr anchor="ctr" anchorCtr="0">
            <a:noAutofit/>
          </a:bodyPr>
          <a:lstStyle>
            <a:lvl1pPr marL="0" indent="0" algn="ctr">
              <a:buFontTx/>
              <a:buNone/>
              <a:defRPr sz="800"/>
            </a:lvl1pPr>
          </a:lstStyle>
          <a:p>
            <a:r>
              <a:rPr lang="en-US"/>
              <a:t>Click to add icon</a:t>
            </a:r>
          </a:p>
        </p:txBody>
      </p:sp>
      <p:sp>
        <p:nvSpPr>
          <p:cNvPr id="26" name="Picture Placeholder 15">
            <a:extLst>
              <a:ext uri="{FF2B5EF4-FFF2-40B4-BE49-F238E27FC236}">
                <a16:creationId xmlns:a16="http://schemas.microsoft.com/office/drawing/2014/main" id="{D8D41DDD-D7C1-52C9-25F8-779EFE47DA77}"/>
              </a:ext>
            </a:extLst>
          </p:cNvPr>
          <p:cNvSpPr>
            <a:spLocks noGrp="1"/>
          </p:cNvSpPr>
          <p:nvPr>
            <p:ph type="pic" sz="quarter" idx="20" hasCustomPrompt="1"/>
          </p:nvPr>
        </p:nvSpPr>
        <p:spPr>
          <a:xfrm>
            <a:off x="8191500" y="2124566"/>
            <a:ext cx="791980" cy="791980"/>
          </a:xfrm>
          <a:prstGeom prst="ellipse">
            <a:avLst/>
          </a:prstGeom>
          <a:noFill/>
        </p:spPr>
        <p:txBody>
          <a:bodyPr anchor="ctr" anchorCtr="0">
            <a:noAutofit/>
          </a:bodyPr>
          <a:lstStyle>
            <a:lvl1pPr marL="0" indent="0" algn="ctr">
              <a:buFontTx/>
              <a:buNone/>
              <a:defRPr sz="800"/>
            </a:lvl1pPr>
          </a:lstStyle>
          <a:p>
            <a:r>
              <a:rPr lang="en-US"/>
              <a:t>Click to add icon</a:t>
            </a:r>
          </a:p>
        </p:txBody>
      </p:sp>
      <p:sp>
        <p:nvSpPr>
          <p:cNvPr id="28" name="Slide Number Placeholder 7">
            <a:extLst>
              <a:ext uri="{FF2B5EF4-FFF2-40B4-BE49-F238E27FC236}">
                <a16:creationId xmlns:a16="http://schemas.microsoft.com/office/drawing/2014/main" id="{3AF030D3-ACBF-5AE4-D330-B56C46FF53F7}"/>
              </a:ext>
            </a:extLst>
          </p:cNvPr>
          <p:cNvSpPr>
            <a:spLocks noGrp="1"/>
          </p:cNvSpPr>
          <p:nvPr>
            <p:ph type="sldNum" sz="quarter" idx="4"/>
          </p:nvPr>
        </p:nvSpPr>
        <p:spPr>
          <a:xfrm>
            <a:off x="11253127" y="6488472"/>
            <a:ext cx="329273" cy="226028"/>
          </a:xfrm>
          <a:prstGeom prst="rect">
            <a:avLst/>
          </a:prstGeom>
        </p:spPr>
        <p:txBody>
          <a:bodyPr lIns="0" rIns="0"/>
          <a:lstStyle>
            <a:lvl1pPr algn="r">
              <a:defRPr sz="800">
                <a:latin typeface="Segoe UI" panose="020B0502040204020203" pitchFamily="34" charset="0"/>
                <a:cs typeface="Segoe UI" panose="020B0502040204020203" pitchFamily="34" charset="0"/>
              </a:defRPr>
            </a:lvl1pPr>
          </a:lstStyle>
          <a:p>
            <a:fld id="{F71C0B42-4AEE-41DE-B077-4156AA01E9D4}" type="slidenum">
              <a:rPr lang="en-US" smtClean="0"/>
              <a:pPr/>
              <a:t>‹#›</a:t>
            </a:fld>
            <a:endParaRPr lang="en-US"/>
          </a:p>
        </p:txBody>
      </p:sp>
      <p:sp>
        <p:nvSpPr>
          <p:cNvPr id="10" name="Text Placeholder 7">
            <a:extLst>
              <a:ext uri="{FF2B5EF4-FFF2-40B4-BE49-F238E27FC236}">
                <a16:creationId xmlns:a16="http://schemas.microsoft.com/office/drawing/2014/main" id="{D03C1F9E-F93C-DD4C-38D5-F135FBD48B98}"/>
              </a:ext>
            </a:extLst>
          </p:cNvPr>
          <p:cNvSpPr>
            <a:spLocks noGrp="1"/>
          </p:cNvSpPr>
          <p:nvPr>
            <p:ph type="body" sz="quarter" idx="13" hasCustomPrompt="1"/>
          </p:nvPr>
        </p:nvSpPr>
        <p:spPr>
          <a:xfrm>
            <a:off x="647699" y="433201"/>
            <a:ext cx="5107875" cy="362445"/>
          </a:xfrm>
        </p:spPr>
        <p:txBody>
          <a:bodyPr>
            <a:noAutofit/>
          </a:bodyPr>
          <a:lstStyle>
            <a:lvl1pPr marL="0" indent="0">
              <a:buFontTx/>
              <a:buNone/>
              <a:defRPr sz="1100" b="1">
                <a:solidFill>
                  <a:schemeClr val="accent2"/>
                </a:solidFill>
                <a:latin typeface="Segoe UI" panose="020B0502040204020203" pitchFamily="34" charset="0"/>
                <a:cs typeface="Segoe UI" panose="020B0502040204020203" pitchFamily="34" charset="0"/>
              </a:defRPr>
            </a:lvl1pPr>
          </a:lstStyle>
          <a:p>
            <a:pPr lvl="0"/>
            <a:r>
              <a:rPr lang="en-US"/>
              <a:t>Click to add section topic header title (Segoe UI bold, 11pt)</a:t>
            </a:r>
          </a:p>
        </p:txBody>
      </p:sp>
      <p:sp>
        <p:nvSpPr>
          <p:cNvPr id="11" name="Title 1">
            <a:extLst>
              <a:ext uri="{FF2B5EF4-FFF2-40B4-BE49-F238E27FC236}">
                <a16:creationId xmlns:a16="http://schemas.microsoft.com/office/drawing/2014/main" id="{424B6495-2F8D-1F75-2B55-36E08A6B8D2E}"/>
              </a:ext>
            </a:extLst>
          </p:cNvPr>
          <p:cNvSpPr>
            <a:spLocks noGrp="1"/>
          </p:cNvSpPr>
          <p:nvPr>
            <p:ph type="title" hasCustomPrompt="1"/>
          </p:nvPr>
        </p:nvSpPr>
        <p:spPr>
          <a:xfrm>
            <a:off x="647699" y="981305"/>
            <a:ext cx="5107875" cy="957602"/>
          </a:xfrm>
        </p:spPr>
        <p:txBody>
          <a:bodyPr>
            <a:noAutofit/>
          </a:bodyPr>
          <a:lstStyle>
            <a:lvl1pPr>
              <a:defRPr sz="2800" b="1">
                <a:solidFill>
                  <a:schemeClr val="tx1"/>
                </a:solidFill>
              </a:defRPr>
            </a:lvl1pPr>
          </a:lstStyle>
          <a:p>
            <a:r>
              <a:rPr lang="en-US"/>
              <a:t>Click to edit title (Segoe UI bold 28pt)</a:t>
            </a:r>
          </a:p>
        </p:txBody>
      </p:sp>
      <p:sp>
        <p:nvSpPr>
          <p:cNvPr id="12" name="Content Placeholder 2">
            <a:extLst>
              <a:ext uri="{FF2B5EF4-FFF2-40B4-BE49-F238E27FC236}">
                <a16:creationId xmlns:a16="http://schemas.microsoft.com/office/drawing/2014/main" id="{6D588610-4361-51D2-319D-223B333059B8}"/>
              </a:ext>
            </a:extLst>
          </p:cNvPr>
          <p:cNvSpPr>
            <a:spLocks noGrp="1"/>
          </p:cNvSpPr>
          <p:nvPr>
            <p:ph idx="1" hasCustomPrompt="1"/>
          </p:nvPr>
        </p:nvSpPr>
        <p:spPr>
          <a:xfrm>
            <a:off x="647699" y="3800626"/>
            <a:ext cx="3352801" cy="2420389"/>
          </a:xfrm>
        </p:spPr>
        <p:txBody>
          <a:bodyPr>
            <a:noAutofit/>
          </a:bodyPr>
          <a:lstStyle>
            <a:lvl1pPr marL="0" indent="0">
              <a:buFontTx/>
              <a:buNone/>
              <a:defRPr sz="1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 (Segoe UI, 14pt)</a:t>
            </a:r>
          </a:p>
          <a:p>
            <a:pPr lvl="1"/>
            <a:r>
              <a:rPr lang="en-US"/>
              <a:t>Second level</a:t>
            </a:r>
          </a:p>
          <a:p>
            <a:pPr lvl="2"/>
            <a:r>
              <a:rPr lang="en-US"/>
              <a:t>Third level</a:t>
            </a:r>
          </a:p>
          <a:p>
            <a:pPr lvl="3"/>
            <a:r>
              <a:rPr lang="en-US"/>
              <a:t>Fourth level</a:t>
            </a:r>
          </a:p>
          <a:p>
            <a:pPr lvl="4"/>
            <a:r>
              <a:rPr lang="en-US"/>
              <a:t>Fifth level</a:t>
            </a:r>
          </a:p>
        </p:txBody>
      </p:sp>
      <p:sp>
        <p:nvSpPr>
          <p:cNvPr id="13" name="Text Placeholder 13">
            <a:extLst>
              <a:ext uri="{FF2B5EF4-FFF2-40B4-BE49-F238E27FC236}">
                <a16:creationId xmlns:a16="http://schemas.microsoft.com/office/drawing/2014/main" id="{7BF90BED-4CD3-11F0-D0DF-3B04A3182980}"/>
              </a:ext>
            </a:extLst>
          </p:cNvPr>
          <p:cNvSpPr>
            <a:spLocks noGrp="1"/>
          </p:cNvSpPr>
          <p:nvPr>
            <p:ph type="body" sz="quarter" idx="12" hasCustomPrompt="1"/>
          </p:nvPr>
        </p:nvSpPr>
        <p:spPr>
          <a:xfrm>
            <a:off x="647699" y="3092172"/>
            <a:ext cx="3352802" cy="673657"/>
          </a:xfrm>
        </p:spPr>
        <p:txBody>
          <a:bodyPr>
            <a:noAutofit/>
          </a:bodyPr>
          <a:lstStyle>
            <a:lvl1pPr marL="0" indent="0">
              <a:buFontTx/>
              <a:buNone/>
              <a:defRPr sz="1600" b="1" i="0">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subhead text (Segoe UI bold, 16pt)</a:t>
            </a:r>
          </a:p>
        </p:txBody>
      </p:sp>
      <p:sp>
        <p:nvSpPr>
          <p:cNvPr id="14" name="Content Placeholder 2">
            <a:extLst>
              <a:ext uri="{FF2B5EF4-FFF2-40B4-BE49-F238E27FC236}">
                <a16:creationId xmlns:a16="http://schemas.microsoft.com/office/drawing/2014/main" id="{4A5F4D81-709F-FEAD-F1D9-C65D7999176E}"/>
              </a:ext>
            </a:extLst>
          </p:cNvPr>
          <p:cNvSpPr>
            <a:spLocks noGrp="1"/>
          </p:cNvSpPr>
          <p:nvPr>
            <p:ph idx="14" hasCustomPrompt="1"/>
          </p:nvPr>
        </p:nvSpPr>
        <p:spPr>
          <a:xfrm>
            <a:off x="4419600" y="3789911"/>
            <a:ext cx="3352800" cy="2420389"/>
          </a:xfrm>
        </p:spPr>
        <p:txBody>
          <a:bodyPr>
            <a:noAutofit/>
          </a:bodyPr>
          <a:lstStyle>
            <a:lvl1pPr marL="0" indent="0">
              <a:buFontTx/>
              <a:buNone/>
              <a:defRPr sz="1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 (Segoe UI, 14pt)</a:t>
            </a:r>
          </a:p>
          <a:p>
            <a:pPr lvl="1"/>
            <a:r>
              <a:rPr lang="en-US"/>
              <a:t>Second level</a:t>
            </a:r>
          </a:p>
          <a:p>
            <a:pPr lvl="2"/>
            <a:r>
              <a:rPr lang="en-US"/>
              <a:t>Third level</a:t>
            </a:r>
          </a:p>
          <a:p>
            <a:pPr lvl="3"/>
            <a:r>
              <a:rPr lang="en-US"/>
              <a:t>Fourth level</a:t>
            </a:r>
          </a:p>
          <a:p>
            <a:pPr lvl="4"/>
            <a:r>
              <a:rPr lang="en-US"/>
              <a:t>Fifth level</a:t>
            </a:r>
          </a:p>
        </p:txBody>
      </p:sp>
      <p:sp>
        <p:nvSpPr>
          <p:cNvPr id="15" name="Text Placeholder 13">
            <a:extLst>
              <a:ext uri="{FF2B5EF4-FFF2-40B4-BE49-F238E27FC236}">
                <a16:creationId xmlns:a16="http://schemas.microsoft.com/office/drawing/2014/main" id="{36A73DD0-C20B-4121-75FE-9814A8C89695}"/>
              </a:ext>
            </a:extLst>
          </p:cNvPr>
          <p:cNvSpPr>
            <a:spLocks noGrp="1"/>
          </p:cNvSpPr>
          <p:nvPr>
            <p:ph type="body" sz="quarter" idx="15" hasCustomPrompt="1"/>
          </p:nvPr>
        </p:nvSpPr>
        <p:spPr>
          <a:xfrm>
            <a:off x="4419600" y="3092171"/>
            <a:ext cx="3352800" cy="673657"/>
          </a:xfrm>
        </p:spPr>
        <p:txBody>
          <a:bodyPr>
            <a:noAutofit/>
          </a:bodyPr>
          <a:lstStyle>
            <a:lvl1pPr marL="0" indent="0">
              <a:buFontTx/>
              <a:buNone/>
              <a:defRPr sz="1600" b="1" i="0">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subhead text (Segoe UI bold, 16pt)</a:t>
            </a:r>
          </a:p>
        </p:txBody>
      </p:sp>
      <p:sp>
        <p:nvSpPr>
          <p:cNvPr id="17" name="Content Placeholder 2">
            <a:extLst>
              <a:ext uri="{FF2B5EF4-FFF2-40B4-BE49-F238E27FC236}">
                <a16:creationId xmlns:a16="http://schemas.microsoft.com/office/drawing/2014/main" id="{C5B5265D-1404-01F9-73F9-EB36D4C8DCF4}"/>
              </a:ext>
            </a:extLst>
          </p:cNvPr>
          <p:cNvSpPr>
            <a:spLocks noGrp="1"/>
          </p:cNvSpPr>
          <p:nvPr>
            <p:ph idx="16" hasCustomPrompt="1"/>
          </p:nvPr>
        </p:nvSpPr>
        <p:spPr>
          <a:xfrm>
            <a:off x="8191501" y="3789579"/>
            <a:ext cx="3352800" cy="2427844"/>
          </a:xfrm>
        </p:spPr>
        <p:txBody>
          <a:bodyPr>
            <a:noAutofit/>
          </a:bodyPr>
          <a:lstStyle>
            <a:lvl1pPr marL="0" indent="0">
              <a:buFontTx/>
              <a:buNone/>
              <a:defRPr sz="1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 (Segoe UI, 14pt)</a:t>
            </a:r>
          </a:p>
          <a:p>
            <a:pPr lvl="1"/>
            <a:r>
              <a:rPr lang="en-US"/>
              <a:t>Second level</a:t>
            </a:r>
          </a:p>
          <a:p>
            <a:pPr lvl="2"/>
            <a:r>
              <a:rPr lang="en-US"/>
              <a:t>Third level</a:t>
            </a:r>
          </a:p>
          <a:p>
            <a:pPr lvl="3"/>
            <a:r>
              <a:rPr lang="en-US"/>
              <a:t>Fourth level</a:t>
            </a:r>
          </a:p>
          <a:p>
            <a:pPr lvl="4"/>
            <a:r>
              <a:rPr lang="en-US"/>
              <a:t>Fifth level</a:t>
            </a:r>
          </a:p>
        </p:txBody>
      </p:sp>
      <p:sp>
        <p:nvSpPr>
          <p:cNvPr id="18" name="Text Placeholder 13">
            <a:extLst>
              <a:ext uri="{FF2B5EF4-FFF2-40B4-BE49-F238E27FC236}">
                <a16:creationId xmlns:a16="http://schemas.microsoft.com/office/drawing/2014/main" id="{6FA979F7-8C27-49BC-1CBA-002122B36BD1}"/>
              </a:ext>
            </a:extLst>
          </p:cNvPr>
          <p:cNvSpPr>
            <a:spLocks noGrp="1"/>
          </p:cNvSpPr>
          <p:nvPr>
            <p:ph type="body" sz="quarter" idx="17" hasCustomPrompt="1"/>
          </p:nvPr>
        </p:nvSpPr>
        <p:spPr>
          <a:xfrm>
            <a:off x="8191501" y="3092172"/>
            <a:ext cx="3352800" cy="673656"/>
          </a:xfrm>
        </p:spPr>
        <p:txBody>
          <a:bodyPr>
            <a:noAutofit/>
          </a:bodyPr>
          <a:lstStyle>
            <a:lvl1pPr marL="0" indent="0">
              <a:buFontTx/>
              <a:buNone/>
              <a:defRPr sz="1600" b="1" i="0">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subhead text (Segoe UI bold, 16pt)</a:t>
            </a:r>
          </a:p>
        </p:txBody>
      </p:sp>
      <p:sp>
        <p:nvSpPr>
          <p:cNvPr id="20" name="Text Placeholder 13">
            <a:extLst>
              <a:ext uri="{FF2B5EF4-FFF2-40B4-BE49-F238E27FC236}">
                <a16:creationId xmlns:a16="http://schemas.microsoft.com/office/drawing/2014/main" id="{7CEE147C-FE7C-A144-C298-635B91A265A2}"/>
              </a:ext>
            </a:extLst>
          </p:cNvPr>
          <p:cNvSpPr>
            <a:spLocks noGrp="1"/>
          </p:cNvSpPr>
          <p:nvPr>
            <p:ph type="body" sz="quarter" idx="11" hasCustomPrompt="1"/>
          </p:nvPr>
        </p:nvSpPr>
        <p:spPr>
          <a:xfrm>
            <a:off x="6430982" y="981305"/>
            <a:ext cx="5107875" cy="957602"/>
          </a:xfrm>
        </p:spPr>
        <p:txBody>
          <a:bodyPr>
            <a:noAutofit/>
          </a:bodyPr>
          <a:lstStyle>
            <a:lvl1pPr marL="0" indent="0">
              <a:lnSpc>
                <a:spcPct val="100000"/>
              </a:lnSpc>
              <a:buFontTx/>
              <a:buNone/>
              <a:defRPr sz="1800" b="1" i="0">
                <a:solidFill>
                  <a:schemeClr val="tx1"/>
                </a:solidFill>
                <a:latin typeface="Segoe UI Semibold" panose="020B0502040204020203" pitchFamily="34" charset="0"/>
                <a:cs typeface="Segoe UI Semibold"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intro copy (Segoe UI Semibold, 18 pt). Short and sweet. </a:t>
            </a:r>
          </a:p>
        </p:txBody>
      </p:sp>
    </p:spTree>
    <p:extLst>
      <p:ext uri="{BB962C8B-B14F-4D97-AF65-F5344CB8AC3E}">
        <p14:creationId xmlns:p14="http://schemas.microsoft.com/office/powerpoint/2010/main" val="22092059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ighlight section, Title, Intro, body copy">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7F7299-6E5D-80C1-F5BC-14BC949EA2AA}"/>
              </a:ext>
            </a:extLst>
          </p:cNvPr>
          <p:cNvSpPr>
            <a:spLocks noGrp="1"/>
          </p:cNvSpPr>
          <p:nvPr>
            <p:ph idx="1" hasCustomPrompt="1"/>
          </p:nvPr>
        </p:nvSpPr>
        <p:spPr>
          <a:xfrm>
            <a:off x="4419600" y="3586347"/>
            <a:ext cx="7123631" cy="2623953"/>
          </a:xfrm>
        </p:spPr>
        <p:txBody>
          <a:bodyPr>
            <a:noAutofit/>
          </a:bodyPr>
          <a:lstStyle>
            <a:lvl1pPr marL="0" indent="0">
              <a:buFontTx/>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 (Segoe UI, 14pt)</a:t>
            </a:r>
          </a:p>
          <a:p>
            <a:pPr lvl="1"/>
            <a:r>
              <a:rPr lang="en-US"/>
              <a:t>Second level</a:t>
            </a:r>
          </a:p>
          <a:p>
            <a:pPr lvl="2"/>
            <a:r>
              <a:rPr lang="en-US"/>
              <a:t>Third level</a:t>
            </a:r>
          </a:p>
          <a:p>
            <a:pPr lvl="3"/>
            <a:r>
              <a:rPr lang="en-US"/>
              <a:t>Fourth level</a:t>
            </a:r>
          </a:p>
          <a:p>
            <a:pPr lvl="4"/>
            <a:r>
              <a:rPr lang="en-US"/>
              <a:t>Fifth level</a:t>
            </a:r>
          </a:p>
        </p:txBody>
      </p:sp>
      <p:pic>
        <p:nvPicPr>
          <p:cNvPr id="5" name="Graphic 4">
            <a:extLst>
              <a:ext uri="{FF2B5EF4-FFF2-40B4-BE49-F238E27FC236}">
                <a16:creationId xmlns:a16="http://schemas.microsoft.com/office/drawing/2014/main" id="{AB7D0872-0D3C-A0F7-1BBE-C97F1B65927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30629" y="-79829"/>
            <a:ext cx="4474030" cy="6774543"/>
          </a:xfrm>
          <a:prstGeom prst="rect">
            <a:avLst/>
          </a:prstGeom>
        </p:spPr>
      </p:pic>
      <p:sp>
        <p:nvSpPr>
          <p:cNvPr id="9" name="Text Placeholder 8">
            <a:extLst>
              <a:ext uri="{FF2B5EF4-FFF2-40B4-BE49-F238E27FC236}">
                <a16:creationId xmlns:a16="http://schemas.microsoft.com/office/drawing/2014/main" id="{784F0D64-5F5D-42E6-42CA-E0F39C445398}"/>
              </a:ext>
            </a:extLst>
          </p:cNvPr>
          <p:cNvSpPr>
            <a:spLocks noGrp="1"/>
          </p:cNvSpPr>
          <p:nvPr>
            <p:ph type="body" sz="quarter" idx="10" hasCustomPrompt="1"/>
          </p:nvPr>
        </p:nvSpPr>
        <p:spPr>
          <a:xfrm>
            <a:off x="648769" y="1732767"/>
            <a:ext cx="3203448" cy="3941045"/>
          </a:xfrm>
        </p:spPr>
        <p:txBody>
          <a:bodyPr anchor="t" anchorCtr="0">
            <a:noAutofit/>
          </a:bodyPr>
          <a:lstStyle>
            <a:lvl1pPr>
              <a:defRPr sz="1400"/>
            </a:lvl1pPr>
          </a:lstStyle>
          <a:p>
            <a:pPr lvl="0"/>
            <a:r>
              <a:rPr lang="en-US"/>
              <a:t>Click to edit section text</a:t>
            </a:r>
          </a:p>
        </p:txBody>
      </p:sp>
      <p:sp>
        <p:nvSpPr>
          <p:cNvPr id="16" name="Text Placeholder 15">
            <a:extLst>
              <a:ext uri="{FF2B5EF4-FFF2-40B4-BE49-F238E27FC236}">
                <a16:creationId xmlns:a16="http://schemas.microsoft.com/office/drawing/2014/main" id="{55EAFDE4-F300-0B00-8C24-6D547D178CE4}"/>
              </a:ext>
            </a:extLst>
          </p:cNvPr>
          <p:cNvSpPr>
            <a:spLocks noGrp="1"/>
          </p:cNvSpPr>
          <p:nvPr>
            <p:ph type="body" sz="quarter" idx="12" hasCustomPrompt="1"/>
          </p:nvPr>
        </p:nvSpPr>
        <p:spPr>
          <a:xfrm>
            <a:off x="648768" y="925085"/>
            <a:ext cx="3203449" cy="645539"/>
          </a:xfrm>
        </p:spPr>
        <p:txBody>
          <a:bodyPr>
            <a:noAutofit/>
          </a:bodyPr>
          <a:lstStyle>
            <a:lvl1pPr marL="0" indent="0">
              <a:buFontTx/>
              <a:buNone/>
              <a:defRPr sz="1600" b="1">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subhead text (Segoe UI bold, 16pt)</a:t>
            </a:r>
          </a:p>
        </p:txBody>
      </p:sp>
      <p:sp>
        <p:nvSpPr>
          <p:cNvPr id="7" name="Slide Number Placeholder 7">
            <a:extLst>
              <a:ext uri="{FF2B5EF4-FFF2-40B4-BE49-F238E27FC236}">
                <a16:creationId xmlns:a16="http://schemas.microsoft.com/office/drawing/2014/main" id="{00EDD7B8-65D8-43BE-D373-37F4779A6595}"/>
              </a:ext>
            </a:extLst>
          </p:cNvPr>
          <p:cNvSpPr>
            <a:spLocks noGrp="1"/>
          </p:cNvSpPr>
          <p:nvPr>
            <p:ph type="sldNum" sz="quarter" idx="4"/>
          </p:nvPr>
        </p:nvSpPr>
        <p:spPr>
          <a:xfrm>
            <a:off x="11253127" y="6488472"/>
            <a:ext cx="329273" cy="226028"/>
          </a:xfrm>
          <a:prstGeom prst="rect">
            <a:avLst/>
          </a:prstGeom>
        </p:spPr>
        <p:txBody>
          <a:bodyPr lIns="0" rIns="0"/>
          <a:lstStyle>
            <a:lvl1pPr algn="r">
              <a:defRPr sz="800">
                <a:latin typeface="Segoe UI" panose="020B0502040204020203" pitchFamily="34" charset="0"/>
                <a:cs typeface="Segoe UI" panose="020B0502040204020203" pitchFamily="34" charset="0"/>
              </a:defRPr>
            </a:lvl1pPr>
          </a:lstStyle>
          <a:p>
            <a:fld id="{F71C0B42-4AEE-41DE-B077-4156AA01E9D4}" type="slidenum">
              <a:rPr lang="en-US" smtClean="0"/>
              <a:pPr/>
              <a:t>‹#›</a:t>
            </a:fld>
            <a:endParaRPr lang="en-US"/>
          </a:p>
        </p:txBody>
      </p:sp>
      <p:sp>
        <p:nvSpPr>
          <p:cNvPr id="11" name="Text Placeholder 7">
            <a:extLst>
              <a:ext uri="{FF2B5EF4-FFF2-40B4-BE49-F238E27FC236}">
                <a16:creationId xmlns:a16="http://schemas.microsoft.com/office/drawing/2014/main" id="{D0A06A4C-8516-AEFA-9BB2-DF65E050D7B4}"/>
              </a:ext>
            </a:extLst>
          </p:cNvPr>
          <p:cNvSpPr>
            <a:spLocks noGrp="1"/>
          </p:cNvSpPr>
          <p:nvPr>
            <p:ph type="body" sz="quarter" idx="13" hasCustomPrompt="1"/>
          </p:nvPr>
        </p:nvSpPr>
        <p:spPr>
          <a:xfrm>
            <a:off x="4419600" y="433201"/>
            <a:ext cx="7124700" cy="362445"/>
          </a:xfrm>
        </p:spPr>
        <p:txBody>
          <a:bodyPr>
            <a:noAutofit/>
          </a:bodyPr>
          <a:lstStyle>
            <a:lvl1pPr marL="0" indent="0">
              <a:buFontTx/>
              <a:buNone/>
              <a:defRPr sz="1100" b="1">
                <a:solidFill>
                  <a:schemeClr val="accent2"/>
                </a:solidFill>
                <a:latin typeface="Segoe UI" panose="020B0502040204020203" pitchFamily="34" charset="0"/>
                <a:cs typeface="Segoe UI" panose="020B0502040204020203" pitchFamily="34" charset="0"/>
              </a:defRPr>
            </a:lvl1pPr>
          </a:lstStyle>
          <a:p>
            <a:pPr lvl="0"/>
            <a:r>
              <a:rPr lang="en-US"/>
              <a:t>Click to add section topic header title (Segoe UI bold, 11pt)</a:t>
            </a:r>
          </a:p>
        </p:txBody>
      </p:sp>
      <p:sp>
        <p:nvSpPr>
          <p:cNvPr id="12" name="Title 1">
            <a:extLst>
              <a:ext uri="{FF2B5EF4-FFF2-40B4-BE49-F238E27FC236}">
                <a16:creationId xmlns:a16="http://schemas.microsoft.com/office/drawing/2014/main" id="{F061CD88-B9DC-6AEB-2DBA-045838B261F9}"/>
              </a:ext>
            </a:extLst>
          </p:cNvPr>
          <p:cNvSpPr>
            <a:spLocks noGrp="1"/>
          </p:cNvSpPr>
          <p:nvPr>
            <p:ph type="title" hasCustomPrompt="1"/>
          </p:nvPr>
        </p:nvSpPr>
        <p:spPr>
          <a:xfrm>
            <a:off x="4419600" y="981305"/>
            <a:ext cx="7124700" cy="945920"/>
          </a:xfrm>
        </p:spPr>
        <p:txBody>
          <a:bodyPr>
            <a:noAutofit/>
          </a:bodyPr>
          <a:lstStyle>
            <a:lvl1pPr>
              <a:defRPr sz="2800" b="1">
                <a:solidFill>
                  <a:schemeClr val="tx1"/>
                </a:solidFill>
              </a:defRPr>
            </a:lvl1pPr>
          </a:lstStyle>
          <a:p>
            <a:r>
              <a:rPr lang="en-US"/>
              <a:t>Click to edit title (Segoe UI bold 28pt)</a:t>
            </a:r>
          </a:p>
        </p:txBody>
      </p:sp>
      <p:sp>
        <p:nvSpPr>
          <p:cNvPr id="13" name="Text Placeholder 13">
            <a:extLst>
              <a:ext uri="{FF2B5EF4-FFF2-40B4-BE49-F238E27FC236}">
                <a16:creationId xmlns:a16="http://schemas.microsoft.com/office/drawing/2014/main" id="{9E5575C6-6461-5C91-745D-81B20211CC0F}"/>
              </a:ext>
            </a:extLst>
          </p:cNvPr>
          <p:cNvSpPr>
            <a:spLocks noGrp="1"/>
          </p:cNvSpPr>
          <p:nvPr>
            <p:ph type="body" sz="quarter" idx="14" hasCustomPrompt="1"/>
          </p:nvPr>
        </p:nvSpPr>
        <p:spPr>
          <a:xfrm>
            <a:off x="4419600" y="1916034"/>
            <a:ext cx="7123631" cy="945920"/>
          </a:xfrm>
        </p:spPr>
        <p:txBody>
          <a:bodyPr>
            <a:noAutofit/>
          </a:bodyPr>
          <a:lstStyle>
            <a:lvl1pPr marL="0" indent="0">
              <a:lnSpc>
                <a:spcPct val="100000"/>
              </a:lnSpc>
              <a:buFontTx/>
              <a:buNone/>
              <a:defRPr sz="1800" b="1" i="0">
                <a:solidFill>
                  <a:schemeClr val="tx1"/>
                </a:solidFill>
                <a:latin typeface="Segoe UI Semibold" panose="020B0502040204020203" pitchFamily="34" charset="0"/>
                <a:cs typeface="Segoe UI Semibold"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intro copy (Segoe UI Semibold, 18 pt). Click to add intro copy here.</a:t>
            </a:r>
          </a:p>
        </p:txBody>
      </p:sp>
      <p:sp>
        <p:nvSpPr>
          <p:cNvPr id="15" name="Text Placeholder 13">
            <a:extLst>
              <a:ext uri="{FF2B5EF4-FFF2-40B4-BE49-F238E27FC236}">
                <a16:creationId xmlns:a16="http://schemas.microsoft.com/office/drawing/2014/main" id="{A7AC7D53-7D9B-AEEF-C497-2DDC3EC2541E}"/>
              </a:ext>
            </a:extLst>
          </p:cNvPr>
          <p:cNvSpPr>
            <a:spLocks noGrp="1"/>
          </p:cNvSpPr>
          <p:nvPr>
            <p:ph type="body" sz="quarter" idx="15" hasCustomPrompt="1"/>
          </p:nvPr>
        </p:nvSpPr>
        <p:spPr>
          <a:xfrm>
            <a:off x="4419600" y="3092172"/>
            <a:ext cx="7123630" cy="494176"/>
          </a:xfrm>
        </p:spPr>
        <p:txBody>
          <a:bodyPr>
            <a:noAutofit/>
          </a:bodyPr>
          <a:lstStyle>
            <a:lvl1pPr marL="0" indent="0">
              <a:buFontTx/>
              <a:buNone/>
              <a:defRPr sz="1600" b="1" i="0">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subhead text (Segoe UI bold, 16pt)</a:t>
            </a:r>
          </a:p>
        </p:txBody>
      </p:sp>
    </p:spTree>
    <p:extLst>
      <p:ext uri="{BB962C8B-B14F-4D97-AF65-F5344CB8AC3E}">
        <p14:creationId xmlns:p14="http://schemas.microsoft.com/office/powerpoint/2010/main" val="32616427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Intro, Subhead, Copy, Picture">
    <p:bg>
      <p:bgPr>
        <a:solidFill>
          <a:schemeClr val="bg1"/>
        </a:solidFill>
        <a:effectLst/>
      </p:bgPr>
    </p:bg>
    <p:spTree>
      <p:nvGrpSpPr>
        <p:cNvPr id="1" name=""/>
        <p:cNvGrpSpPr/>
        <p:nvPr/>
      </p:nvGrpSpPr>
      <p:grpSpPr>
        <a:xfrm>
          <a:off x="0" y="0"/>
          <a:ext cx="0" cy="0"/>
          <a:chOff x="0" y="0"/>
          <a:chExt cx="0" cy="0"/>
        </a:xfrm>
      </p:grpSpPr>
      <p:sp>
        <p:nvSpPr>
          <p:cNvPr id="7" name="Picture Placeholder 22">
            <a:extLst>
              <a:ext uri="{FF2B5EF4-FFF2-40B4-BE49-F238E27FC236}">
                <a16:creationId xmlns:a16="http://schemas.microsoft.com/office/drawing/2014/main" id="{5870F4F4-033A-C68F-7CDA-F00281440C01}"/>
              </a:ext>
            </a:extLst>
          </p:cNvPr>
          <p:cNvSpPr>
            <a:spLocks noGrp="1"/>
          </p:cNvSpPr>
          <p:nvPr>
            <p:ph type="pic" sz="quarter" idx="14" hasCustomPrompt="1"/>
          </p:nvPr>
        </p:nvSpPr>
        <p:spPr>
          <a:xfrm>
            <a:off x="6194305" y="1986650"/>
            <a:ext cx="5324719" cy="4337949"/>
          </a:xfrm>
          <a:custGeom>
            <a:avLst/>
            <a:gdLst>
              <a:gd name="connsiteX0" fmla="*/ 0 w 3792538"/>
              <a:gd name="connsiteY0" fmla="*/ 0 h 4849812"/>
              <a:gd name="connsiteX1" fmla="*/ 3792538 w 3792538"/>
              <a:gd name="connsiteY1" fmla="*/ 0 h 4849812"/>
              <a:gd name="connsiteX2" fmla="*/ 3792538 w 3792538"/>
              <a:gd name="connsiteY2" fmla="*/ 4849812 h 4849812"/>
              <a:gd name="connsiteX3" fmla="*/ 0 w 3792538"/>
              <a:gd name="connsiteY3" fmla="*/ 4849812 h 4849812"/>
              <a:gd name="connsiteX4" fmla="*/ 0 w 3792538"/>
              <a:gd name="connsiteY4" fmla="*/ 0 h 4849812"/>
              <a:gd name="connsiteX0" fmla="*/ 175365 w 3792538"/>
              <a:gd name="connsiteY0" fmla="*/ 187891 h 4849812"/>
              <a:gd name="connsiteX1" fmla="*/ 3792538 w 3792538"/>
              <a:gd name="connsiteY1" fmla="*/ 0 h 4849812"/>
              <a:gd name="connsiteX2" fmla="*/ 3792538 w 3792538"/>
              <a:gd name="connsiteY2" fmla="*/ 4849812 h 4849812"/>
              <a:gd name="connsiteX3" fmla="*/ 0 w 3792538"/>
              <a:gd name="connsiteY3" fmla="*/ 4849812 h 4849812"/>
              <a:gd name="connsiteX4" fmla="*/ 175365 w 3792538"/>
              <a:gd name="connsiteY4" fmla="*/ 187891 h 4849812"/>
              <a:gd name="connsiteX0" fmla="*/ 175365 w 3792538"/>
              <a:gd name="connsiteY0" fmla="*/ 254121 h 4916042"/>
              <a:gd name="connsiteX1" fmla="*/ 3792538 w 3792538"/>
              <a:gd name="connsiteY1" fmla="*/ 66230 h 4916042"/>
              <a:gd name="connsiteX2" fmla="*/ 3792538 w 3792538"/>
              <a:gd name="connsiteY2" fmla="*/ 4916042 h 4916042"/>
              <a:gd name="connsiteX3" fmla="*/ 0 w 3792538"/>
              <a:gd name="connsiteY3" fmla="*/ 4916042 h 4916042"/>
              <a:gd name="connsiteX4" fmla="*/ 175365 w 3792538"/>
              <a:gd name="connsiteY4" fmla="*/ 254121 h 4916042"/>
              <a:gd name="connsiteX0" fmla="*/ 186614 w 3803787"/>
              <a:gd name="connsiteY0" fmla="*/ 254121 h 4916042"/>
              <a:gd name="connsiteX1" fmla="*/ 3803787 w 3803787"/>
              <a:gd name="connsiteY1" fmla="*/ 66230 h 4916042"/>
              <a:gd name="connsiteX2" fmla="*/ 3803787 w 3803787"/>
              <a:gd name="connsiteY2" fmla="*/ 4916042 h 4916042"/>
              <a:gd name="connsiteX3" fmla="*/ 11249 w 3803787"/>
              <a:gd name="connsiteY3" fmla="*/ 4916042 h 4916042"/>
              <a:gd name="connsiteX4" fmla="*/ 186614 w 3803787"/>
              <a:gd name="connsiteY4" fmla="*/ 254121 h 4916042"/>
              <a:gd name="connsiteX0" fmla="*/ 90495 w 3707668"/>
              <a:gd name="connsiteY0" fmla="*/ 254121 h 4916042"/>
              <a:gd name="connsiteX1" fmla="*/ 3707668 w 3707668"/>
              <a:gd name="connsiteY1" fmla="*/ 66230 h 4916042"/>
              <a:gd name="connsiteX2" fmla="*/ 3707668 w 3707668"/>
              <a:gd name="connsiteY2" fmla="*/ 4916042 h 4916042"/>
              <a:gd name="connsiteX3" fmla="*/ 353541 w 3707668"/>
              <a:gd name="connsiteY3" fmla="*/ 4916042 h 4916042"/>
              <a:gd name="connsiteX4" fmla="*/ 90495 w 3707668"/>
              <a:gd name="connsiteY4" fmla="*/ 254121 h 4916042"/>
              <a:gd name="connsiteX0" fmla="*/ 191817 w 3808990"/>
              <a:gd name="connsiteY0" fmla="*/ 254121 h 4916042"/>
              <a:gd name="connsiteX1" fmla="*/ 3808990 w 3808990"/>
              <a:gd name="connsiteY1" fmla="*/ 66230 h 4916042"/>
              <a:gd name="connsiteX2" fmla="*/ 3808990 w 3808990"/>
              <a:gd name="connsiteY2" fmla="*/ 4916042 h 4916042"/>
              <a:gd name="connsiteX3" fmla="*/ 454863 w 3808990"/>
              <a:gd name="connsiteY3" fmla="*/ 4916042 h 4916042"/>
              <a:gd name="connsiteX4" fmla="*/ 191817 w 3808990"/>
              <a:gd name="connsiteY4" fmla="*/ 254121 h 4916042"/>
              <a:gd name="connsiteX0" fmla="*/ 191817 w 3808990"/>
              <a:gd name="connsiteY0" fmla="*/ 254121 h 5099757"/>
              <a:gd name="connsiteX1" fmla="*/ 3808990 w 3808990"/>
              <a:gd name="connsiteY1" fmla="*/ 66230 h 5099757"/>
              <a:gd name="connsiteX2" fmla="*/ 3808990 w 3808990"/>
              <a:gd name="connsiteY2" fmla="*/ 4916042 h 5099757"/>
              <a:gd name="connsiteX3" fmla="*/ 454863 w 3808990"/>
              <a:gd name="connsiteY3" fmla="*/ 4916042 h 5099757"/>
              <a:gd name="connsiteX4" fmla="*/ 191817 w 3808990"/>
              <a:gd name="connsiteY4" fmla="*/ 254121 h 5099757"/>
              <a:gd name="connsiteX0" fmla="*/ 191817 w 3808990"/>
              <a:gd name="connsiteY0" fmla="*/ 254121 h 5103061"/>
              <a:gd name="connsiteX1" fmla="*/ 3808990 w 3808990"/>
              <a:gd name="connsiteY1" fmla="*/ 66230 h 5103061"/>
              <a:gd name="connsiteX2" fmla="*/ 3596047 w 3808990"/>
              <a:gd name="connsiteY2" fmla="*/ 4928568 h 5103061"/>
              <a:gd name="connsiteX3" fmla="*/ 454863 w 3808990"/>
              <a:gd name="connsiteY3" fmla="*/ 4916042 h 5103061"/>
              <a:gd name="connsiteX4" fmla="*/ 191817 w 3808990"/>
              <a:gd name="connsiteY4" fmla="*/ 254121 h 5103061"/>
              <a:gd name="connsiteX0" fmla="*/ 191817 w 3808990"/>
              <a:gd name="connsiteY0" fmla="*/ 254121 h 5218251"/>
              <a:gd name="connsiteX1" fmla="*/ 3808990 w 3808990"/>
              <a:gd name="connsiteY1" fmla="*/ 66230 h 5218251"/>
              <a:gd name="connsiteX2" fmla="*/ 3596047 w 3808990"/>
              <a:gd name="connsiteY2" fmla="*/ 4928568 h 5218251"/>
              <a:gd name="connsiteX3" fmla="*/ 454863 w 3808990"/>
              <a:gd name="connsiteY3" fmla="*/ 4916042 h 5218251"/>
              <a:gd name="connsiteX4" fmla="*/ 191817 w 3808990"/>
              <a:gd name="connsiteY4" fmla="*/ 254121 h 5218251"/>
              <a:gd name="connsiteX0" fmla="*/ 191817 w 3860878"/>
              <a:gd name="connsiteY0" fmla="*/ 254121 h 5218251"/>
              <a:gd name="connsiteX1" fmla="*/ 3808990 w 3860878"/>
              <a:gd name="connsiteY1" fmla="*/ 66230 h 5218251"/>
              <a:gd name="connsiteX2" fmla="*/ 3596047 w 3860878"/>
              <a:gd name="connsiteY2" fmla="*/ 4928568 h 5218251"/>
              <a:gd name="connsiteX3" fmla="*/ 454863 w 3860878"/>
              <a:gd name="connsiteY3" fmla="*/ 4916042 h 5218251"/>
              <a:gd name="connsiteX4" fmla="*/ 191817 w 3860878"/>
              <a:gd name="connsiteY4" fmla="*/ 254121 h 5218251"/>
              <a:gd name="connsiteX0" fmla="*/ 191817 w 3799284"/>
              <a:gd name="connsiteY0" fmla="*/ 207404 h 5171534"/>
              <a:gd name="connsiteX1" fmla="*/ 3608573 w 3799284"/>
              <a:gd name="connsiteY1" fmla="*/ 169825 h 5171534"/>
              <a:gd name="connsiteX2" fmla="*/ 3596047 w 3799284"/>
              <a:gd name="connsiteY2" fmla="*/ 4881851 h 5171534"/>
              <a:gd name="connsiteX3" fmla="*/ 454863 w 3799284"/>
              <a:gd name="connsiteY3" fmla="*/ 4869325 h 5171534"/>
              <a:gd name="connsiteX4" fmla="*/ 191817 w 3799284"/>
              <a:gd name="connsiteY4" fmla="*/ 207404 h 5171534"/>
              <a:gd name="connsiteX0" fmla="*/ 191817 w 3799284"/>
              <a:gd name="connsiteY0" fmla="*/ 361834 h 5325964"/>
              <a:gd name="connsiteX1" fmla="*/ 3608573 w 3799284"/>
              <a:gd name="connsiteY1" fmla="*/ 324255 h 5325964"/>
              <a:gd name="connsiteX2" fmla="*/ 3596047 w 3799284"/>
              <a:gd name="connsiteY2" fmla="*/ 5036281 h 5325964"/>
              <a:gd name="connsiteX3" fmla="*/ 454863 w 3799284"/>
              <a:gd name="connsiteY3" fmla="*/ 5023755 h 5325964"/>
              <a:gd name="connsiteX4" fmla="*/ 191817 w 3799284"/>
              <a:gd name="connsiteY4" fmla="*/ 361834 h 5325964"/>
              <a:gd name="connsiteX0" fmla="*/ 191817 w 3884556"/>
              <a:gd name="connsiteY0" fmla="*/ 361834 h 5325964"/>
              <a:gd name="connsiteX1" fmla="*/ 3608573 w 3884556"/>
              <a:gd name="connsiteY1" fmla="*/ 324255 h 5325964"/>
              <a:gd name="connsiteX2" fmla="*/ 3596047 w 3884556"/>
              <a:gd name="connsiteY2" fmla="*/ 5036281 h 5325964"/>
              <a:gd name="connsiteX3" fmla="*/ 454863 w 3884556"/>
              <a:gd name="connsiteY3" fmla="*/ 5023755 h 5325964"/>
              <a:gd name="connsiteX4" fmla="*/ 191817 w 3884556"/>
              <a:gd name="connsiteY4" fmla="*/ 361834 h 5325964"/>
              <a:gd name="connsiteX0" fmla="*/ 191817 w 3855754"/>
              <a:gd name="connsiteY0" fmla="*/ 361834 h 5726890"/>
              <a:gd name="connsiteX1" fmla="*/ 3608573 w 3855754"/>
              <a:gd name="connsiteY1" fmla="*/ 324255 h 5726890"/>
              <a:gd name="connsiteX2" fmla="*/ 3545943 w 3855754"/>
              <a:gd name="connsiteY2" fmla="*/ 5599952 h 5726890"/>
              <a:gd name="connsiteX3" fmla="*/ 454863 w 3855754"/>
              <a:gd name="connsiteY3" fmla="*/ 5023755 h 5726890"/>
              <a:gd name="connsiteX4" fmla="*/ 191817 w 3855754"/>
              <a:gd name="connsiteY4" fmla="*/ 361834 h 5726890"/>
              <a:gd name="connsiteX0" fmla="*/ 259947 w 3923884"/>
              <a:gd name="connsiteY0" fmla="*/ 361834 h 5838594"/>
              <a:gd name="connsiteX1" fmla="*/ 3676703 w 3923884"/>
              <a:gd name="connsiteY1" fmla="*/ 324255 h 5838594"/>
              <a:gd name="connsiteX2" fmla="*/ 3614073 w 3923884"/>
              <a:gd name="connsiteY2" fmla="*/ 5599952 h 5838594"/>
              <a:gd name="connsiteX3" fmla="*/ 360155 w 3923884"/>
              <a:gd name="connsiteY3" fmla="*/ 5474692 h 5838594"/>
              <a:gd name="connsiteX4" fmla="*/ 259947 w 3923884"/>
              <a:gd name="connsiteY4" fmla="*/ 361834 h 5838594"/>
              <a:gd name="connsiteX0" fmla="*/ 215634 w 3879571"/>
              <a:gd name="connsiteY0" fmla="*/ 361834 h 5838594"/>
              <a:gd name="connsiteX1" fmla="*/ 3632390 w 3879571"/>
              <a:gd name="connsiteY1" fmla="*/ 324255 h 5838594"/>
              <a:gd name="connsiteX2" fmla="*/ 3569760 w 3879571"/>
              <a:gd name="connsiteY2" fmla="*/ 5599952 h 5838594"/>
              <a:gd name="connsiteX3" fmla="*/ 315842 w 3879571"/>
              <a:gd name="connsiteY3" fmla="*/ 5474692 h 5838594"/>
              <a:gd name="connsiteX4" fmla="*/ 215634 w 3879571"/>
              <a:gd name="connsiteY4" fmla="*/ 361834 h 5838594"/>
              <a:gd name="connsiteX0" fmla="*/ 215634 w 3879571"/>
              <a:gd name="connsiteY0" fmla="*/ 361834 h 5811994"/>
              <a:gd name="connsiteX1" fmla="*/ 3632390 w 3879571"/>
              <a:gd name="connsiteY1" fmla="*/ 324255 h 5811994"/>
              <a:gd name="connsiteX2" fmla="*/ 3569760 w 3879571"/>
              <a:gd name="connsiteY2" fmla="*/ 5599952 h 5811994"/>
              <a:gd name="connsiteX3" fmla="*/ 315842 w 3879571"/>
              <a:gd name="connsiteY3" fmla="*/ 5474692 h 5811994"/>
              <a:gd name="connsiteX4" fmla="*/ 215634 w 3879571"/>
              <a:gd name="connsiteY4" fmla="*/ 361834 h 5811994"/>
              <a:gd name="connsiteX0" fmla="*/ 215634 w 3859822"/>
              <a:gd name="connsiteY0" fmla="*/ 361834 h 5811994"/>
              <a:gd name="connsiteX1" fmla="*/ 3632390 w 3859822"/>
              <a:gd name="connsiteY1" fmla="*/ 324255 h 5811994"/>
              <a:gd name="connsiteX2" fmla="*/ 3569760 w 3859822"/>
              <a:gd name="connsiteY2" fmla="*/ 5599952 h 5811994"/>
              <a:gd name="connsiteX3" fmla="*/ 315842 w 3859822"/>
              <a:gd name="connsiteY3" fmla="*/ 5474692 h 5811994"/>
              <a:gd name="connsiteX4" fmla="*/ 215634 w 3859822"/>
              <a:gd name="connsiteY4" fmla="*/ 361834 h 5811994"/>
              <a:gd name="connsiteX0" fmla="*/ 215634 w 3859822"/>
              <a:gd name="connsiteY0" fmla="*/ 390006 h 5840166"/>
              <a:gd name="connsiteX1" fmla="*/ 3632390 w 3859822"/>
              <a:gd name="connsiteY1" fmla="*/ 352427 h 5840166"/>
              <a:gd name="connsiteX2" fmla="*/ 3569760 w 3859822"/>
              <a:gd name="connsiteY2" fmla="*/ 5628124 h 5840166"/>
              <a:gd name="connsiteX3" fmla="*/ 315842 w 3859822"/>
              <a:gd name="connsiteY3" fmla="*/ 5502864 h 5840166"/>
              <a:gd name="connsiteX4" fmla="*/ 215634 w 3859822"/>
              <a:gd name="connsiteY4" fmla="*/ 390006 h 5840166"/>
              <a:gd name="connsiteX0" fmla="*/ 215634 w 3859822"/>
              <a:gd name="connsiteY0" fmla="*/ 452210 h 5902370"/>
              <a:gd name="connsiteX1" fmla="*/ 3632390 w 3859822"/>
              <a:gd name="connsiteY1" fmla="*/ 414631 h 5902370"/>
              <a:gd name="connsiteX2" fmla="*/ 3569760 w 3859822"/>
              <a:gd name="connsiteY2" fmla="*/ 5690328 h 5902370"/>
              <a:gd name="connsiteX3" fmla="*/ 315842 w 3859822"/>
              <a:gd name="connsiteY3" fmla="*/ 5565068 h 5902370"/>
              <a:gd name="connsiteX4" fmla="*/ 215634 w 3859822"/>
              <a:gd name="connsiteY4" fmla="*/ 452210 h 5902370"/>
              <a:gd name="connsiteX0" fmla="*/ 228420 w 3872608"/>
              <a:gd name="connsiteY0" fmla="*/ 452210 h 5902370"/>
              <a:gd name="connsiteX1" fmla="*/ 3645176 w 3872608"/>
              <a:gd name="connsiteY1" fmla="*/ 414631 h 5902370"/>
              <a:gd name="connsiteX2" fmla="*/ 3582546 w 3872608"/>
              <a:gd name="connsiteY2" fmla="*/ 5690328 h 5902370"/>
              <a:gd name="connsiteX3" fmla="*/ 328628 w 3872608"/>
              <a:gd name="connsiteY3" fmla="*/ 5565068 h 5902370"/>
              <a:gd name="connsiteX4" fmla="*/ 228420 w 3872608"/>
              <a:gd name="connsiteY4" fmla="*/ 452210 h 5902370"/>
              <a:gd name="connsiteX0" fmla="*/ 228420 w 3872608"/>
              <a:gd name="connsiteY0" fmla="*/ 452210 h 5863850"/>
              <a:gd name="connsiteX1" fmla="*/ 3645176 w 3872608"/>
              <a:gd name="connsiteY1" fmla="*/ 414631 h 5863850"/>
              <a:gd name="connsiteX2" fmla="*/ 3582546 w 3872608"/>
              <a:gd name="connsiteY2" fmla="*/ 5690328 h 5863850"/>
              <a:gd name="connsiteX3" fmla="*/ 328628 w 3872608"/>
              <a:gd name="connsiteY3" fmla="*/ 5565068 h 5863850"/>
              <a:gd name="connsiteX4" fmla="*/ 228420 w 3872608"/>
              <a:gd name="connsiteY4" fmla="*/ 452210 h 5863850"/>
              <a:gd name="connsiteX0" fmla="*/ 212338 w 3856526"/>
              <a:gd name="connsiteY0" fmla="*/ 452210 h 5878025"/>
              <a:gd name="connsiteX1" fmla="*/ 3629094 w 3856526"/>
              <a:gd name="connsiteY1" fmla="*/ 414631 h 5878025"/>
              <a:gd name="connsiteX2" fmla="*/ 3566464 w 3856526"/>
              <a:gd name="connsiteY2" fmla="*/ 5690328 h 5878025"/>
              <a:gd name="connsiteX3" fmla="*/ 350124 w 3856526"/>
              <a:gd name="connsiteY3" fmla="*/ 5615172 h 5878025"/>
              <a:gd name="connsiteX4" fmla="*/ 212338 w 3856526"/>
              <a:gd name="connsiteY4" fmla="*/ 452210 h 5878025"/>
              <a:gd name="connsiteX0" fmla="*/ 230578 w 3874766"/>
              <a:gd name="connsiteY0" fmla="*/ 452210 h 5878025"/>
              <a:gd name="connsiteX1" fmla="*/ 3647334 w 3874766"/>
              <a:gd name="connsiteY1" fmla="*/ 414631 h 5878025"/>
              <a:gd name="connsiteX2" fmla="*/ 3584704 w 3874766"/>
              <a:gd name="connsiteY2" fmla="*/ 5690328 h 5878025"/>
              <a:gd name="connsiteX3" fmla="*/ 368364 w 3874766"/>
              <a:gd name="connsiteY3" fmla="*/ 5615172 h 5878025"/>
              <a:gd name="connsiteX4" fmla="*/ 230578 w 3874766"/>
              <a:gd name="connsiteY4" fmla="*/ 452210 h 5878025"/>
              <a:gd name="connsiteX0" fmla="*/ 230578 w 3874766"/>
              <a:gd name="connsiteY0" fmla="*/ 452210 h 5996287"/>
              <a:gd name="connsiteX1" fmla="*/ 3647334 w 3874766"/>
              <a:gd name="connsiteY1" fmla="*/ 414631 h 5996287"/>
              <a:gd name="connsiteX2" fmla="*/ 3584704 w 3874766"/>
              <a:gd name="connsiteY2" fmla="*/ 5690328 h 5996287"/>
              <a:gd name="connsiteX3" fmla="*/ 368364 w 3874766"/>
              <a:gd name="connsiteY3" fmla="*/ 5615172 h 5996287"/>
              <a:gd name="connsiteX4" fmla="*/ 230578 w 3874766"/>
              <a:gd name="connsiteY4" fmla="*/ 452210 h 5996287"/>
              <a:gd name="connsiteX0" fmla="*/ 230578 w 3874766"/>
              <a:gd name="connsiteY0" fmla="*/ 452210 h 6056046"/>
              <a:gd name="connsiteX1" fmla="*/ 3647334 w 3874766"/>
              <a:gd name="connsiteY1" fmla="*/ 414631 h 6056046"/>
              <a:gd name="connsiteX2" fmla="*/ 3584704 w 3874766"/>
              <a:gd name="connsiteY2" fmla="*/ 5690328 h 6056046"/>
              <a:gd name="connsiteX3" fmla="*/ 368364 w 3874766"/>
              <a:gd name="connsiteY3" fmla="*/ 5615172 h 6056046"/>
              <a:gd name="connsiteX4" fmla="*/ 230578 w 3874766"/>
              <a:gd name="connsiteY4" fmla="*/ 452210 h 6056046"/>
              <a:gd name="connsiteX0" fmla="*/ 230578 w 3947612"/>
              <a:gd name="connsiteY0" fmla="*/ 452210 h 6056046"/>
              <a:gd name="connsiteX1" fmla="*/ 3647334 w 3947612"/>
              <a:gd name="connsiteY1" fmla="*/ 414631 h 6056046"/>
              <a:gd name="connsiteX2" fmla="*/ 3584704 w 3947612"/>
              <a:gd name="connsiteY2" fmla="*/ 5690328 h 6056046"/>
              <a:gd name="connsiteX3" fmla="*/ 368364 w 3947612"/>
              <a:gd name="connsiteY3" fmla="*/ 5615172 h 6056046"/>
              <a:gd name="connsiteX4" fmla="*/ 230578 w 3947612"/>
              <a:gd name="connsiteY4" fmla="*/ 452210 h 6056046"/>
              <a:gd name="connsiteX0" fmla="*/ 230578 w 3892953"/>
              <a:gd name="connsiteY0" fmla="*/ 452210 h 6148999"/>
              <a:gd name="connsiteX1" fmla="*/ 3647334 w 3892953"/>
              <a:gd name="connsiteY1" fmla="*/ 414631 h 6148999"/>
              <a:gd name="connsiteX2" fmla="*/ 3486410 w 3892953"/>
              <a:gd name="connsiteY2" fmla="*/ 5845134 h 6148999"/>
              <a:gd name="connsiteX3" fmla="*/ 368364 w 3892953"/>
              <a:gd name="connsiteY3" fmla="*/ 5615172 h 6148999"/>
              <a:gd name="connsiteX4" fmla="*/ 230578 w 3892953"/>
              <a:gd name="connsiteY4" fmla="*/ 452210 h 6148999"/>
              <a:gd name="connsiteX0" fmla="*/ 230578 w 3892953"/>
              <a:gd name="connsiteY0" fmla="*/ 583371 h 6280160"/>
              <a:gd name="connsiteX1" fmla="*/ 3647334 w 3892953"/>
              <a:gd name="connsiteY1" fmla="*/ 545792 h 6280160"/>
              <a:gd name="connsiteX2" fmla="*/ 3486410 w 3892953"/>
              <a:gd name="connsiteY2" fmla="*/ 5976295 h 6280160"/>
              <a:gd name="connsiteX3" fmla="*/ 368364 w 3892953"/>
              <a:gd name="connsiteY3" fmla="*/ 5746333 h 6280160"/>
              <a:gd name="connsiteX4" fmla="*/ 230578 w 3892953"/>
              <a:gd name="connsiteY4" fmla="*/ 583371 h 6280160"/>
              <a:gd name="connsiteX0" fmla="*/ 230578 w 3938495"/>
              <a:gd name="connsiteY0" fmla="*/ 583371 h 6280160"/>
              <a:gd name="connsiteX1" fmla="*/ 3647334 w 3938495"/>
              <a:gd name="connsiteY1" fmla="*/ 545792 h 6280160"/>
              <a:gd name="connsiteX2" fmla="*/ 3486410 w 3938495"/>
              <a:gd name="connsiteY2" fmla="*/ 5976295 h 6280160"/>
              <a:gd name="connsiteX3" fmla="*/ 368364 w 3938495"/>
              <a:gd name="connsiteY3" fmla="*/ 5746333 h 6280160"/>
              <a:gd name="connsiteX4" fmla="*/ 230578 w 3938495"/>
              <a:gd name="connsiteY4" fmla="*/ 583371 h 6280160"/>
              <a:gd name="connsiteX0" fmla="*/ 230578 w 3938495"/>
              <a:gd name="connsiteY0" fmla="*/ 471817 h 6168606"/>
              <a:gd name="connsiteX1" fmla="*/ 3647334 w 3938495"/>
              <a:gd name="connsiteY1" fmla="*/ 633273 h 6168606"/>
              <a:gd name="connsiteX2" fmla="*/ 3486410 w 3938495"/>
              <a:gd name="connsiteY2" fmla="*/ 5864741 h 6168606"/>
              <a:gd name="connsiteX3" fmla="*/ 368364 w 3938495"/>
              <a:gd name="connsiteY3" fmla="*/ 5634779 h 6168606"/>
              <a:gd name="connsiteX4" fmla="*/ 230578 w 3938495"/>
              <a:gd name="connsiteY4" fmla="*/ 471817 h 6168606"/>
              <a:gd name="connsiteX0" fmla="*/ 230578 w 3938495"/>
              <a:gd name="connsiteY0" fmla="*/ 549660 h 6246449"/>
              <a:gd name="connsiteX1" fmla="*/ 3647334 w 3938495"/>
              <a:gd name="connsiteY1" fmla="*/ 711116 h 6246449"/>
              <a:gd name="connsiteX2" fmla="*/ 3486410 w 3938495"/>
              <a:gd name="connsiteY2" fmla="*/ 5942584 h 6246449"/>
              <a:gd name="connsiteX3" fmla="*/ 368364 w 3938495"/>
              <a:gd name="connsiteY3" fmla="*/ 5712622 h 6246449"/>
              <a:gd name="connsiteX4" fmla="*/ 230578 w 3938495"/>
              <a:gd name="connsiteY4" fmla="*/ 549660 h 6246449"/>
              <a:gd name="connsiteX0" fmla="*/ 230578 w 3938495"/>
              <a:gd name="connsiteY0" fmla="*/ 650017 h 6346806"/>
              <a:gd name="connsiteX1" fmla="*/ 3647334 w 3938495"/>
              <a:gd name="connsiteY1" fmla="*/ 811473 h 6346806"/>
              <a:gd name="connsiteX2" fmla="*/ 3486410 w 3938495"/>
              <a:gd name="connsiteY2" fmla="*/ 6042941 h 6346806"/>
              <a:gd name="connsiteX3" fmla="*/ 368364 w 3938495"/>
              <a:gd name="connsiteY3" fmla="*/ 5812979 h 6346806"/>
              <a:gd name="connsiteX4" fmla="*/ 230578 w 3938495"/>
              <a:gd name="connsiteY4" fmla="*/ 650017 h 6346806"/>
              <a:gd name="connsiteX0" fmla="*/ 330569 w 4038486"/>
              <a:gd name="connsiteY0" fmla="*/ 650017 h 6346806"/>
              <a:gd name="connsiteX1" fmla="*/ 3747325 w 4038486"/>
              <a:gd name="connsiteY1" fmla="*/ 811473 h 6346806"/>
              <a:gd name="connsiteX2" fmla="*/ 3586401 w 4038486"/>
              <a:gd name="connsiteY2" fmla="*/ 6042941 h 6346806"/>
              <a:gd name="connsiteX3" fmla="*/ 468355 w 4038486"/>
              <a:gd name="connsiteY3" fmla="*/ 5812979 h 6346806"/>
              <a:gd name="connsiteX4" fmla="*/ 330569 w 4038486"/>
              <a:gd name="connsiteY4" fmla="*/ 650017 h 6346806"/>
              <a:gd name="connsiteX0" fmla="*/ 358779 w 3995706"/>
              <a:gd name="connsiteY0" fmla="*/ 677936 h 6319436"/>
              <a:gd name="connsiteX1" fmla="*/ 3704545 w 3995706"/>
              <a:gd name="connsiteY1" fmla="*/ 784103 h 6319436"/>
              <a:gd name="connsiteX2" fmla="*/ 3543621 w 3995706"/>
              <a:gd name="connsiteY2" fmla="*/ 6015571 h 6319436"/>
              <a:gd name="connsiteX3" fmla="*/ 425575 w 3995706"/>
              <a:gd name="connsiteY3" fmla="*/ 5785609 h 6319436"/>
              <a:gd name="connsiteX4" fmla="*/ 358779 w 3995706"/>
              <a:gd name="connsiteY4" fmla="*/ 677936 h 6319436"/>
              <a:gd name="connsiteX0" fmla="*/ 358779 w 3995706"/>
              <a:gd name="connsiteY0" fmla="*/ 800238 h 6441738"/>
              <a:gd name="connsiteX1" fmla="*/ 3704545 w 3995706"/>
              <a:gd name="connsiteY1" fmla="*/ 906405 h 6441738"/>
              <a:gd name="connsiteX2" fmla="*/ 3543621 w 3995706"/>
              <a:gd name="connsiteY2" fmla="*/ 6137873 h 6441738"/>
              <a:gd name="connsiteX3" fmla="*/ 425575 w 3995706"/>
              <a:gd name="connsiteY3" fmla="*/ 5907911 h 6441738"/>
              <a:gd name="connsiteX4" fmla="*/ 358779 w 3995706"/>
              <a:gd name="connsiteY4" fmla="*/ 800238 h 6441738"/>
              <a:gd name="connsiteX0" fmla="*/ 358779 w 4013531"/>
              <a:gd name="connsiteY0" fmla="*/ 881153 h 6522653"/>
              <a:gd name="connsiteX1" fmla="*/ 3737310 w 4013531"/>
              <a:gd name="connsiteY1" fmla="*/ 821456 h 6522653"/>
              <a:gd name="connsiteX2" fmla="*/ 3543621 w 4013531"/>
              <a:gd name="connsiteY2" fmla="*/ 6218788 h 6522653"/>
              <a:gd name="connsiteX3" fmla="*/ 425575 w 4013531"/>
              <a:gd name="connsiteY3" fmla="*/ 5988826 h 6522653"/>
              <a:gd name="connsiteX4" fmla="*/ 358779 w 4013531"/>
              <a:gd name="connsiteY4" fmla="*/ 881153 h 6522653"/>
              <a:gd name="connsiteX0" fmla="*/ 358779 w 3963812"/>
              <a:gd name="connsiteY0" fmla="*/ 881153 h 6529872"/>
              <a:gd name="connsiteX1" fmla="*/ 3737310 w 3963812"/>
              <a:gd name="connsiteY1" fmla="*/ 821456 h 6529872"/>
              <a:gd name="connsiteX2" fmla="*/ 3418023 w 3963812"/>
              <a:gd name="connsiteY2" fmla="*/ 6229847 h 6529872"/>
              <a:gd name="connsiteX3" fmla="*/ 425575 w 3963812"/>
              <a:gd name="connsiteY3" fmla="*/ 5988826 h 6529872"/>
              <a:gd name="connsiteX4" fmla="*/ 358779 w 3963812"/>
              <a:gd name="connsiteY4" fmla="*/ 881153 h 6529872"/>
              <a:gd name="connsiteX0" fmla="*/ 358779 w 4009245"/>
              <a:gd name="connsiteY0" fmla="*/ 881153 h 6529871"/>
              <a:gd name="connsiteX1" fmla="*/ 3737310 w 4009245"/>
              <a:gd name="connsiteY1" fmla="*/ 821456 h 6529871"/>
              <a:gd name="connsiteX2" fmla="*/ 3418023 w 4009245"/>
              <a:gd name="connsiteY2" fmla="*/ 6229847 h 6529871"/>
              <a:gd name="connsiteX3" fmla="*/ 425575 w 4009245"/>
              <a:gd name="connsiteY3" fmla="*/ 5988826 h 6529871"/>
              <a:gd name="connsiteX4" fmla="*/ 358779 w 4009245"/>
              <a:gd name="connsiteY4" fmla="*/ 881153 h 6529871"/>
              <a:gd name="connsiteX0" fmla="*/ 358779 w 4009245"/>
              <a:gd name="connsiteY0" fmla="*/ 881153 h 6515496"/>
              <a:gd name="connsiteX1" fmla="*/ 3737310 w 4009245"/>
              <a:gd name="connsiteY1" fmla="*/ 821456 h 6515496"/>
              <a:gd name="connsiteX2" fmla="*/ 3418023 w 4009245"/>
              <a:gd name="connsiteY2" fmla="*/ 6229847 h 6515496"/>
              <a:gd name="connsiteX3" fmla="*/ 425575 w 4009245"/>
              <a:gd name="connsiteY3" fmla="*/ 5988826 h 6515496"/>
              <a:gd name="connsiteX4" fmla="*/ 358779 w 4009245"/>
              <a:gd name="connsiteY4" fmla="*/ 881153 h 6515496"/>
              <a:gd name="connsiteX0" fmla="*/ 356489 w 4012416"/>
              <a:gd name="connsiteY0" fmla="*/ 810504 h 6588593"/>
              <a:gd name="connsiteX1" fmla="*/ 3740481 w 4012416"/>
              <a:gd name="connsiteY1" fmla="*/ 894555 h 6588593"/>
              <a:gd name="connsiteX2" fmla="*/ 3421194 w 4012416"/>
              <a:gd name="connsiteY2" fmla="*/ 6302946 h 6588593"/>
              <a:gd name="connsiteX3" fmla="*/ 428746 w 4012416"/>
              <a:gd name="connsiteY3" fmla="*/ 6061925 h 6588593"/>
              <a:gd name="connsiteX4" fmla="*/ 356489 w 4012416"/>
              <a:gd name="connsiteY4" fmla="*/ 810504 h 6588593"/>
              <a:gd name="connsiteX0" fmla="*/ 356489 w 4012416"/>
              <a:gd name="connsiteY0" fmla="*/ 869841 h 6526298"/>
              <a:gd name="connsiteX1" fmla="*/ 3740481 w 4012416"/>
              <a:gd name="connsiteY1" fmla="*/ 832259 h 6526298"/>
              <a:gd name="connsiteX2" fmla="*/ 3421194 w 4012416"/>
              <a:gd name="connsiteY2" fmla="*/ 6240650 h 6526298"/>
              <a:gd name="connsiteX3" fmla="*/ 428746 w 4012416"/>
              <a:gd name="connsiteY3" fmla="*/ 5999629 h 6526298"/>
              <a:gd name="connsiteX4" fmla="*/ 356489 w 4012416"/>
              <a:gd name="connsiteY4" fmla="*/ 869841 h 6526298"/>
              <a:gd name="connsiteX0" fmla="*/ 406513 w 4062440"/>
              <a:gd name="connsiteY0" fmla="*/ 869841 h 6526298"/>
              <a:gd name="connsiteX1" fmla="*/ 3790505 w 4062440"/>
              <a:gd name="connsiteY1" fmla="*/ 832259 h 6526298"/>
              <a:gd name="connsiteX2" fmla="*/ 3471218 w 4062440"/>
              <a:gd name="connsiteY2" fmla="*/ 6240650 h 6526298"/>
              <a:gd name="connsiteX3" fmla="*/ 478770 w 4062440"/>
              <a:gd name="connsiteY3" fmla="*/ 5999629 h 6526298"/>
              <a:gd name="connsiteX4" fmla="*/ 406513 w 4062440"/>
              <a:gd name="connsiteY4" fmla="*/ 869841 h 6526298"/>
              <a:gd name="connsiteX0" fmla="*/ 406513 w 4072113"/>
              <a:gd name="connsiteY0" fmla="*/ 810505 h 6466962"/>
              <a:gd name="connsiteX1" fmla="*/ 3806888 w 4072113"/>
              <a:gd name="connsiteY1" fmla="*/ 894556 h 6466962"/>
              <a:gd name="connsiteX2" fmla="*/ 3471218 w 4072113"/>
              <a:gd name="connsiteY2" fmla="*/ 6181314 h 6466962"/>
              <a:gd name="connsiteX3" fmla="*/ 478770 w 4072113"/>
              <a:gd name="connsiteY3" fmla="*/ 5940293 h 6466962"/>
              <a:gd name="connsiteX4" fmla="*/ 406513 w 4072113"/>
              <a:gd name="connsiteY4" fmla="*/ 810505 h 6466962"/>
              <a:gd name="connsiteX0" fmla="*/ 406513 w 4026577"/>
              <a:gd name="connsiteY0" fmla="*/ 810505 h 6459799"/>
              <a:gd name="connsiteX1" fmla="*/ 3806888 w 4026577"/>
              <a:gd name="connsiteY1" fmla="*/ 894556 h 6459799"/>
              <a:gd name="connsiteX2" fmla="*/ 3345620 w 4026577"/>
              <a:gd name="connsiteY2" fmla="*/ 6170256 h 6459799"/>
              <a:gd name="connsiteX3" fmla="*/ 478770 w 4026577"/>
              <a:gd name="connsiteY3" fmla="*/ 5940293 h 6459799"/>
              <a:gd name="connsiteX4" fmla="*/ 406513 w 4026577"/>
              <a:gd name="connsiteY4" fmla="*/ 810505 h 6459799"/>
              <a:gd name="connsiteX0" fmla="*/ 406513 w 4026577"/>
              <a:gd name="connsiteY0" fmla="*/ 810505 h 6502880"/>
              <a:gd name="connsiteX1" fmla="*/ 3806888 w 4026577"/>
              <a:gd name="connsiteY1" fmla="*/ 894556 h 6502880"/>
              <a:gd name="connsiteX2" fmla="*/ 3345620 w 4026577"/>
              <a:gd name="connsiteY2" fmla="*/ 6170256 h 6502880"/>
              <a:gd name="connsiteX3" fmla="*/ 478770 w 4026577"/>
              <a:gd name="connsiteY3" fmla="*/ 5940293 h 6502880"/>
              <a:gd name="connsiteX4" fmla="*/ 406513 w 4026577"/>
              <a:gd name="connsiteY4" fmla="*/ 810505 h 6502880"/>
              <a:gd name="connsiteX0" fmla="*/ 354648 w 3974712"/>
              <a:gd name="connsiteY0" fmla="*/ 810505 h 6510568"/>
              <a:gd name="connsiteX1" fmla="*/ 3755023 w 3974712"/>
              <a:gd name="connsiteY1" fmla="*/ 894556 h 6510568"/>
              <a:gd name="connsiteX2" fmla="*/ 3293755 w 3974712"/>
              <a:gd name="connsiteY2" fmla="*/ 6170256 h 6510568"/>
              <a:gd name="connsiteX3" fmla="*/ 574347 w 3974712"/>
              <a:gd name="connsiteY3" fmla="*/ 5962410 h 6510568"/>
              <a:gd name="connsiteX4" fmla="*/ 354648 w 3974712"/>
              <a:gd name="connsiteY4" fmla="*/ 810505 h 6510568"/>
              <a:gd name="connsiteX0" fmla="*/ 386256 w 4006320"/>
              <a:gd name="connsiteY0" fmla="*/ 810505 h 6510568"/>
              <a:gd name="connsiteX1" fmla="*/ 3786631 w 4006320"/>
              <a:gd name="connsiteY1" fmla="*/ 894556 h 6510568"/>
              <a:gd name="connsiteX2" fmla="*/ 3325363 w 4006320"/>
              <a:gd name="connsiteY2" fmla="*/ 6170256 h 6510568"/>
              <a:gd name="connsiteX3" fmla="*/ 605955 w 4006320"/>
              <a:gd name="connsiteY3" fmla="*/ 5962410 h 6510568"/>
              <a:gd name="connsiteX4" fmla="*/ 386256 w 4006320"/>
              <a:gd name="connsiteY4" fmla="*/ 810505 h 6510568"/>
              <a:gd name="connsiteX0" fmla="*/ 386256 w 4006320"/>
              <a:gd name="connsiteY0" fmla="*/ 810505 h 6558125"/>
              <a:gd name="connsiteX1" fmla="*/ 3786631 w 4006320"/>
              <a:gd name="connsiteY1" fmla="*/ 894556 h 6558125"/>
              <a:gd name="connsiteX2" fmla="*/ 3325363 w 4006320"/>
              <a:gd name="connsiteY2" fmla="*/ 6170256 h 6558125"/>
              <a:gd name="connsiteX3" fmla="*/ 605955 w 4006320"/>
              <a:gd name="connsiteY3" fmla="*/ 5962410 h 6558125"/>
              <a:gd name="connsiteX4" fmla="*/ 386256 w 4006320"/>
              <a:gd name="connsiteY4" fmla="*/ 810505 h 6558125"/>
              <a:gd name="connsiteX0" fmla="*/ 386256 w 3956356"/>
              <a:gd name="connsiteY0" fmla="*/ 780187 h 6527806"/>
              <a:gd name="connsiteX1" fmla="*/ 3710180 w 3956356"/>
              <a:gd name="connsiteY1" fmla="*/ 930583 h 6527806"/>
              <a:gd name="connsiteX2" fmla="*/ 3325363 w 3956356"/>
              <a:gd name="connsiteY2" fmla="*/ 6139938 h 6527806"/>
              <a:gd name="connsiteX3" fmla="*/ 605955 w 3956356"/>
              <a:gd name="connsiteY3" fmla="*/ 5932092 h 6527806"/>
              <a:gd name="connsiteX4" fmla="*/ 386256 w 3956356"/>
              <a:gd name="connsiteY4" fmla="*/ 780187 h 6527806"/>
              <a:gd name="connsiteX0" fmla="*/ 386256 w 3956356"/>
              <a:gd name="connsiteY0" fmla="*/ 871330 h 6618949"/>
              <a:gd name="connsiteX1" fmla="*/ 3710180 w 3956356"/>
              <a:gd name="connsiteY1" fmla="*/ 1021726 h 6618949"/>
              <a:gd name="connsiteX2" fmla="*/ 3325363 w 3956356"/>
              <a:gd name="connsiteY2" fmla="*/ 6231081 h 6618949"/>
              <a:gd name="connsiteX3" fmla="*/ 605955 w 3956356"/>
              <a:gd name="connsiteY3" fmla="*/ 6023235 h 6618949"/>
              <a:gd name="connsiteX4" fmla="*/ 386256 w 3956356"/>
              <a:gd name="connsiteY4" fmla="*/ 871330 h 6618949"/>
              <a:gd name="connsiteX0" fmla="*/ 386256 w 4007974"/>
              <a:gd name="connsiteY0" fmla="*/ 871331 h 6618950"/>
              <a:gd name="connsiteX1" fmla="*/ 3710180 w 4007974"/>
              <a:gd name="connsiteY1" fmla="*/ 1021727 h 6618950"/>
              <a:gd name="connsiteX2" fmla="*/ 3325363 w 4007974"/>
              <a:gd name="connsiteY2" fmla="*/ 6231082 h 6618950"/>
              <a:gd name="connsiteX3" fmla="*/ 605955 w 4007974"/>
              <a:gd name="connsiteY3" fmla="*/ 6023236 h 6618950"/>
              <a:gd name="connsiteX4" fmla="*/ 386256 w 4007974"/>
              <a:gd name="connsiteY4" fmla="*/ 871331 h 6618950"/>
              <a:gd name="connsiteX0" fmla="*/ 386256 w 3993945"/>
              <a:gd name="connsiteY0" fmla="*/ 849994 h 6597613"/>
              <a:gd name="connsiteX1" fmla="*/ 3688337 w 3993945"/>
              <a:gd name="connsiteY1" fmla="*/ 1044621 h 6597613"/>
              <a:gd name="connsiteX2" fmla="*/ 3325363 w 3993945"/>
              <a:gd name="connsiteY2" fmla="*/ 6209745 h 6597613"/>
              <a:gd name="connsiteX3" fmla="*/ 605955 w 3993945"/>
              <a:gd name="connsiteY3" fmla="*/ 6001899 h 6597613"/>
              <a:gd name="connsiteX4" fmla="*/ 386256 w 3993945"/>
              <a:gd name="connsiteY4" fmla="*/ 849994 h 6597613"/>
              <a:gd name="connsiteX0" fmla="*/ 386256 w 3993945"/>
              <a:gd name="connsiteY0" fmla="*/ 890574 h 6638193"/>
              <a:gd name="connsiteX1" fmla="*/ 3688337 w 3993945"/>
              <a:gd name="connsiteY1" fmla="*/ 1085201 h 6638193"/>
              <a:gd name="connsiteX2" fmla="*/ 3325363 w 3993945"/>
              <a:gd name="connsiteY2" fmla="*/ 6250325 h 6638193"/>
              <a:gd name="connsiteX3" fmla="*/ 605955 w 3993945"/>
              <a:gd name="connsiteY3" fmla="*/ 6042479 h 6638193"/>
              <a:gd name="connsiteX4" fmla="*/ 386256 w 3993945"/>
              <a:gd name="connsiteY4" fmla="*/ 890574 h 6638193"/>
              <a:gd name="connsiteX0" fmla="*/ 386256 w 3982324"/>
              <a:gd name="connsiteY0" fmla="*/ 890574 h 6594125"/>
              <a:gd name="connsiteX1" fmla="*/ 3688337 w 3982324"/>
              <a:gd name="connsiteY1" fmla="*/ 1085201 h 6594125"/>
              <a:gd name="connsiteX2" fmla="*/ 3292599 w 3982324"/>
              <a:gd name="connsiteY2" fmla="*/ 6172923 h 6594125"/>
              <a:gd name="connsiteX3" fmla="*/ 605955 w 3982324"/>
              <a:gd name="connsiteY3" fmla="*/ 6042479 h 6594125"/>
              <a:gd name="connsiteX4" fmla="*/ 386256 w 3982324"/>
              <a:gd name="connsiteY4" fmla="*/ 890574 h 6594125"/>
              <a:gd name="connsiteX0" fmla="*/ 399058 w 3995126"/>
              <a:gd name="connsiteY0" fmla="*/ 890574 h 6594125"/>
              <a:gd name="connsiteX1" fmla="*/ 3701139 w 3995126"/>
              <a:gd name="connsiteY1" fmla="*/ 1085201 h 6594125"/>
              <a:gd name="connsiteX2" fmla="*/ 3305401 w 3995126"/>
              <a:gd name="connsiteY2" fmla="*/ 6172923 h 6594125"/>
              <a:gd name="connsiteX3" fmla="*/ 618757 w 3995126"/>
              <a:gd name="connsiteY3" fmla="*/ 6042479 h 6594125"/>
              <a:gd name="connsiteX4" fmla="*/ 399058 w 3995126"/>
              <a:gd name="connsiteY4" fmla="*/ 890574 h 6594125"/>
              <a:gd name="connsiteX0" fmla="*/ 399058 w 4046707"/>
              <a:gd name="connsiteY0" fmla="*/ 832767 h 6536318"/>
              <a:gd name="connsiteX1" fmla="*/ 3777591 w 4046707"/>
              <a:gd name="connsiteY1" fmla="*/ 1149027 h 6536318"/>
              <a:gd name="connsiteX2" fmla="*/ 3305401 w 4046707"/>
              <a:gd name="connsiteY2" fmla="*/ 6115116 h 6536318"/>
              <a:gd name="connsiteX3" fmla="*/ 618757 w 4046707"/>
              <a:gd name="connsiteY3" fmla="*/ 5984672 h 6536318"/>
              <a:gd name="connsiteX4" fmla="*/ 399058 w 4046707"/>
              <a:gd name="connsiteY4" fmla="*/ 832767 h 6536318"/>
              <a:gd name="connsiteX0" fmla="*/ 401069 w 4043257"/>
              <a:gd name="connsiteY0" fmla="*/ 879750 h 6483782"/>
              <a:gd name="connsiteX1" fmla="*/ 3774141 w 4043257"/>
              <a:gd name="connsiteY1" fmla="*/ 1096491 h 6483782"/>
              <a:gd name="connsiteX2" fmla="*/ 3301951 w 4043257"/>
              <a:gd name="connsiteY2" fmla="*/ 6062580 h 6483782"/>
              <a:gd name="connsiteX3" fmla="*/ 615307 w 4043257"/>
              <a:gd name="connsiteY3" fmla="*/ 5932136 h 6483782"/>
              <a:gd name="connsiteX4" fmla="*/ 401069 w 4043257"/>
              <a:gd name="connsiteY4" fmla="*/ 879750 h 6483782"/>
              <a:gd name="connsiteX0" fmla="*/ 401069 w 4043257"/>
              <a:gd name="connsiteY0" fmla="*/ 879750 h 6437645"/>
              <a:gd name="connsiteX1" fmla="*/ 3774141 w 4043257"/>
              <a:gd name="connsiteY1" fmla="*/ 1096491 h 6437645"/>
              <a:gd name="connsiteX2" fmla="*/ 3301951 w 4043257"/>
              <a:gd name="connsiteY2" fmla="*/ 5974121 h 6437645"/>
              <a:gd name="connsiteX3" fmla="*/ 615307 w 4043257"/>
              <a:gd name="connsiteY3" fmla="*/ 5932136 h 6437645"/>
              <a:gd name="connsiteX4" fmla="*/ 401069 w 4043257"/>
              <a:gd name="connsiteY4" fmla="*/ 879750 h 6437645"/>
              <a:gd name="connsiteX0" fmla="*/ 401069 w 4043257"/>
              <a:gd name="connsiteY0" fmla="*/ 879750 h 6488798"/>
              <a:gd name="connsiteX1" fmla="*/ 3774141 w 4043257"/>
              <a:gd name="connsiteY1" fmla="*/ 1096491 h 6488798"/>
              <a:gd name="connsiteX2" fmla="*/ 3301951 w 4043257"/>
              <a:gd name="connsiteY2" fmla="*/ 5974121 h 6488798"/>
              <a:gd name="connsiteX3" fmla="*/ 615307 w 4043257"/>
              <a:gd name="connsiteY3" fmla="*/ 5932136 h 6488798"/>
              <a:gd name="connsiteX4" fmla="*/ 401069 w 4043257"/>
              <a:gd name="connsiteY4" fmla="*/ 879750 h 6488798"/>
              <a:gd name="connsiteX0" fmla="*/ 419428 w 4061616"/>
              <a:gd name="connsiteY0" fmla="*/ 879750 h 6488798"/>
              <a:gd name="connsiteX1" fmla="*/ 3792500 w 4061616"/>
              <a:gd name="connsiteY1" fmla="*/ 1096491 h 6488798"/>
              <a:gd name="connsiteX2" fmla="*/ 3320310 w 4061616"/>
              <a:gd name="connsiteY2" fmla="*/ 5974121 h 6488798"/>
              <a:gd name="connsiteX3" fmla="*/ 633666 w 4061616"/>
              <a:gd name="connsiteY3" fmla="*/ 5932136 h 6488798"/>
              <a:gd name="connsiteX4" fmla="*/ 419428 w 4061616"/>
              <a:gd name="connsiteY4" fmla="*/ 879750 h 6488798"/>
              <a:gd name="connsiteX0" fmla="*/ 413130 w 4055318"/>
              <a:gd name="connsiteY0" fmla="*/ 879750 h 6488799"/>
              <a:gd name="connsiteX1" fmla="*/ 3786202 w 4055318"/>
              <a:gd name="connsiteY1" fmla="*/ 1096491 h 6488799"/>
              <a:gd name="connsiteX2" fmla="*/ 3314012 w 4055318"/>
              <a:gd name="connsiteY2" fmla="*/ 5974121 h 6488799"/>
              <a:gd name="connsiteX3" fmla="*/ 643750 w 4055318"/>
              <a:gd name="connsiteY3" fmla="*/ 5932137 h 6488799"/>
              <a:gd name="connsiteX4" fmla="*/ 413130 w 4055318"/>
              <a:gd name="connsiteY4" fmla="*/ 879750 h 6488799"/>
              <a:gd name="connsiteX0" fmla="*/ 419429 w 4045235"/>
              <a:gd name="connsiteY0" fmla="*/ 988186 h 6387140"/>
              <a:gd name="connsiteX1" fmla="*/ 3776119 w 4045235"/>
              <a:gd name="connsiteY1" fmla="*/ 994832 h 6387140"/>
              <a:gd name="connsiteX2" fmla="*/ 3303929 w 4045235"/>
              <a:gd name="connsiteY2" fmla="*/ 5872462 h 6387140"/>
              <a:gd name="connsiteX3" fmla="*/ 633667 w 4045235"/>
              <a:gd name="connsiteY3" fmla="*/ 5830478 h 6387140"/>
              <a:gd name="connsiteX4" fmla="*/ 419429 w 4045235"/>
              <a:gd name="connsiteY4" fmla="*/ 988186 h 6387140"/>
              <a:gd name="connsiteX0" fmla="*/ 419429 w 4045235"/>
              <a:gd name="connsiteY0" fmla="*/ 1117187 h 6516141"/>
              <a:gd name="connsiteX1" fmla="*/ 3776119 w 4045235"/>
              <a:gd name="connsiteY1" fmla="*/ 1123833 h 6516141"/>
              <a:gd name="connsiteX2" fmla="*/ 3303929 w 4045235"/>
              <a:gd name="connsiteY2" fmla="*/ 6001463 h 6516141"/>
              <a:gd name="connsiteX3" fmla="*/ 633667 w 4045235"/>
              <a:gd name="connsiteY3" fmla="*/ 5959479 h 6516141"/>
              <a:gd name="connsiteX4" fmla="*/ 419429 w 4045235"/>
              <a:gd name="connsiteY4" fmla="*/ 1117187 h 6516141"/>
              <a:gd name="connsiteX0" fmla="*/ 421559 w 4041904"/>
              <a:gd name="connsiteY0" fmla="*/ 1100861 h 6532989"/>
              <a:gd name="connsiteX1" fmla="*/ 3772788 w 4041904"/>
              <a:gd name="connsiteY1" fmla="*/ 1140681 h 6532989"/>
              <a:gd name="connsiteX2" fmla="*/ 3300598 w 4041904"/>
              <a:gd name="connsiteY2" fmla="*/ 6018311 h 6532989"/>
              <a:gd name="connsiteX3" fmla="*/ 630336 w 4041904"/>
              <a:gd name="connsiteY3" fmla="*/ 5976327 h 6532989"/>
              <a:gd name="connsiteX4" fmla="*/ 421559 w 4041904"/>
              <a:gd name="connsiteY4" fmla="*/ 1100861 h 6532989"/>
              <a:gd name="connsiteX0" fmla="*/ 421559 w 4038596"/>
              <a:gd name="connsiteY0" fmla="*/ 1100861 h 6553918"/>
              <a:gd name="connsiteX1" fmla="*/ 3772788 w 4038596"/>
              <a:gd name="connsiteY1" fmla="*/ 1140681 h 6553918"/>
              <a:gd name="connsiteX2" fmla="*/ 3289676 w 4038596"/>
              <a:gd name="connsiteY2" fmla="*/ 6062540 h 6553918"/>
              <a:gd name="connsiteX3" fmla="*/ 630336 w 4038596"/>
              <a:gd name="connsiteY3" fmla="*/ 5976327 h 6553918"/>
              <a:gd name="connsiteX4" fmla="*/ 421559 w 4038596"/>
              <a:gd name="connsiteY4" fmla="*/ 1100861 h 6553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8596" h="6553918">
                <a:moveTo>
                  <a:pt x="421559" y="1100861"/>
                </a:moveTo>
                <a:cubicBezTo>
                  <a:pt x="1090324" y="-401236"/>
                  <a:pt x="3331771" y="-345178"/>
                  <a:pt x="3772788" y="1140681"/>
                </a:cubicBezTo>
                <a:cubicBezTo>
                  <a:pt x="4267759" y="2697628"/>
                  <a:pt x="4051561" y="5529188"/>
                  <a:pt x="3289676" y="6062540"/>
                </a:cubicBezTo>
                <a:cubicBezTo>
                  <a:pt x="2600785" y="6659474"/>
                  <a:pt x="1192447" y="6804090"/>
                  <a:pt x="630336" y="5976327"/>
                </a:cubicBezTo>
                <a:cubicBezTo>
                  <a:pt x="-60240" y="4994483"/>
                  <a:pt x="-260354" y="2602151"/>
                  <a:pt x="421559" y="1100861"/>
                </a:cubicBezTo>
                <a:close/>
              </a:path>
            </a:pathLst>
          </a:custGeom>
          <a:solidFill>
            <a:schemeClr val="bg1">
              <a:lumMod val="95000"/>
            </a:schemeClr>
          </a:solidFill>
          <a:ln>
            <a:noFill/>
          </a:ln>
        </p:spPr>
        <p:txBody>
          <a:bodyPr anchor="ctr" anchorCtr="0"/>
          <a:lstStyle>
            <a:lvl1pPr marL="0" indent="0" algn="ctr">
              <a:buFontTx/>
              <a:buNone/>
              <a:defRPr/>
            </a:lvl1pPr>
          </a:lstStyle>
          <a:p>
            <a:r>
              <a:rPr lang="en-US"/>
              <a:t>Click to add picture. </a:t>
            </a:r>
            <a:br>
              <a:rPr lang="en-US"/>
            </a:br>
            <a:r>
              <a:rPr lang="en-US"/>
              <a:t>Select crop to position.</a:t>
            </a:r>
          </a:p>
        </p:txBody>
      </p:sp>
      <p:sp>
        <p:nvSpPr>
          <p:cNvPr id="12" name="Slide Number Placeholder 7">
            <a:extLst>
              <a:ext uri="{FF2B5EF4-FFF2-40B4-BE49-F238E27FC236}">
                <a16:creationId xmlns:a16="http://schemas.microsoft.com/office/drawing/2014/main" id="{6558E457-6302-6706-A582-4DAA4E3CCDFA}"/>
              </a:ext>
            </a:extLst>
          </p:cNvPr>
          <p:cNvSpPr>
            <a:spLocks noGrp="1"/>
          </p:cNvSpPr>
          <p:nvPr>
            <p:ph type="sldNum" sz="quarter" idx="4"/>
          </p:nvPr>
        </p:nvSpPr>
        <p:spPr>
          <a:xfrm>
            <a:off x="11253127" y="6488472"/>
            <a:ext cx="329273" cy="226028"/>
          </a:xfrm>
          <a:prstGeom prst="rect">
            <a:avLst/>
          </a:prstGeom>
        </p:spPr>
        <p:txBody>
          <a:bodyPr lIns="0" rIns="0"/>
          <a:lstStyle>
            <a:lvl1pPr algn="r">
              <a:defRPr sz="800">
                <a:latin typeface="Segoe UI" panose="020B0502040204020203" pitchFamily="34" charset="0"/>
                <a:cs typeface="Segoe UI" panose="020B0502040204020203" pitchFamily="34" charset="0"/>
              </a:defRPr>
            </a:lvl1pPr>
          </a:lstStyle>
          <a:p>
            <a:fld id="{F71C0B42-4AEE-41DE-B077-4156AA01E9D4}" type="slidenum">
              <a:rPr lang="en-US" smtClean="0"/>
              <a:pPr/>
              <a:t>‹#›</a:t>
            </a:fld>
            <a:endParaRPr lang="en-US"/>
          </a:p>
        </p:txBody>
      </p:sp>
      <p:sp>
        <p:nvSpPr>
          <p:cNvPr id="8" name="Content Placeholder 2">
            <a:extLst>
              <a:ext uri="{FF2B5EF4-FFF2-40B4-BE49-F238E27FC236}">
                <a16:creationId xmlns:a16="http://schemas.microsoft.com/office/drawing/2014/main" id="{019A1B1A-68BD-5CB6-4F52-CE5F26C533CD}"/>
              </a:ext>
            </a:extLst>
          </p:cNvPr>
          <p:cNvSpPr>
            <a:spLocks noGrp="1"/>
          </p:cNvSpPr>
          <p:nvPr>
            <p:ph idx="1" hasCustomPrompt="1"/>
          </p:nvPr>
        </p:nvSpPr>
        <p:spPr>
          <a:xfrm>
            <a:off x="647699" y="3008042"/>
            <a:ext cx="5107876" cy="3214133"/>
          </a:xfrm>
        </p:spPr>
        <p:txBody>
          <a:bodyPr>
            <a:noAutofit/>
          </a:bodyPr>
          <a:lstStyle>
            <a:lvl1pPr marL="0" indent="0">
              <a:buFontTx/>
              <a:buNone/>
              <a:defRPr sz="1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 (Segoe UI, 14pt)</a:t>
            </a:r>
          </a:p>
          <a:p>
            <a:pPr lvl="1"/>
            <a:r>
              <a:rPr lang="en-US"/>
              <a:t>Second level</a:t>
            </a:r>
          </a:p>
          <a:p>
            <a:pPr lvl="2"/>
            <a:r>
              <a:rPr lang="en-US"/>
              <a:t>Third level</a:t>
            </a:r>
          </a:p>
          <a:p>
            <a:pPr lvl="3"/>
            <a:r>
              <a:rPr lang="en-US"/>
              <a:t>Fourth level</a:t>
            </a:r>
          </a:p>
          <a:p>
            <a:pPr lvl="4"/>
            <a:r>
              <a:rPr lang="en-US"/>
              <a:t>Fifth level</a:t>
            </a:r>
          </a:p>
        </p:txBody>
      </p:sp>
      <p:sp>
        <p:nvSpPr>
          <p:cNvPr id="10" name="Text Placeholder 13">
            <a:extLst>
              <a:ext uri="{FF2B5EF4-FFF2-40B4-BE49-F238E27FC236}">
                <a16:creationId xmlns:a16="http://schemas.microsoft.com/office/drawing/2014/main" id="{29384E26-F458-415E-1F27-44A9867EF5D1}"/>
              </a:ext>
            </a:extLst>
          </p:cNvPr>
          <p:cNvSpPr>
            <a:spLocks noGrp="1"/>
          </p:cNvSpPr>
          <p:nvPr>
            <p:ph type="body" sz="quarter" idx="12" hasCustomPrompt="1"/>
          </p:nvPr>
        </p:nvSpPr>
        <p:spPr>
          <a:xfrm>
            <a:off x="647699" y="2303814"/>
            <a:ext cx="5107876" cy="704228"/>
          </a:xfrm>
        </p:spPr>
        <p:txBody>
          <a:bodyPr>
            <a:noAutofit/>
          </a:bodyPr>
          <a:lstStyle>
            <a:lvl1pPr marL="0" indent="0">
              <a:buFontTx/>
              <a:buNone/>
              <a:defRPr sz="1800" b="1" i="0">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subhead text (Segoe UI bold, 18pt)</a:t>
            </a:r>
          </a:p>
        </p:txBody>
      </p:sp>
      <p:sp>
        <p:nvSpPr>
          <p:cNvPr id="11" name="Text Placeholder 7">
            <a:extLst>
              <a:ext uri="{FF2B5EF4-FFF2-40B4-BE49-F238E27FC236}">
                <a16:creationId xmlns:a16="http://schemas.microsoft.com/office/drawing/2014/main" id="{B30F1BA3-6759-6CB0-ABEB-A500CD42E545}"/>
              </a:ext>
            </a:extLst>
          </p:cNvPr>
          <p:cNvSpPr>
            <a:spLocks noGrp="1"/>
          </p:cNvSpPr>
          <p:nvPr>
            <p:ph type="body" sz="quarter" idx="13" hasCustomPrompt="1"/>
          </p:nvPr>
        </p:nvSpPr>
        <p:spPr>
          <a:xfrm>
            <a:off x="647699" y="433201"/>
            <a:ext cx="5107875" cy="362445"/>
          </a:xfrm>
        </p:spPr>
        <p:txBody>
          <a:bodyPr>
            <a:noAutofit/>
          </a:bodyPr>
          <a:lstStyle>
            <a:lvl1pPr marL="0" indent="0">
              <a:buFontTx/>
              <a:buNone/>
              <a:defRPr sz="1100" b="1">
                <a:solidFill>
                  <a:schemeClr val="accent2"/>
                </a:solidFill>
                <a:latin typeface="Segoe UI" panose="020B0502040204020203" pitchFamily="34" charset="0"/>
                <a:cs typeface="Segoe UI" panose="020B0502040204020203" pitchFamily="34" charset="0"/>
              </a:defRPr>
            </a:lvl1pPr>
          </a:lstStyle>
          <a:p>
            <a:pPr lvl="0"/>
            <a:r>
              <a:rPr lang="en-US"/>
              <a:t>Click to add section topic header title (Segoe UI bold, 11pt)</a:t>
            </a:r>
          </a:p>
        </p:txBody>
      </p:sp>
      <p:sp>
        <p:nvSpPr>
          <p:cNvPr id="13" name="Title 1">
            <a:extLst>
              <a:ext uri="{FF2B5EF4-FFF2-40B4-BE49-F238E27FC236}">
                <a16:creationId xmlns:a16="http://schemas.microsoft.com/office/drawing/2014/main" id="{30EB6AA5-72FE-A18A-0EB0-04EB9F6E8B76}"/>
              </a:ext>
            </a:extLst>
          </p:cNvPr>
          <p:cNvSpPr>
            <a:spLocks noGrp="1"/>
          </p:cNvSpPr>
          <p:nvPr>
            <p:ph type="title" hasCustomPrompt="1"/>
          </p:nvPr>
        </p:nvSpPr>
        <p:spPr>
          <a:xfrm>
            <a:off x="647699" y="981305"/>
            <a:ext cx="5107875" cy="957602"/>
          </a:xfrm>
        </p:spPr>
        <p:txBody>
          <a:bodyPr>
            <a:noAutofit/>
          </a:bodyPr>
          <a:lstStyle>
            <a:lvl1pPr>
              <a:defRPr sz="2800" b="1">
                <a:solidFill>
                  <a:schemeClr val="tx1"/>
                </a:solidFill>
              </a:defRPr>
            </a:lvl1pPr>
          </a:lstStyle>
          <a:p>
            <a:r>
              <a:rPr lang="en-US"/>
              <a:t>Click to edit title (Segoe UI bold 28pt)</a:t>
            </a:r>
          </a:p>
        </p:txBody>
      </p:sp>
      <p:sp>
        <p:nvSpPr>
          <p:cNvPr id="14" name="Text Placeholder 13">
            <a:extLst>
              <a:ext uri="{FF2B5EF4-FFF2-40B4-BE49-F238E27FC236}">
                <a16:creationId xmlns:a16="http://schemas.microsoft.com/office/drawing/2014/main" id="{57EEAE81-79EF-A322-D96B-5817BDDC788F}"/>
              </a:ext>
            </a:extLst>
          </p:cNvPr>
          <p:cNvSpPr>
            <a:spLocks noGrp="1"/>
          </p:cNvSpPr>
          <p:nvPr>
            <p:ph type="body" sz="quarter" idx="11" hasCustomPrompt="1"/>
          </p:nvPr>
        </p:nvSpPr>
        <p:spPr>
          <a:xfrm>
            <a:off x="6430982" y="981305"/>
            <a:ext cx="5107875" cy="957602"/>
          </a:xfrm>
        </p:spPr>
        <p:txBody>
          <a:bodyPr>
            <a:noAutofit/>
          </a:bodyPr>
          <a:lstStyle>
            <a:lvl1pPr marL="0" indent="0">
              <a:lnSpc>
                <a:spcPct val="100000"/>
              </a:lnSpc>
              <a:buFontTx/>
              <a:buNone/>
              <a:defRPr sz="1800" b="1" i="0">
                <a:solidFill>
                  <a:schemeClr val="tx1"/>
                </a:solidFill>
                <a:latin typeface="Segoe UI Semibold" panose="020B0502040204020203" pitchFamily="34" charset="0"/>
                <a:cs typeface="Segoe UI Semibold"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intro copy (Segoe UI Semibold, 18 pt). Short and sweet. </a:t>
            </a:r>
          </a:p>
        </p:txBody>
      </p:sp>
    </p:spTree>
    <p:extLst>
      <p:ext uri="{BB962C8B-B14F-4D97-AF65-F5344CB8AC3E}">
        <p14:creationId xmlns:p14="http://schemas.microsoft.com/office/powerpoint/2010/main" val="263642579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Intor, Sub, body copy, picture">
    <p:bg>
      <p:bgPr>
        <a:solidFill>
          <a:schemeClr val="bg1"/>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80555BF2-D73B-6CD2-63F5-992A8F53EA67}"/>
              </a:ext>
            </a:extLst>
          </p:cNvPr>
          <p:cNvSpPr>
            <a:spLocks noGrp="1"/>
          </p:cNvSpPr>
          <p:nvPr>
            <p:ph type="pic" sz="quarter" idx="13" hasCustomPrompt="1"/>
          </p:nvPr>
        </p:nvSpPr>
        <p:spPr>
          <a:xfrm>
            <a:off x="249382" y="368135"/>
            <a:ext cx="3751118" cy="5832314"/>
          </a:xfrm>
          <a:custGeom>
            <a:avLst/>
            <a:gdLst>
              <a:gd name="connsiteX0" fmla="*/ 0 w 3792538"/>
              <a:gd name="connsiteY0" fmla="*/ 0 h 4849812"/>
              <a:gd name="connsiteX1" fmla="*/ 3792538 w 3792538"/>
              <a:gd name="connsiteY1" fmla="*/ 0 h 4849812"/>
              <a:gd name="connsiteX2" fmla="*/ 3792538 w 3792538"/>
              <a:gd name="connsiteY2" fmla="*/ 4849812 h 4849812"/>
              <a:gd name="connsiteX3" fmla="*/ 0 w 3792538"/>
              <a:gd name="connsiteY3" fmla="*/ 4849812 h 4849812"/>
              <a:gd name="connsiteX4" fmla="*/ 0 w 3792538"/>
              <a:gd name="connsiteY4" fmla="*/ 0 h 4849812"/>
              <a:gd name="connsiteX0" fmla="*/ 175365 w 3792538"/>
              <a:gd name="connsiteY0" fmla="*/ 187891 h 4849812"/>
              <a:gd name="connsiteX1" fmla="*/ 3792538 w 3792538"/>
              <a:gd name="connsiteY1" fmla="*/ 0 h 4849812"/>
              <a:gd name="connsiteX2" fmla="*/ 3792538 w 3792538"/>
              <a:gd name="connsiteY2" fmla="*/ 4849812 h 4849812"/>
              <a:gd name="connsiteX3" fmla="*/ 0 w 3792538"/>
              <a:gd name="connsiteY3" fmla="*/ 4849812 h 4849812"/>
              <a:gd name="connsiteX4" fmla="*/ 175365 w 3792538"/>
              <a:gd name="connsiteY4" fmla="*/ 187891 h 4849812"/>
              <a:gd name="connsiteX0" fmla="*/ 175365 w 3792538"/>
              <a:gd name="connsiteY0" fmla="*/ 254121 h 4916042"/>
              <a:gd name="connsiteX1" fmla="*/ 3792538 w 3792538"/>
              <a:gd name="connsiteY1" fmla="*/ 66230 h 4916042"/>
              <a:gd name="connsiteX2" fmla="*/ 3792538 w 3792538"/>
              <a:gd name="connsiteY2" fmla="*/ 4916042 h 4916042"/>
              <a:gd name="connsiteX3" fmla="*/ 0 w 3792538"/>
              <a:gd name="connsiteY3" fmla="*/ 4916042 h 4916042"/>
              <a:gd name="connsiteX4" fmla="*/ 175365 w 3792538"/>
              <a:gd name="connsiteY4" fmla="*/ 254121 h 4916042"/>
              <a:gd name="connsiteX0" fmla="*/ 186614 w 3803787"/>
              <a:gd name="connsiteY0" fmla="*/ 254121 h 4916042"/>
              <a:gd name="connsiteX1" fmla="*/ 3803787 w 3803787"/>
              <a:gd name="connsiteY1" fmla="*/ 66230 h 4916042"/>
              <a:gd name="connsiteX2" fmla="*/ 3803787 w 3803787"/>
              <a:gd name="connsiteY2" fmla="*/ 4916042 h 4916042"/>
              <a:gd name="connsiteX3" fmla="*/ 11249 w 3803787"/>
              <a:gd name="connsiteY3" fmla="*/ 4916042 h 4916042"/>
              <a:gd name="connsiteX4" fmla="*/ 186614 w 3803787"/>
              <a:gd name="connsiteY4" fmla="*/ 254121 h 4916042"/>
              <a:gd name="connsiteX0" fmla="*/ 90495 w 3707668"/>
              <a:gd name="connsiteY0" fmla="*/ 254121 h 4916042"/>
              <a:gd name="connsiteX1" fmla="*/ 3707668 w 3707668"/>
              <a:gd name="connsiteY1" fmla="*/ 66230 h 4916042"/>
              <a:gd name="connsiteX2" fmla="*/ 3707668 w 3707668"/>
              <a:gd name="connsiteY2" fmla="*/ 4916042 h 4916042"/>
              <a:gd name="connsiteX3" fmla="*/ 353541 w 3707668"/>
              <a:gd name="connsiteY3" fmla="*/ 4916042 h 4916042"/>
              <a:gd name="connsiteX4" fmla="*/ 90495 w 3707668"/>
              <a:gd name="connsiteY4" fmla="*/ 254121 h 4916042"/>
              <a:gd name="connsiteX0" fmla="*/ 191817 w 3808990"/>
              <a:gd name="connsiteY0" fmla="*/ 254121 h 4916042"/>
              <a:gd name="connsiteX1" fmla="*/ 3808990 w 3808990"/>
              <a:gd name="connsiteY1" fmla="*/ 66230 h 4916042"/>
              <a:gd name="connsiteX2" fmla="*/ 3808990 w 3808990"/>
              <a:gd name="connsiteY2" fmla="*/ 4916042 h 4916042"/>
              <a:gd name="connsiteX3" fmla="*/ 454863 w 3808990"/>
              <a:gd name="connsiteY3" fmla="*/ 4916042 h 4916042"/>
              <a:gd name="connsiteX4" fmla="*/ 191817 w 3808990"/>
              <a:gd name="connsiteY4" fmla="*/ 254121 h 4916042"/>
              <a:gd name="connsiteX0" fmla="*/ 191817 w 3808990"/>
              <a:gd name="connsiteY0" fmla="*/ 254121 h 5099757"/>
              <a:gd name="connsiteX1" fmla="*/ 3808990 w 3808990"/>
              <a:gd name="connsiteY1" fmla="*/ 66230 h 5099757"/>
              <a:gd name="connsiteX2" fmla="*/ 3808990 w 3808990"/>
              <a:gd name="connsiteY2" fmla="*/ 4916042 h 5099757"/>
              <a:gd name="connsiteX3" fmla="*/ 454863 w 3808990"/>
              <a:gd name="connsiteY3" fmla="*/ 4916042 h 5099757"/>
              <a:gd name="connsiteX4" fmla="*/ 191817 w 3808990"/>
              <a:gd name="connsiteY4" fmla="*/ 254121 h 5099757"/>
              <a:gd name="connsiteX0" fmla="*/ 191817 w 3808990"/>
              <a:gd name="connsiteY0" fmla="*/ 254121 h 5103061"/>
              <a:gd name="connsiteX1" fmla="*/ 3808990 w 3808990"/>
              <a:gd name="connsiteY1" fmla="*/ 66230 h 5103061"/>
              <a:gd name="connsiteX2" fmla="*/ 3596047 w 3808990"/>
              <a:gd name="connsiteY2" fmla="*/ 4928568 h 5103061"/>
              <a:gd name="connsiteX3" fmla="*/ 454863 w 3808990"/>
              <a:gd name="connsiteY3" fmla="*/ 4916042 h 5103061"/>
              <a:gd name="connsiteX4" fmla="*/ 191817 w 3808990"/>
              <a:gd name="connsiteY4" fmla="*/ 254121 h 5103061"/>
              <a:gd name="connsiteX0" fmla="*/ 191817 w 3808990"/>
              <a:gd name="connsiteY0" fmla="*/ 254121 h 5218251"/>
              <a:gd name="connsiteX1" fmla="*/ 3808990 w 3808990"/>
              <a:gd name="connsiteY1" fmla="*/ 66230 h 5218251"/>
              <a:gd name="connsiteX2" fmla="*/ 3596047 w 3808990"/>
              <a:gd name="connsiteY2" fmla="*/ 4928568 h 5218251"/>
              <a:gd name="connsiteX3" fmla="*/ 454863 w 3808990"/>
              <a:gd name="connsiteY3" fmla="*/ 4916042 h 5218251"/>
              <a:gd name="connsiteX4" fmla="*/ 191817 w 3808990"/>
              <a:gd name="connsiteY4" fmla="*/ 254121 h 5218251"/>
              <a:gd name="connsiteX0" fmla="*/ 191817 w 3860878"/>
              <a:gd name="connsiteY0" fmla="*/ 254121 h 5218251"/>
              <a:gd name="connsiteX1" fmla="*/ 3808990 w 3860878"/>
              <a:gd name="connsiteY1" fmla="*/ 66230 h 5218251"/>
              <a:gd name="connsiteX2" fmla="*/ 3596047 w 3860878"/>
              <a:gd name="connsiteY2" fmla="*/ 4928568 h 5218251"/>
              <a:gd name="connsiteX3" fmla="*/ 454863 w 3860878"/>
              <a:gd name="connsiteY3" fmla="*/ 4916042 h 5218251"/>
              <a:gd name="connsiteX4" fmla="*/ 191817 w 3860878"/>
              <a:gd name="connsiteY4" fmla="*/ 254121 h 5218251"/>
              <a:gd name="connsiteX0" fmla="*/ 191817 w 3799284"/>
              <a:gd name="connsiteY0" fmla="*/ 207404 h 5171534"/>
              <a:gd name="connsiteX1" fmla="*/ 3608573 w 3799284"/>
              <a:gd name="connsiteY1" fmla="*/ 169825 h 5171534"/>
              <a:gd name="connsiteX2" fmla="*/ 3596047 w 3799284"/>
              <a:gd name="connsiteY2" fmla="*/ 4881851 h 5171534"/>
              <a:gd name="connsiteX3" fmla="*/ 454863 w 3799284"/>
              <a:gd name="connsiteY3" fmla="*/ 4869325 h 5171534"/>
              <a:gd name="connsiteX4" fmla="*/ 191817 w 3799284"/>
              <a:gd name="connsiteY4" fmla="*/ 207404 h 5171534"/>
              <a:gd name="connsiteX0" fmla="*/ 191817 w 3799284"/>
              <a:gd name="connsiteY0" fmla="*/ 361834 h 5325964"/>
              <a:gd name="connsiteX1" fmla="*/ 3608573 w 3799284"/>
              <a:gd name="connsiteY1" fmla="*/ 324255 h 5325964"/>
              <a:gd name="connsiteX2" fmla="*/ 3596047 w 3799284"/>
              <a:gd name="connsiteY2" fmla="*/ 5036281 h 5325964"/>
              <a:gd name="connsiteX3" fmla="*/ 454863 w 3799284"/>
              <a:gd name="connsiteY3" fmla="*/ 5023755 h 5325964"/>
              <a:gd name="connsiteX4" fmla="*/ 191817 w 3799284"/>
              <a:gd name="connsiteY4" fmla="*/ 361834 h 5325964"/>
              <a:gd name="connsiteX0" fmla="*/ 191817 w 3884556"/>
              <a:gd name="connsiteY0" fmla="*/ 361834 h 5325964"/>
              <a:gd name="connsiteX1" fmla="*/ 3608573 w 3884556"/>
              <a:gd name="connsiteY1" fmla="*/ 324255 h 5325964"/>
              <a:gd name="connsiteX2" fmla="*/ 3596047 w 3884556"/>
              <a:gd name="connsiteY2" fmla="*/ 5036281 h 5325964"/>
              <a:gd name="connsiteX3" fmla="*/ 454863 w 3884556"/>
              <a:gd name="connsiteY3" fmla="*/ 5023755 h 5325964"/>
              <a:gd name="connsiteX4" fmla="*/ 191817 w 3884556"/>
              <a:gd name="connsiteY4" fmla="*/ 361834 h 5325964"/>
              <a:gd name="connsiteX0" fmla="*/ 191817 w 3855754"/>
              <a:gd name="connsiteY0" fmla="*/ 361834 h 5726890"/>
              <a:gd name="connsiteX1" fmla="*/ 3608573 w 3855754"/>
              <a:gd name="connsiteY1" fmla="*/ 324255 h 5726890"/>
              <a:gd name="connsiteX2" fmla="*/ 3545943 w 3855754"/>
              <a:gd name="connsiteY2" fmla="*/ 5599952 h 5726890"/>
              <a:gd name="connsiteX3" fmla="*/ 454863 w 3855754"/>
              <a:gd name="connsiteY3" fmla="*/ 5023755 h 5726890"/>
              <a:gd name="connsiteX4" fmla="*/ 191817 w 3855754"/>
              <a:gd name="connsiteY4" fmla="*/ 361834 h 5726890"/>
              <a:gd name="connsiteX0" fmla="*/ 259947 w 3923884"/>
              <a:gd name="connsiteY0" fmla="*/ 361834 h 5838594"/>
              <a:gd name="connsiteX1" fmla="*/ 3676703 w 3923884"/>
              <a:gd name="connsiteY1" fmla="*/ 324255 h 5838594"/>
              <a:gd name="connsiteX2" fmla="*/ 3614073 w 3923884"/>
              <a:gd name="connsiteY2" fmla="*/ 5599952 h 5838594"/>
              <a:gd name="connsiteX3" fmla="*/ 360155 w 3923884"/>
              <a:gd name="connsiteY3" fmla="*/ 5474692 h 5838594"/>
              <a:gd name="connsiteX4" fmla="*/ 259947 w 3923884"/>
              <a:gd name="connsiteY4" fmla="*/ 361834 h 5838594"/>
              <a:gd name="connsiteX0" fmla="*/ 215634 w 3879571"/>
              <a:gd name="connsiteY0" fmla="*/ 361834 h 5838594"/>
              <a:gd name="connsiteX1" fmla="*/ 3632390 w 3879571"/>
              <a:gd name="connsiteY1" fmla="*/ 324255 h 5838594"/>
              <a:gd name="connsiteX2" fmla="*/ 3569760 w 3879571"/>
              <a:gd name="connsiteY2" fmla="*/ 5599952 h 5838594"/>
              <a:gd name="connsiteX3" fmla="*/ 315842 w 3879571"/>
              <a:gd name="connsiteY3" fmla="*/ 5474692 h 5838594"/>
              <a:gd name="connsiteX4" fmla="*/ 215634 w 3879571"/>
              <a:gd name="connsiteY4" fmla="*/ 361834 h 5838594"/>
              <a:gd name="connsiteX0" fmla="*/ 215634 w 3879571"/>
              <a:gd name="connsiteY0" fmla="*/ 361834 h 5811994"/>
              <a:gd name="connsiteX1" fmla="*/ 3632390 w 3879571"/>
              <a:gd name="connsiteY1" fmla="*/ 324255 h 5811994"/>
              <a:gd name="connsiteX2" fmla="*/ 3569760 w 3879571"/>
              <a:gd name="connsiteY2" fmla="*/ 5599952 h 5811994"/>
              <a:gd name="connsiteX3" fmla="*/ 315842 w 3879571"/>
              <a:gd name="connsiteY3" fmla="*/ 5474692 h 5811994"/>
              <a:gd name="connsiteX4" fmla="*/ 215634 w 3879571"/>
              <a:gd name="connsiteY4" fmla="*/ 361834 h 5811994"/>
              <a:gd name="connsiteX0" fmla="*/ 215634 w 3859822"/>
              <a:gd name="connsiteY0" fmla="*/ 361834 h 5811994"/>
              <a:gd name="connsiteX1" fmla="*/ 3632390 w 3859822"/>
              <a:gd name="connsiteY1" fmla="*/ 324255 h 5811994"/>
              <a:gd name="connsiteX2" fmla="*/ 3569760 w 3859822"/>
              <a:gd name="connsiteY2" fmla="*/ 5599952 h 5811994"/>
              <a:gd name="connsiteX3" fmla="*/ 315842 w 3859822"/>
              <a:gd name="connsiteY3" fmla="*/ 5474692 h 5811994"/>
              <a:gd name="connsiteX4" fmla="*/ 215634 w 3859822"/>
              <a:gd name="connsiteY4" fmla="*/ 361834 h 5811994"/>
              <a:gd name="connsiteX0" fmla="*/ 215634 w 3859822"/>
              <a:gd name="connsiteY0" fmla="*/ 390006 h 5840166"/>
              <a:gd name="connsiteX1" fmla="*/ 3632390 w 3859822"/>
              <a:gd name="connsiteY1" fmla="*/ 352427 h 5840166"/>
              <a:gd name="connsiteX2" fmla="*/ 3569760 w 3859822"/>
              <a:gd name="connsiteY2" fmla="*/ 5628124 h 5840166"/>
              <a:gd name="connsiteX3" fmla="*/ 315842 w 3859822"/>
              <a:gd name="connsiteY3" fmla="*/ 5502864 h 5840166"/>
              <a:gd name="connsiteX4" fmla="*/ 215634 w 3859822"/>
              <a:gd name="connsiteY4" fmla="*/ 390006 h 5840166"/>
              <a:gd name="connsiteX0" fmla="*/ 215634 w 3859822"/>
              <a:gd name="connsiteY0" fmla="*/ 452210 h 5902370"/>
              <a:gd name="connsiteX1" fmla="*/ 3632390 w 3859822"/>
              <a:gd name="connsiteY1" fmla="*/ 414631 h 5902370"/>
              <a:gd name="connsiteX2" fmla="*/ 3569760 w 3859822"/>
              <a:gd name="connsiteY2" fmla="*/ 5690328 h 5902370"/>
              <a:gd name="connsiteX3" fmla="*/ 315842 w 3859822"/>
              <a:gd name="connsiteY3" fmla="*/ 5565068 h 5902370"/>
              <a:gd name="connsiteX4" fmla="*/ 215634 w 3859822"/>
              <a:gd name="connsiteY4" fmla="*/ 452210 h 5902370"/>
              <a:gd name="connsiteX0" fmla="*/ 228420 w 3872608"/>
              <a:gd name="connsiteY0" fmla="*/ 452210 h 5902370"/>
              <a:gd name="connsiteX1" fmla="*/ 3645176 w 3872608"/>
              <a:gd name="connsiteY1" fmla="*/ 414631 h 5902370"/>
              <a:gd name="connsiteX2" fmla="*/ 3582546 w 3872608"/>
              <a:gd name="connsiteY2" fmla="*/ 5690328 h 5902370"/>
              <a:gd name="connsiteX3" fmla="*/ 328628 w 3872608"/>
              <a:gd name="connsiteY3" fmla="*/ 5565068 h 5902370"/>
              <a:gd name="connsiteX4" fmla="*/ 228420 w 3872608"/>
              <a:gd name="connsiteY4" fmla="*/ 452210 h 5902370"/>
              <a:gd name="connsiteX0" fmla="*/ 228420 w 3872608"/>
              <a:gd name="connsiteY0" fmla="*/ 452210 h 5863850"/>
              <a:gd name="connsiteX1" fmla="*/ 3645176 w 3872608"/>
              <a:gd name="connsiteY1" fmla="*/ 414631 h 5863850"/>
              <a:gd name="connsiteX2" fmla="*/ 3582546 w 3872608"/>
              <a:gd name="connsiteY2" fmla="*/ 5690328 h 5863850"/>
              <a:gd name="connsiteX3" fmla="*/ 328628 w 3872608"/>
              <a:gd name="connsiteY3" fmla="*/ 5565068 h 5863850"/>
              <a:gd name="connsiteX4" fmla="*/ 228420 w 3872608"/>
              <a:gd name="connsiteY4" fmla="*/ 452210 h 5863850"/>
              <a:gd name="connsiteX0" fmla="*/ 212338 w 3856526"/>
              <a:gd name="connsiteY0" fmla="*/ 452210 h 5878025"/>
              <a:gd name="connsiteX1" fmla="*/ 3629094 w 3856526"/>
              <a:gd name="connsiteY1" fmla="*/ 414631 h 5878025"/>
              <a:gd name="connsiteX2" fmla="*/ 3566464 w 3856526"/>
              <a:gd name="connsiteY2" fmla="*/ 5690328 h 5878025"/>
              <a:gd name="connsiteX3" fmla="*/ 350124 w 3856526"/>
              <a:gd name="connsiteY3" fmla="*/ 5615172 h 5878025"/>
              <a:gd name="connsiteX4" fmla="*/ 212338 w 3856526"/>
              <a:gd name="connsiteY4" fmla="*/ 452210 h 5878025"/>
              <a:gd name="connsiteX0" fmla="*/ 212338 w 3920024"/>
              <a:gd name="connsiteY0" fmla="*/ 452210 h 5878025"/>
              <a:gd name="connsiteX1" fmla="*/ 3629094 w 3920024"/>
              <a:gd name="connsiteY1" fmla="*/ 414631 h 5878025"/>
              <a:gd name="connsiteX2" fmla="*/ 3566464 w 3920024"/>
              <a:gd name="connsiteY2" fmla="*/ 5690328 h 5878025"/>
              <a:gd name="connsiteX3" fmla="*/ 350124 w 3920024"/>
              <a:gd name="connsiteY3" fmla="*/ 5615172 h 5878025"/>
              <a:gd name="connsiteX4" fmla="*/ 212338 w 3920024"/>
              <a:gd name="connsiteY4" fmla="*/ 452210 h 5878025"/>
              <a:gd name="connsiteX0" fmla="*/ 212338 w 3907835"/>
              <a:gd name="connsiteY0" fmla="*/ 452210 h 5885396"/>
              <a:gd name="connsiteX1" fmla="*/ 3629094 w 3907835"/>
              <a:gd name="connsiteY1" fmla="*/ 414631 h 5885396"/>
              <a:gd name="connsiteX2" fmla="*/ 3545443 w 3907835"/>
              <a:gd name="connsiteY2" fmla="*/ 5700839 h 5885396"/>
              <a:gd name="connsiteX3" fmla="*/ 350124 w 3907835"/>
              <a:gd name="connsiteY3" fmla="*/ 5615172 h 5885396"/>
              <a:gd name="connsiteX4" fmla="*/ 212338 w 3907835"/>
              <a:gd name="connsiteY4" fmla="*/ 452210 h 5885396"/>
              <a:gd name="connsiteX0" fmla="*/ 212338 w 3907835"/>
              <a:gd name="connsiteY0" fmla="*/ 452210 h 5885396"/>
              <a:gd name="connsiteX1" fmla="*/ 3629094 w 3907835"/>
              <a:gd name="connsiteY1" fmla="*/ 414631 h 5885396"/>
              <a:gd name="connsiteX2" fmla="*/ 3545443 w 3907835"/>
              <a:gd name="connsiteY2" fmla="*/ 5700839 h 5885396"/>
              <a:gd name="connsiteX3" fmla="*/ 350124 w 3907835"/>
              <a:gd name="connsiteY3" fmla="*/ 5615172 h 5885396"/>
              <a:gd name="connsiteX4" fmla="*/ 212338 w 3907835"/>
              <a:gd name="connsiteY4" fmla="*/ 452210 h 5885396"/>
              <a:gd name="connsiteX0" fmla="*/ 212338 w 3998908"/>
              <a:gd name="connsiteY0" fmla="*/ 452210 h 5885396"/>
              <a:gd name="connsiteX1" fmla="*/ 3629094 w 3998908"/>
              <a:gd name="connsiteY1" fmla="*/ 414631 h 5885396"/>
              <a:gd name="connsiteX2" fmla="*/ 3896515 w 3998908"/>
              <a:gd name="connsiteY2" fmla="*/ 4225341 h 5885396"/>
              <a:gd name="connsiteX3" fmla="*/ 3545443 w 3998908"/>
              <a:gd name="connsiteY3" fmla="*/ 5700839 h 5885396"/>
              <a:gd name="connsiteX4" fmla="*/ 350124 w 3998908"/>
              <a:gd name="connsiteY4" fmla="*/ 5615172 h 5885396"/>
              <a:gd name="connsiteX5" fmla="*/ 212338 w 3998908"/>
              <a:gd name="connsiteY5" fmla="*/ 452210 h 5885396"/>
              <a:gd name="connsiteX0" fmla="*/ 212338 w 3998908"/>
              <a:gd name="connsiteY0" fmla="*/ 452210 h 5885396"/>
              <a:gd name="connsiteX1" fmla="*/ 3629094 w 3998908"/>
              <a:gd name="connsiteY1" fmla="*/ 414631 h 5885396"/>
              <a:gd name="connsiteX2" fmla="*/ 3896515 w 3998908"/>
              <a:gd name="connsiteY2" fmla="*/ 4225341 h 5885396"/>
              <a:gd name="connsiteX3" fmla="*/ 3545443 w 3998908"/>
              <a:gd name="connsiteY3" fmla="*/ 5700839 h 5885396"/>
              <a:gd name="connsiteX4" fmla="*/ 350124 w 3998908"/>
              <a:gd name="connsiteY4" fmla="*/ 5615172 h 5885396"/>
              <a:gd name="connsiteX5" fmla="*/ 212338 w 3998908"/>
              <a:gd name="connsiteY5" fmla="*/ 452210 h 5885396"/>
              <a:gd name="connsiteX0" fmla="*/ 212338 w 4067095"/>
              <a:gd name="connsiteY0" fmla="*/ 452210 h 5885396"/>
              <a:gd name="connsiteX1" fmla="*/ 3629094 w 4067095"/>
              <a:gd name="connsiteY1" fmla="*/ 414631 h 5885396"/>
              <a:gd name="connsiteX2" fmla="*/ 4022640 w 4067095"/>
              <a:gd name="connsiteY2" fmla="*/ 3405534 h 5885396"/>
              <a:gd name="connsiteX3" fmla="*/ 3545443 w 4067095"/>
              <a:gd name="connsiteY3" fmla="*/ 5700839 h 5885396"/>
              <a:gd name="connsiteX4" fmla="*/ 350124 w 4067095"/>
              <a:gd name="connsiteY4" fmla="*/ 5615172 h 5885396"/>
              <a:gd name="connsiteX5" fmla="*/ 212338 w 4067095"/>
              <a:gd name="connsiteY5" fmla="*/ 452210 h 5885396"/>
              <a:gd name="connsiteX0" fmla="*/ 212338 w 4067095"/>
              <a:gd name="connsiteY0" fmla="*/ 435757 h 5868943"/>
              <a:gd name="connsiteX1" fmla="*/ 3629094 w 4067095"/>
              <a:gd name="connsiteY1" fmla="*/ 398178 h 5868943"/>
              <a:gd name="connsiteX2" fmla="*/ 4022640 w 4067095"/>
              <a:gd name="connsiteY2" fmla="*/ 3389081 h 5868943"/>
              <a:gd name="connsiteX3" fmla="*/ 3545443 w 4067095"/>
              <a:gd name="connsiteY3" fmla="*/ 5684386 h 5868943"/>
              <a:gd name="connsiteX4" fmla="*/ 350124 w 4067095"/>
              <a:gd name="connsiteY4" fmla="*/ 5598719 h 5868943"/>
              <a:gd name="connsiteX5" fmla="*/ 212338 w 4067095"/>
              <a:gd name="connsiteY5" fmla="*/ 435757 h 5868943"/>
              <a:gd name="connsiteX0" fmla="*/ 212338 w 4033672"/>
              <a:gd name="connsiteY0" fmla="*/ 482502 h 5915688"/>
              <a:gd name="connsiteX1" fmla="*/ 3502970 w 4033672"/>
              <a:gd name="connsiteY1" fmla="*/ 360840 h 5915688"/>
              <a:gd name="connsiteX2" fmla="*/ 4022640 w 4033672"/>
              <a:gd name="connsiteY2" fmla="*/ 3435826 h 5915688"/>
              <a:gd name="connsiteX3" fmla="*/ 3545443 w 4033672"/>
              <a:gd name="connsiteY3" fmla="*/ 5731131 h 5915688"/>
              <a:gd name="connsiteX4" fmla="*/ 350124 w 4033672"/>
              <a:gd name="connsiteY4" fmla="*/ 5645464 h 5915688"/>
              <a:gd name="connsiteX5" fmla="*/ 212338 w 4033672"/>
              <a:gd name="connsiteY5" fmla="*/ 482502 h 5915688"/>
              <a:gd name="connsiteX0" fmla="*/ 212338 w 3999676"/>
              <a:gd name="connsiteY0" fmla="*/ 482502 h 5915688"/>
              <a:gd name="connsiteX1" fmla="*/ 3502970 w 3999676"/>
              <a:gd name="connsiteY1" fmla="*/ 360840 h 5915688"/>
              <a:gd name="connsiteX2" fmla="*/ 3980599 w 3999676"/>
              <a:gd name="connsiteY2" fmla="*/ 3477867 h 5915688"/>
              <a:gd name="connsiteX3" fmla="*/ 3545443 w 3999676"/>
              <a:gd name="connsiteY3" fmla="*/ 5731131 h 5915688"/>
              <a:gd name="connsiteX4" fmla="*/ 350124 w 3999676"/>
              <a:gd name="connsiteY4" fmla="*/ 5645464 h 5915688"/>
              <a:gd name="connsiteX5" fmla="*/ 212338 w 3999676"/>
              <a:gd name="connsiteY5" fmla="*/ 482502 h 5915688"/>
              <a:gd name="connsiteX0" fmla="*/ 212338 w 3999676"/>
              <a:gd name="connsiteY0" fmla="*/ 482502 h 5961719"/>
              <a:gd name="connsiteX1" fmla="*/ 3502970 w 3999676"/>
              <a:gd name="connsiteY1" fmla="*/ 360840 h 5961719"/>
              <a:gd name="connsiteX2" fmla="*/ 3980599 w 3999676"/>
              <a:gd name="connsiteY2" fmla="*/ 3477867 h 5961719"/>
              <a:gd name="connsiteX3" fmla="*/ 3398299 w 3999676"/>
              <a:gd name="connsiteY3" fmla="*/ 5794193 h 5961719"/>
              <a:gd name="connsiteX4" fmla="*/ 350124 w 3999676"/>
              <a:gd name="connsiteY4" fmla="*/ 5645464 h 5961719"/>
              <a:gd name="connsiteX5" fmla="*/ 212338 w 3999676"/>
              <a:gd name="connsiteY5" fmla="*/ 482502 h 5961719"/>
              <a:gd name="connsiteX0" fmla="*/ 212338 w 4004331"/>
              <a:gd name="connsiteY0" fmla="*/ 482502 h 5961719"/>
              <a:gd name="connsiteX1" fmla="*/ 3502970 w 4004331"/>
              <a:gd name="connsiteY1" fmla="*/ 360840 h 5961719"/>
              <a:gd name="connsiteX2" fmla="*/ 3980599 w 4004331"/>
              <a:gd name="connsiteY2" fmla="*/ 3477867 h 5961719"/>
              <a:gd name="connsiteX3" fmla="*/ 3398299 w 4004331"/>
              <a:gd name="connsiteY3" fmla="*/ 5794193 h 5961719"/>
              <a:gd name="connsiteX4" fmla="*/ 350124 w 4004331"/>
              <a:gd name="connsiteY4" fmla="*/ 5645464 h 5961719"/>
              <a:gd name="connsiteX5" fmla="*/ 212338 w 4004331"/>
              <a:gd name="connsiteY5" fmla="*/ 482502 h 5961719"/>
              <a:gd name="connsiteX0" fmla="*/ 255853 w 4047846"/>
              <a:gd name="connsiteY0" fmla="*/ 482502 h 5961719"/>
              <a:gd name="connsiteX1" fmla="*/ 3546485 w 4047846"/>
              <a:gd name="connsiteY1" fmla="*/ 360840 h 5961719"/>
              <a:gd name="connsiteX2" fmla="*/ 4024114 w 4047846"/>
              <a:gd name="connsiteY2" fmla="*/ 3477867 h 5961719"/>
              <a:gd name="connsiteX3" fmla="*/ 3441814 w 4047846"/>
              <a:gd name="connsiteY3" fmla="*/ 5794193 h 5961719"/>
              <a:gd name="connsiteX4" fmla="*/ 393639 w 4047846"/>
              <a:gd name="connsiteY4" fmla="*/ 5645464 h 5961719"/>
              <a:gd name="connsiteX5" fmla="*/ 255853 w 4047846"/>
              <a:gd name="connsiteY5" fmla="*/ 482502 h 5961719"/>
              <a:gd name="connsiteX0" fmla="*/ 255853 w 4033005"/>
              <a:gd name="connsiteY0" fmla="*/ 520546 h 5999763"/>
              <a:gd name="connsiteX1" fmla="*/ 3451892 w 4033005"/>
              <a:gd name="connsiteY1" fmla="*/ 335822 h 5999763"/>
              <a:gd name="connsiteX2" fmla="*/ 4024114 w 4033005"/>
              <a:gd name="connsiteY2" fmla="*/ 3515911 h 5999763"/>
              <a:gd name="connsiteX3" fmla="*/ 3441814 w 4033005"/>
              <a:gd name="connsiteY3" fmla="*/ 5832237 h 5999763"/>
              <a:gd name="connsiteX4" fmla="*/ 393639 w 4033005"/>
              <a:gd name="connsiteY4" fmla="*/ 5683508 h 5999763"/>
              <a:gd name="connsiteX5" fmla="*/ 255853 w 4033005"/>
              <a:gd name="connsiteY5" fmla="*/ 520546 h 5999763"/>
              <a:gd name="connsiteX0" fmla="*/ 255853 w 4033005"/>
              <a:gd name="connsiteY0" fmla="*/ 520546 h 6016518"/>
              <a:gd name="connsiteX1" fmla="*/ 3451892 w 4033005"/>
              <a:gd name="connsiteY1" fmla="*/ 335822 h 6016518"/>
              <a:gd name="connsiteX2" fmla="*/ 4024114 w 4033005"/>
              <a:gd name="connsiteY2" fmla="*/ 3515911 h 6016518"/>
              <a:gd name="connsiteX3" fmla="*/ 3441814 w 4033005"/>
              <a:gd name="connsiteY3" fmla="*/ 5832237 h 6016518"/>
              <a:gd name="connsiteX4" fmla="*/ 393639 w 4033005"/>
              <a:gd name="connsiteY4" fmla="*/ 5683508 h 6016518"/>
              <a:gd name="connsiteX5" fmla="*/ 255853 w 4033005"/>
              <a:gd name="connsiteY5" fmla="*/ 520546 h 6016518"/>
              <a:gd name="connsiteX0" fmla="*/ 255853 w 4033005"/>
              <a:gd name="connsiteY0" fmla="*/ 520546 h 6016518"/>
              <a:gd name="connsiteX1" fmla="*/ 3451892 w 4033005"/>
              <a:gd name="connsiteY1" fmla="*/ 335822 h 6016518"/>
              <a:gd name="connsiteX2" fmla="*/ 4024114 w 4033005"/>
              <a:gd name="connsiteY2" fmla="*/ 3515911 h 6016518"/>
              <a:gd name="connsiteX3" fmla="*/ 3441814 w 4033005"/>
              <a:gd name="connsiteY3" fmla="*/ 5832237 h 6016518"/>
              <a:gd name="connsiteX4" fmla="*/ 393639 w 4033005"/>
              <a:gd name="connsiteY4" fmla="*/ 5683508 h 6016518"/>
              <a:gd name="connsiteX5" fmla="*/ 255853 w 4033005"/>
              <a:gd name="connsiteY5" fmla="*/ 520546 h 6016518"/>
              <a:gd name="connsiteX0" fmla="*/ 255853 w 4033005"/>
              <a:gd name="connsiteY0" fmla="*/ 520546 h 6024360"/>
              <a:gd name="connsiteX1" fmla="*/ 3451892 w 4033005"/>
              <a:gd name="connsiteY1" fmla="*/ 335822 h 6024360"/>
              <a:gd name="connsiteX2" fmla="*/ 4024114 w 4033005"/>
              <a:gd name="connsiteY2" fmla="*/ 3515911 h 6024360"/>
              <a:gd name="connsiteX3" fmla="*/ 3441814 w 4033005"/>
              <a:gd name="connsiteY3" fmla="*/ 5832237 h 6024360"/>
              <a:gd name="connsiteX4" fmla="*/ 393639 w 4033005"/>
              <a:gd name="connsiteY4" fmla="*/ 5683508 h 6024360"/>
              <a:gd name="connsiteX5" fmla="*/ 255853 w 4033005"/>
              <a:gd name="connsiteY5" fmla="*/ 520546 h 6024360"/>
              <a:gd name="connsiteX0" fmla="*/ 235518 w 4012670"/>
              <a:gd name="connsiteY0" fmla="*/ 520546 h 6057011"/>
              <a:gd name="connsiteX1" fmla="*/ 3431557 w 4012670"/>
              <a:gd name="connsiteY1" fmla="*/ 335822 h 6057011"/>
              <a:gd name="connsiteX2" fmla="*/ 4003779 w 4012670"/>
              <a:gd name="connsiteY2" fmla="*/ 3515911 h 6057011"/>
              <a:gd name="connsiteX3" fmla="*/ 3421479 w 4012670"/>
              <a:gd name="connsiteY3" fmla="*/ 5832237 h 6057011"/>
              <a:gd name="connsiteX4" fmla="*/ 417791 w 4012670"/>
              <a:gd name="connsiteY4" fmla="*/ 5778101 h 6057011"/>
              <a:gd name="connsiteX5" fmla="*/ 235518 w 4012670"/>
              <a:gd name="connsiteY5" fmla="*/ 520546 h 6057011"/>
              <a:gd name="connsiteX0" fmla="*/ 235518 w 4012670"/>
              <a:gd name="connsiteY0" fmla="*/ 520546 h 6035155"/>
              <a:gd name="connsiteX1" fmla="*/ 3431557 w 4012670"/>
              <a:gd name="connsiteY1" fmla="*/ 335822 h 6035155"/>
              <a:gd name="connsiteX2" fmla="*/ 4003779 w 4012670"/>
              <a:gd name="connsiteY2" fmla="*/ 3515911 h 6035155"/>
              <a:gd name="connsiteX3" fmla="*/ 3421479 w 4012670"/>
              <a:gd name="connsiteY3" fmla="*/ 5832237 h 6035155"/>
              <a:gd name="connsiteX4" fmla="*/ 417791 w 4012670"/>
              <a:gd name="connsiteY4" fmla="*/ 5778101 h 6035155"/>
              <a:gd name="connsiteX5" fmla="*/ 235518 w 4012670"/>
              <a:gd name="connsiteY5" fmla="*/ 520546 h 6035155"/>
              <a:gd name="connsiteX0" fmla="*/ 300142 w 4077294"/>
              <a:gd name="connsiteY0" fmla="*/ 520546 h 6035155"/>
              <a:gd name="connsiteX1" fmla="*/ 3496181 w 4077294"/>
              <a:gd name="connsiteY1" fmla="*/ 335822 h 6035155"/>
              <a:gd name="connsiteX2" fmla="*/ 4068403 w 4077294"/>
              <a:gd name="connsiteY2" fmla="*/ 3515911 h 6035155"/>
              <a:gd name="connsiteX3" fmla="*/ 3486103 w 4077294"/>
              <a:gd name="connsiteY3" fmla="*/ 5832237 h 6035155"/>
              <a:gd name="connsiteX4" fmla="*/ 482415 w 4077294"/>
              <a:gd name="connsiteY4" fmla="*/ 5778101 h 6035155"/>
              <a:gd name="connsiteX5" fmla="*/ 300142 w 4077294"/>
              <a:gd name="connsiteY5" fmla="*/ 520546 h 6035155"/>
              <a:gd name="connsiteX0" fmla="*/ 300142 w 4077294"/>
              <a:gd name="connsiteY0" fmla="*/ 520546 h 6070481"/>
              <a:gd name="connsiteX1" fmla="*/ 3496181 w 4077294"/>
              <a:gd name="connsiteY1" fmla="*/ 335822 h 6070481"/>
              <a:gd name="connsiteX2" fmla="*/ 4068403 w 4077294"/>
              <a:gd name="connsiteY2" fmla="*/ 3515911 h 6070481"/>
              <a:gd name="connsiteX3" fmla="*/ 3486103 w 4077294"/>
              <a:gd name="connsiteY3" fmla="*/ 5832237 h 6070481"/>
              <a:gd name="connsiteX4" fmla="*/ 482415 w 4077294"/>
              <a:gd name="connsiteY4" fmla="*/ 5778101 h 6070481"/>
              <a:gd name="connsiteX5" fmla="*/ 300142 w 4077294"/>
              <a:gd name="connsiteY5" fmla="*/ 520546 h 607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77294" h="6070481">
                <a:moveTo>
                  <a:pt x="300142" y="520546"/>
                </a:moveTo>
                <a:cubicBezTo>
                  <a:pt x="553887" y="-30599"/>
                  <a:pt x="2925109" y="-223388"/>
                  <a:pt x="3496181" y="335822"/>
                </a:cubicBezTo>
                <a:cubicBezTo>
                  <a:pt x="4110210" y="964677"/>
                  <a:pt x="4092856" y="2035785"/>
                  <a:pt x="4068403" y="3515911"/>
                </a:cubicBezTo>
                <a:cubicBezTo>
                  <a:pt x="4054461" y="4396946"/>
                  <a:pt x="4077168" y="5600599"/>
                  <a:pt x="3486103" y="5832237"/>
                </a:cubicBezTo>
                <a:cubicBezTo>
                  <a:pt x="2393113" y="6208018"/>
                  <a:pt x="1151016" y="6100612"/>
                  <a:pt x="482415" y="5778101"/>
                </a:cubicBezTo>
                <a:cubicBezTo>
                  <a:pt x="-239193" y="5456861"/>
                  <a:pt x="-21360" y="1247802"/>
                  <a:pt x="300142" y="520546"/>
                </a:cubicBezTo>
                <a:close/>
              </a:path>
            </a:pathLst>
          </a:custGeom>
          <a:solidFill>
            <a:schemeClr val="bg1">
              <a:lumMod val="95000"/>
            </a:schemeClr>
          </a:solidFill>
          <a:ln>
            <a:noFill/>
          </a:ln>
        </p:spPr>
        <p:txBody>
          <a:bodyPr anchor="ctr" anchorCtr="0"/>
          <a:lstStyle>
            <a:lvl1pPr marL="0" indent="0" algn="ctr">
              <a:buFontTx/>
              <a:buNone/>
              <a:defRPr/>
            </a:lvl1pPr>
          </a:lstStyle>
          <a:p>
            <a:r>
              <a:rPr lang="en-US"/>
              <a:t>Click to add picture. </a:t>
            </a:r>
            <a:br>
              <a:rPr lang="en-US"/>
            </a:br>
            <a:r>
              <a:rPr lang="en-US"/>
              <a:t>Select crop to position.</a:t>
            </a:r>
          </a:p>
        </p:txBody>
      </p:sp>
      <p:sp>
        <p:nvSpPr>
          <p:cNvPr id="4" name="Content Placeholder 2">
            <a:extLst>
              <a:ext uri="{FF2B5EF4-FFF2-40B4-BE49-F238E27FC236}">
                <a16:creationId xmlns:a16="http://schemas.microsoft.com/office/drawing/2014/main" id="{5C842495-0A6A-369B-8A1C-1355DF689262}"/>
              </a:ext>
            </a:extLst>
          </p:cNvPr>
          <p:cNvSpPr>
            <a:spLocks noGrp="1"/>
          </p:cNvSpPr>
          <p:nvPr>
            <p:ph idx="1" hasCustomPrompt="1"/>
          </p:nvPr>
        </p:nvSpPr>
        <p:spPr>
          <a:xfrm>
            <a:off x="4419600" y="3586348"/>
            <a:ext cx="7123631" cy="2623952"/>
          </a:xfrm>
        </p:spPr>
        <p:txBody>
          <a:bodyPr>
            <a:noAutofit/>
          </a:bodyPr>
          <a:lstStyle>
            <a:lvl1pPr marL="0" indent="0">
              <a:buFontTx/>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 (Segoe UI, 14pt)</a:t>
            </a:r>
          </a:p>
          <a:p>
            <a:pPr lvl="1"/>
            <a:r>
              <a:rPr lang="en-US"/>
              <a:t>Second level</a:t>
            </a:r>
          </a:p>
          <a:p>
            <a:pPr lvl="2"/>
            <a:r>
              <a:rPr lang="en-US"/>
              <a:t>Third level</a:t>
            </a:r>
          </a:p>
          <a:p>
            <a:pPr lvl="3"/>
            <a:r>
              <a:rPr lang="en-US"/>
              <a:t>Fourth level</a:t>
            </a:r>
          </a:p>
          <a:p>
            <a:pPr lvl="4"/>
            <a:r>
              <a:rPr lang="en-US"/>
              <a:t>Fifth level</a:t>
            </a:r>
          </a:p>
        </p:txBody>
      </p:sp>
      <p:sp>
        <p:nvSpPr>
          <p:cNvPr id="5" name="Text Placeholder 7">
            <a:extLst>
              <a:ext uri="{FF2B5EF4-FFF2-40B4-BE49-F238E27FC236}">
                <a16:creationId xmlns:a16="http://schemas.microsoft.com/office/drawing/2014/main" id="{C77F2EE2-6AA2-5689-218E-2853C0DD082E}"/>
              </a:ext>
            </a:extLst>
          </p:cNvPr>
          <p:cNvSpPr>
            <a:spLocks noGrp="1"/>
          </p:cNvSpPr>
          <p:nvPr>
            <p:ph type="body" sz="quarter" idx="17" hasCustomPrompt="1"/>
          </p:nvPr>
        </p:nvSpPr>
        <p:spPr>
          <a:xfrm>
            <a:off x="4419600" y="433201"/>
            <a:ext cx="7124700" cy="362445"/>
          </a:xfrm>
        </p:spPr>
        <p:txBody>
          <a:bodyPr>
            <a:noAutofit/>
          </a:bodyPr>
          <a:lstStyle>
            <a:lvl1pPr marL="0" indent="0">
              <a:buFontTx/>
              <a:buNone/>
              <a:defRPr sz="1100" b="1">
                <a:solidFill>
                  <a:schemeClr val="accent2"/>
                </a:solidFill>
                <a:latin typeface="Segoe UI" panose="020B0502040204020203" pitchFamily="34" charset="0"/>
                <a:cs typeface="Segoe UI" panose="020B0502040204020203" pitchFamily="34" charset="0"/>
              </a:defRPr>
            </a:lvl1pPr>
          </a:lstStyle>
          <a:p>
            <a:pPr lvl="0"/>
            <a:r>
              <a:rPr lang="en-US"/>
              <a:t>Click to add section topic header title (Segoe UI bold, 11pt)</a:t>
            </a:r>
          </a:p>
        </p:txBody>
      </p:sp>
      <p:sp>
        <p:nvSpPr>
          <p:cNvPr id="8" name="Title 1">
            <a:extLst>
              <a:ext uri="{FF2B5EF4-FFF2-40B4-BE49-F238E27FC236}">
                <a16:creationId xmlns:a16="http://schemas.microsoft.com/office/drawing/2014/main" id="{0B5F0EB7-FB93-ED91-F8AB-02072B5E3FBF}"/>
              </a:ext>
            </a:extLst>
          </p:cNvPr>
          <p:cNvSpPr>
            <a:spLocks noGrp="1"/>
          </p:cNvSpPr>
          <p:nvPr>
            <p:ph type="title" hasCustomPrompt="1"/>
          </p:nvPr>
        </p:nvSpPr>
        <p:spPr>
          <a:xfrm>
            <a:off x="4419600" y="981305"/>
            <a:ext cx="7124700" cy="945920"/>
          </a:xfrm>
        </p:spPr>
        <p:txBody>
          <a:bodyPr>
            <a:noAutofit/>
          </a:bodyPr>
          <a:lstStyle>
            <a:lvl1pPr>
              <a:defRPr sz="2800" b="1">
                <a:solidFill>
                  <a:schemeClr val="tx1"/>
                </a:solidFill>
              </a:defRPr>
            </a:lvl1pPr>
          </a:lstStyle>
          <a:p>
            <a:r>
              <a:rPr lang="en-US"/>
              <a:t>Click to edit title (Segoe UI bold 28pt)</a:t>
            </a:r>
          </a:p>
        </p:txBody>
      </p:sp>
      <p:sp>
        <p:nvSpPr>
          <p:cNvPr id="9" name="Text Placeholder 13">
            <a:extLst>
              <a:ext uri="{FF2B5EF4-FFF2-40B4-BE49-F238E27FC236}">
                <a16:creationId xmlns:a16="http://schemas.microsoft.com/office/drawing/2014/main" id="{172B75BD-965C-CD16-72D0-60638B834078}"/>
              </a:ext>
            </a:extLst>
          </p:cNvPr>
          <p:cNvSpPr>
            <a:spLocks noGrp="1"/>
          </p:cNvSpPr>
          <p:nvPr>
            <p:ph type="body" sz="quarter" idx="14" hasCustomPrompt="1"/>
          </p:nvPr>
        </p:nvSpPr>
        <p:spPr>
          <a:xfrm>
            <a:off x="4419600" y="1916034"/>
            <a:ext cx="7123631" cy="945920"/>
          </a:xfrm>
        </p:spPr>
        <p:txBody>
          <a:bodyPr>
            <a:noAutofit/>
          </a:bodyPr>
          <a:lstStyle>
            <a:lvl1pPr marL="0" indent="0">
              <a:lnSpc>
                <a:spcPct val="100000"/>
              </a:lnSpc>
              <a:buFontTx/>
              <a:buNone/>
              <a:defRPr sz="1800" b="1" i="0">
                <a:solidFill>
                  <a:schemeClr val="tx1"/>
                </a:solidFill>
                <a:latin typeface="Segoe UI Semibold" panose="020B0502040204020203" pitchFamily="34" charset="0"/>
                <a:cs typeface="Segoe UI Semibold"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intro copy (Segoe UI Semibold, 18 pt). Click to add intro copy here.</a:t>
            </a:r>
          </a:p>
        </p:txBody>
      </p:sp>
      <p:sp>
        <p:nvSpPr>
          <p:cNvPr id="10" name="Text Placeholder 13">
            <a:extLst>
              <a:ext uri="{FF2B5EF4-FFF2-40B4-BE49-F238E27FC236}">
                <a16:creationId xmlns:a16="http://schemas.microsoft.com/office/drawing/2014/main" id="{15DF3137-9A5F-219C-A1AD-DBF7A44747D4}"/>
              </a:ext>
            </a:extLst>
          </p:cNvPr>
          <p:cNvSpPr>
            <a:spLocks noGrp="1"/>
          </p:cNvSpPr>
          <p:nvPr>
            <p:ph type="body" sz="quarter" idx="18" hasCustomPrompt="1"/>
          </p:nvPr>
        </p:nvSpPr>
        <p:spPr>
          <a:xfrm>
            <a:off x="4419600" y="3092172"/>
            <a:ext cx="7123630" cy="494176"/>
          </a:xfrm>
        </p:spPr>
        <p:txBody>
          <a:bodyPr>
            <a:noAutofit/>
          </a:bodyPr>
          <a:lstStyle>
            <a:lvl1pPr marL="0" indent="0">
              <a:buFontTx/>
              <a:buNone/>
              <a:defRPr sz="1600" b="1" i="0">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subhead text (Segoe UI bold, 16pt)</a:t>
            </a:r>
          </a:p>
        </p:txBody>
      </p:sp>
      <p:sp>
        <p:nvSpPr>
          <p:cNvPr id="2" name="Slide Number Placeholder 1">
            <a:extLst>
              <a:ext uri="{FF2B5EF4-FFF2-40B4-BE49-F238E27FC236}">
                <a16:creationId xmlns:a16="http://schemas.microsoft.com/office/drawing/2014/main" id="{3F0FC0DA-1A9A-C02C-0BCB-DF5722AA255C}"/>
              </a:ext>
            </a:extLst>
          </p:cNvPr>
          <p:cNvSpPr>
            <a:spLocks noGrp="1"/>
          </p:cNvSpPr>
          <p:nvPr>
            <p:ph type="sldNum" sz="quarter" idx="19"/>
          </p:nvPr>
        </p:nvSpPr>
        <p:spPr/>
        <p:txBody>
          <a:bodyPr/>
          <a:lstStyle/>
          <a:p>
            <a:fld id="{F71C0B42-4AEE-41DE-B077-4156AA01E9D4}" type="slidenum">
              <a:rPr lang="en-US" smtClean="0"/>
              <a:pPr/>
              <a:t>‹#›</a:t>
            </a:fld>
            <a:endParaRPr lang="en-US"/>
          </a:p>
        </p:txBody>
      </p:sp>
    </p:spTree>
    <p:extLst>
      <p:ext uri="{BB962C8B-B14F-4D97-AF65-F5344CB8AC3E}">
        <p14:creationId xmlns:p14="http://schemas.microsoft.com/office/powerpoint/2010/main" val="30967233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subhead, copy, picture">
    <p:bg>
      <p:bgPr>
        <a:solidFill>
          <a:schemeClr val="bg1"/>
        </a:solidFill>
        <a:effectLst/>
      </p:bgPr>
    </p:bg>
    <p:spTree>
      <p:nvGrpSpPr>
        <p:cNvPr id="1" name=""/>
        <p:cNvGrpSpPr/>
        <p:nvPr/>
      </p:nvGrpSpPr>
      <p:grpSpPr>
        <a:xfrm>
          <a:off x="0" y="0"/>
          <a:ext cx="0" cy="0"/>
          <a:chOff x="0" y="0"/>
          <a:chExt cx="0" cy="0"/>
        </a:xfrm>
      </p:grpSpPr>
      <p:sp>
        <p:nvSpPr>
          <p:cNvPr id="6" name="Picture Placeholder 22">
            <a:extLst>
              <a:ext uri="{FF2B5EF4-FFF2-40B4-BE49-F238E27FC236}">
                <a16:creationId xmlns:a16="http://schemas.microsoft.com/office/drawing/2014/main" id="{DD122DF4-C782-39A1-E8FE-AF542275A972}"/>
              </a:ext>
            </a:extLst>
          </p:cNvPr>
          <p:cNvSpPr>
            <a:spLocks noGrp="1"/>
          </p:cNvSpPr>
          <p:nvPr>
            <p:ph type="pic" sz="quarter" idx="15" hasCustomPrompt="1"/>
          </p:nvPr>
        </p:nvSpPr>
        <p:spPr>
          <a:xfrm>
            <a:off x="6436427" y="433201"/>
            <a:ext cx="4999511" cy="5776686"/>
          </a:xfrm>
          <a:custGeom>
            <a:avLst/>
            <a:gdLst>
              <a:gd name="connsiteX0" fmla="*/ 0 w 3792538"/>
              <a:gd name="connsiteY0" fmla="*/ 0 h 4849812"/>
              <a:gd name="connsiteX1" fmla="*/ 3792538 w 3792538"/>
              <a:gd name="connsiteY1" fmla="*/ 0 h 4849812"/>
              <a:gd name="connsiteX2" fmla="*/ 3792538 w 3792538"/>
              <a:gd name="connsiteY2" fmla="*/ 4849812 h 4849812"/>
              <a:gd name="connsiteX3" fmla="*/ 0 w 3792538"/>
              <a:gd name="connsiteY3" fmla="*/ 4849812 h 4849812"/>
              <a:gd name="connsiteX4" fmla="*/ 0 w 3792538"/>
              <a:gd name="connsiteY4" fmla="*/ 0 h 4849812"/>
              <a:gd name="connsiteX0" fmla="*/ 175365 w 3792538"/>
              <a:gd name="connsiteY0" fmla="*/ 187891 h 4849812"/>
              <a:gd name="connsiteX1" fmla="*/ 3792538 w 3792538"/>
              <a:gd name="connsiteY1" fmla="*/ 0 h 4849812"/>
              <a:gd name="connsiteX2" fmla="*/ 3792538 w 3792538"/>
              <a:gd name="connsiteY2" fmla="*/ 4849812 h 4849812"/>
              <a:gd name="connsiteX3" fmla="*/ 0 w 3792538"/>
              <a:gd name="connsiteY3" fmla="*/ 4849812 h 4849812"/>
              <a:gd name="connsiteX4" fmla="*/ 175365 w 3792538"/>
              <a:gd name="connsiteY4" fmla="*/ 187891 h 4849812"/>
              <a:gd name="connsiteX0" fmla="*/ 175365 w 3792538"/>
              <a:gd name="connsiteY0" fmla="*/ 254121 h 4916042"/>
              <a:gd name="connsiteX1" fmla="*/ 3792538 w 3792538"/>
              <a:gd name="connsiteY1" fmla="*/ 66230 h 4916042"/>
              <a:gd name="connsiteX2" fmla="*/ 3792538 w 3792538"/>
              <a:gd name="connsiteY2" fmla="*/ 4916042 h 4916042"/>
              <a:gd name="connsiteX3" fmla="*/ 0 w 3792538"/>
              <a:gd name="connsiteY3" fmla="*/ 4916042 h 4916042"/>
              <a:gd name="connsiteX4" fmla="*/ 175365 w 3792538"/>
              <a:gd name="connsiteY4" fmla="*/ 254121 h 4916042"/>
              <a:gd name="connsiteX0" fmla="*/ 186614 w 3803787"/>
              <a:gd name="connsiteY0" fmla="*/ 254121 h 4916042"/>
              <a:gd name="connsiteX1" fmla="*/ 3803787 w 3803787"/>
              <a:gd name="connsiteY1" fmla="*/ 66230 h 4916042"/>
              <a:gd name="connsiteX2" fmla="*/ 3803787 w 3803787"/>
              <a:gd name="connsiteY2" fmla="*/ 4916042 h 4916042"/>
              <a:gd name="connsiteX3" fmla="*/ 11249 w 3803787"/>
              <a:gd name="connsiteY3" fmla="*/ 4916042 h 4916042"/>
              <a:gd name="connsiteX4" fmla="*/ 186614 w 3803787"/>
              <a:gd name="connsiteY4" fmla="*/ 254121 h 4916042"/>
              <a:gd name="connsiteX0" fmla="*/ 90495 w 3707668"/>
              <a:gd name="connsiteY0" fmla="*/ 254121 h 4916042"/>
              <a:gd name="connsiteX1" fmla="*/ 3707668 w 3707668"/>
              <a:gd name="connsiteY1" fmla="*/ 66230 h 4916042"/>
              <a:gd name="connsiteX2" fmla="*/ 3707668 w 3707668"/>
              <a:gd name="connsiteY2" fmla="*/ 4916042 h 4916042"/>
              <a:gd name="connsiteX3" fmla="*/ 353541 w 3707668"/>
              <a:gd name="connsiteY3" fmla="*/ 4916042 h 4916042"/>
              <a:gd name="connsiteX4" fmla="*/ 90495 w 3707668"/>
              <a:gd name="connsiteY4" fmla="*/ 254121 h 4916042"/>
              <a:gd name="connsiteX0" fmla="*/ 191817 w 3808990"/>
              <a:gd name="connsiteY0" fmla="*/ 254121 h 4916042"/>
              <a:gd name="connsiteX1" fmla="*/ 3808990 w 3808990"/>
              <a:gd name="connsiteY1" fmla="*/ 66230 h 4916042"/>
              <a:gd name="connsiteX2" fmla="*/ 3808990 w 3808990"/>
              <a:gd name="connsiteY2" fmla="*/ 4916042 h 4916042"/>
              <a:gd name="connsiteX3" fmla="*/ 454863 w 3808990"/>
              <a:gd name="connsiteY3" fmla="*/ 4916042 h 4916042"/>
              <a:gd name="connsiteX4" fmla="*/ 191817 w 3808990"/>
              <a:gd name="connsiteY4" fmla="*/ 254121 h 4916042"/>
              <a:gd name="connsiteX0" fmla="*/ 191817 w 3808990"/>
              <a:gd name="connsiteY0" fmla="*/ 254121 h 5099757"/>
              <a:gd name="connsiteX1" fmla="*/ 3808990 w 3808990"/>
              <a:gd name="connsiteY1" fmla="*/ 66230 h 5099757"/>
              <a:gd name="connsiteX2" fmla="*/ 3808990 w 3808990"/>
              <a:gd name="connsiteY2" fmla="*/ 4916042 h 5099757"/>
              <a:gd name="connsiteX3" fmla="*/ 454863 w 3808990"/>
              <a:gd name="connsiteY3" fmla="*/ 4916042 h 5099757"/>
              <a:gd name="connsiteX4" fmla="*/ 191817 w 3808990"/>
              <a:gd name="connsiteY4" fmla="*/ 254121 h 5099757"/>
              <a:gd name="connsiteX0" fmla="*/ 191817 w 3808990"/>
              <a:gd name="connsiteY0" fmla="*/ 254121 h 5103061"/>
              <a:gd name="connsiteX1" fmla="*/ 3808990 w 3808990"/>
              <a:gd name="connsiteY1" fmla="*/ 66230 h 5103061"/>
              <a:gd name="connsiteX2" fmla="*/ 3596047 w 3808990"/>
              <a:gd name="connsiteY2" fmla="*/ 4928568 h 5103061"/>
              <a:gd name="connsiteX3" fmla="*/ 454863 w 3808990"/>
              <a:gd name="connsiteY3" fmla="*/ 4916042 h 5103061"/>
              <a:gd name="connsiteX4" fmla="*/ 191817 w 3808990"/>
              <a:gd name="connsiteY4" fmla="*/ 254121 h 5103061"/>
              <a:gd name="connsiteX0" fmla="*/ 191817 w 3808990"/>
              <a:gd name="connsiteY0" fmla="*/ 254121 h 5218251"/>
              <a:gd name="connsiteX1" fmla="*/ 3808990 w 3808990"/>
              <a:gd name="connsiteY1" fmla="*/ 66230 h 5218251"/>
              <a:gd name="connsiteX2" fmla="*/ 3596047 w 3808990"/>
              <a:gd name="connsiteY2" fmla="*/ 4928568 h 5218251"/>
              <a:gd name="connsiteX3" fmla="*/ 454863 w 3808990"/>
              <a:gd name="connsiteY3" fmla="*/ 4916042 h 5218251"/>
              <a:gd name="connsiteX4" fmla="*/ 191817 w 3808990"/>
              <a:gd name="connsiteY4" fmla="*/ 254121 h 5218251"/>
              <a:gd name="connsiteX0" fmla="*/ 191817 w 3860878"/>
              <a:gd name="connsiteY0" fmla="*/ 254121 h 5218251"/>
              <a:gd name="connsiteX1" fmla="*/ 3808990 w 3860878"/>
              <a:gd name="connsiteY1" fmla="*/ 66230 h 5218251"/>
              <a:gd name="connsiteX2" fmla="*/ 3596047 w 3860878"/>
              <a:gd name="connsiteY2" fmla="*/ 4928568 h 5218251"/>
              <a:gd name="connsiteX3" fmla="*/ 454863 w 3860878"/>
              <a:gd name="connsiteY3" fmla="*/ 4916042 h 5218251"/>
              <a:gd name="connsiteX4" fmla="*/ 191817 w 3860878"/>
              <a:gd name="connsiteY4" fmla="*/ 254121 h 5218251"/>
              <a:gd name="connsiteX0" fmla="*/ 191817 w 3799284"/>
              <a:gd name="connsiteY0" fmla="*/ 207404 h 5171534"/>
              <a:gd name="connsiteX1" fmla="*/ 3608573 w 3799284"/>
              <a:gd name="connsiteY1" fmla="*/ 169825 h 5171534"/>
              <a:gd name="connsiteX2" fmla="*/ 3596047 w 3799284"/>
              <a:gd name="connsiteY2" fmla="*/ 4881851 h 5171534"/>
              <a:gd name="connsiteX3" fmla="*/ 454863 w 3799284"/>
              <a:gd name="connsiteY3" fmla="*/ 4869325 h 5171534"/>
              <a:gd name="connsiteX4" fmla="*/ 191817 w 3799284"/>
              <a:gd name="connsiteY4" fmla="*/ 207404 h 5171534"/>
              <a:gd name="connsiteX0" fmla="*/ 191817 w 3799284"/>
              <a:gd name="connsiteY0" fmla="*/ 361834 h 5325964"/>
              <a:gd name="connsiteX1" fmla="*/ 3608573 w 3799284"/>
              <a:gd name="connsiteY1" fmla="*/ 324255 h 5325964"/>
              <a:gd name="connsiteX2" fmla="*/ 3596047 w 3799284"/>
              <a:gd name="connsiteY2" fmla="*/ 5036281 h 5325964"/>
              <a:gd name="connsiteX3" fmla="*/ 454863 w 3799284"/>
              <a:gd name="connsiteY3" fmla="*/ 5023755 h 5325964"/>
              <a:gd name="connsiteX4" fmla="*/ 191817 w 3799284"/>
              <a:gd name="connsiteY4" fmla="*/ 361834 h 5325964"/>
              <a:gd name="connsiteX0" fmla="*/ 191817 w 3884556"/>
              <a:gd name="connsiteY0" fmla="*/ 361834 h 5325964"/>
              <a:gd name="connsiteX1" fmla="*/ 3608573 w 3884556"/>
              <a:gd name="connsiteY1" fmla="*/ 324255 h 5325964"/>
              <a:gd name="connsiteX2" fmla="*/ 3596047 w 3884556"/>
              <a:gd name="connsiteY2" fmla="*/ 5036281 h 5325964"/>
              <a:gd name="connsiteX3" fmla="*/ 454863 w 3884556"/>
              <a:gd name="connsiteY3" fmla="*/ 5023755 h 5325964"/>
              <a:gd name="connsiteX4" fmla="*/ 191817 w 3884556"/>
              <a:gd name="connsiteY4" fmla="*/ 361834 h 5325964"/>
              <a:gd name="connsiteX0" fmla="*/ 191817 w 3855754"/>
              <a:gd name="connsiteY0" fmla="*/ 361834 h 5726890"/>
              <a:gd name="connsiteX1" fmla="*/ 3608573 w 3855754"/>
              <a:gd name="connsiteY1" fmla="*/ 324255 h 5726890"/>
              <a:gd name="connsiteX2" fmla="*/ 3545943 w 3855754"/>
              <a:gd name="connsiteY2" fmla="*/ 5599952 h 5726890"/>
              <a:gd name="connsiteX3" fmla="*/ 454863 w 3855754"/>
              <a:gd name="connsiteY3" fmla="*/ 5023755 h 5726890"/>
              <a:gd name="connsiteX4" fmla="*/ 191817 w 3855754"/>
              <a:gd name="connsiteY4" fmla="*/ 361834 h 5726890"/>
              <a:gd name="connsiteX0" fmla="*/ 259947 w 3923884"/>
              <a:gd name="connsiteY0" fmla="*/ 361834 h 5838594"/>
              <a:gd name="connsiteX1" fmla="*/ 3676703 w 3923884"/>
              <a:gd name="connsiteY1" fmla="*/ 324255 h 5838594"/>
              <a:gd name="connsiteX2" fmla="*/ 3614073 w 3923884"/>
              <a:gd name="connsiteY2" fmla="*/ 5599952 h 5838594"/>
              <a:gd name="connsiteX3" fmla="*/ 360155 w 3923884"/>
              <a:gd name="connsiteY3" fmla="*/ 5474692 h 5838594"/>
              <a:gd name="connsiteX4" fmla="*/ 259947 w 3923884"/>
              <a:gd name="connsiteY4" fmla="*/ 361834 h 5838594"/>
              <a:gd name="connsiteX0" fmla="*/ 215634 w 3879571"/>
              <a:gd name="connsiteY0" fmla="*/ 361834 h 5838594"/>
              <a:gd name="connsiteX1" fmla="*/ 3632390 w 3879571"/>
              <a:gd name="connsiteY1" fmla="*/ 324255 h 5838594"/>
              <a:gd name="connsiteX2" fmla="*/ 3569760 w 3879571"/>
              <a:gd name="connsiteY2" fmla="*/ 5599952 h 5838594"/>
              <a:gd name="connsiteX3" fmla="*/ 315842 w 3879571"/>
              <a:gd name="connsiteY3" fmla="*/ 5474692 h 5838594"/>
              <a:gd name="connsiteX4" fmla="*/ 215634 w 3879571"/>
              <a:gd name="connsiteY4" fmla="*/ 361834 h 5838594"/>
              <a:gd name="connsiteX0" fmla="*/ 215634 w 3879571"/>
              <a:gd name="connsiteY0" fmla="*/ 361834 h 5811994"/>
              <a:gd name="connsiteX1" fmla="*/ 3632390 w 3879571"/>
              <a:gd name="connsiteY1" fmla="*/ 324255 h 5811994"/>
              <a:gd name="connsiteX2" fmla="*/ 3569760 w 3879571"/>
              <a:gd name="connsiteY2" fmla="*/ 5599952 h 5811994"/>
              <a:gd name="connsiteX3" fmla="*/ 315842 w 3879571"/>
              <a:gd name="connsiteY3" fmla="*/ 5474692 h 5811994"/>
              <a:gd name="connsiteX4" fmla="*/ 215634 w 3879571"/>
              <a:gd name="connsiteY4" fmla="*/ 361834 h 5811994"/>
              <a:gd name="connsiteX0" fmla="*/ 215634 w 3859822"/>
              <a:gd name="connsiteY0" fmla="*/ 361834 h 5811994"/>
              <a:gd name="connsiteX1" fmla="*/ 3632390 w 3859822"/>
              <a:gd name="connsiteY1" fmla="*/ 324255 h 5811994"/>
              <a:gd name="connsiteX2" fmla="*/ 3569760 w 3859822"/>
              <a:gd name="connsiteY2" fmla="*/ 5599952 h 5811994"/>
              <a:gd name="connsiteX3" fmla="*/ 315842 w 3859822"/>
              <a:gd name="connsiteY3" fmla="*/ 5474692 h 5811994"/>
              <a:gd name="connsiteX4" fmla="*/ 215634 w 3859822"/>
              <a:gd name="connsiteY4" fmla="*/ 361834 h 5811994"/>
              <a:gd name="connsiteX0" fmla="*/ 215634 w 3859822"/>
              <a:gd name="connsiteY0" fmla="*/ 390006 h 5840166"/>
              <a:gd name="connsiteX1" fmla="*/ 3632390 w 3859822"/>
              <a:gd name="connsiteY1" fmla="*/ 352427 h 5840166"/>
              <a:gd name="connsiteX2" fmla="*/ 3569760 w 3859822"/>
              <a:gd name="connsiteY2" fmla="*/ 5628124 h 5840166"/>
              <a:gd name="connsiteX3" fmla="*/ 315842 w 3859822"/>
              <a:gd name="connsiteY3" fmla="*/ 5502864 h 5840166"/>
              <a:gd name="connsiteX4" fmla="*/ 215634 w 3859822"/>
              <a:gd name="connsiteY4" fmla="*/ 390006 h 5840166"/>
              <a:gd name="connsiteX0" fmla="*/ 215634 w 3859822"/>
              <a:gd name="connsiteY0" fmla="*/ 452210 h 5902370"/>
              <a:gd name="connsiteX1" fmla="*/ 3632390 w 3859822"/>
              <a:gd name="connsiteY1" fmla="*/ 414631 h 5902370"/>
              <a:gd name="connsiteX2" fmla="*/ 3569760 w 3859822"/>
              <a:gd name="connsiteY2" fmla="*/ 5690328 h 5902370"/>
              <a:gd name="connsiteX3" fmla="*/ 315842 w 3859822"/>
              <a:gd name="connsiteY3" fmla="*/ 5565068 h 5902370"/>
              <a:gd name="connsiteX4" fmla="*/ 215634 w 3859822"/>
              <a:gd name="connsiteY4" fmla="*/ 452210 h 5902370"/>
              <a:gd name="connsiteX0" fmla="*/ 228420 w 3872608"/>
              <a:gd name="connsiteY0" fmla="*/ 452210 h 5902370"/>
              <a:gd name="connsiteX1" fmla="*/ 3645176 w 3872608"/>
              <a:gd name="connsiteY1" fmla="*/ 414631 h 5902370"/>
              <a:gd name="connsiteX2" fmla="*/ 3582546 w 3872608"/>
              <a:gd name="connsiteY2" fmla="*/ 5690328 h 5902370"/>
              <a:gd name="connsiteX3" fmla="*/ 328628 w 3872608"/>
              <a:gd name="connsiteY3" fmla="*/ 5565068 h 5902370"/>
              <a:gd name="connsiteX4" fmla="*/ 228420 w 3872608"/>
              <a:gd name="connsiteY4" fmla="*/ 452210 h 5902370"/>
              <a:gd name="connsiteX0" fmla="*/ 228420 w 3872608"/>
              <a:gd name="connsiteY0" fmla="*/ 452210 h 5863850"/>
              <a:gd name="connsiteX1" fmla="*/ 3645176 w 3872608"/>
              <a:gd name="connsiteY1" fmla="*/ 414631 h 5863850"/>
              <a:gd name="connsiteX2" fmla="*/ 3582546 w 3872608"/>
              <a:gd name="connsiteY2" fmla="*/ 5690328 h 5863850"/>
              <a:gd name="connsiteX3" fmla="*/ 328628 w 3872608"/>
              <a:gd name="connsiteY3" fmla="*/ 5565068 h 5863850"/>
              <a:gd name="connsiteX4" fmla="*/ 228420 w 3872608"/>
              <a:gd name="connsiteY4" fmla="*/ 452210 h 5863850"/>
              <a:gd name="connsiteX0" fmla="*/ 212338 w 3856526"/>
              <a:gd name="connsiteY0" fmla="*/ 452210 h 5878025"/>
              <a:gd name="connsiteX1" fmla="*/ 3629094 w 3856526"/>
              <a:gd name="connsiteY1" fmla="*/ 414631 h 5878025"/>
              <a:gd name="connsiteX2" fmla="*/ 3566464 w 3856526"/>
              <a:gd name="connsiteY2" fmla="*/ 5690328 h 5878025"/>
              <a:gd name="connsiteX3" fmla="*/ 350124 w 3856526"/>
              <a:gd name="connsiteY3" fmla="*/ 5615172 h 5878025"/>
              <a:gd name="connsiteX4" fmla="*/ 212338 w 3856526"/>
              <a:gd name="connsiteY4" fmla="*/ 452210 h 5878025"/>
              <a:gd name="connsiteX0" fmla="*/ 230578 w 3874766"/>
              <a:gd name="connsiteY0" fmla="*/ 452210 h 5878025"/>
              <a:gd name="connsiteX1" fmla="*/ 3647334 w 3874766"/>
              <a:gd name="connsiteY1" fmla="*/ 414631 h 5878025"/>
              <a:gd name="connsiteX2" fmla="*/ 3584704 w 3874766"/>
              <a:gd name="connsiteY2" fmla="*/ 5690328 h 5878025"/>
              <a:gd name="connsiteX3" fmla="*/ 368364 w 3874766"/>
              <a:gd name="connsiteY3" fmla="*/ 5615172 h 5878025"/>
              <a:gd name="connsiteX4" fmla="*/ 230578 w 3874766"/>
              <a:gd name="connsiteY4" fmla="*/ 452210 h 5878025"/>
              <a:gd name="connsiteX0" fmla="*/ 230578 w 3874766"/>
              <a:gd name="connsiteY0" fmla="*/ 452210 h 5996287"/>
              <a:gd name="connsiteX1" fmla="*/ 3647334 w 3874766"/>
              <a:gd name="connsiteY1" fmla="*/ 414631 h 5996287"/>
              <a:gd name="connsiteX2" fmla="*/ 3584704 w 3874766"/>
              <a:gd name="connsiteY2" fmla="*/ 5690328 h 5996287"/>
              <a:gd name="connsiteX3" fmla="*/ 368364 w 3874766"/>
              <a:gd name="connsiteY3" fmla="*/ 5615172 h 5996287"/>
              <a:gd name="connsiteX4" fmla="*/ 230578 w 3874766"/>
              <a:gd name="connsiteY4" fmla="*/ 452210 h 5996287"/>
              <a:gd name="connsiteX0" fmla="*/ 230578 w 3874766"/>
              <a:gd name="connsiteY0" fmla="*/ 452210 h 6056046"/>
              <a:gd name="connsiteX1" fmla="*/ 3647334 w 3874766"/>
              <a:gd name="connsiteY1" fmla="*/ 414631 h 6056046"/>
              <a:gd name="connsiteX2" fmla="*/ 3584704 w 3874766"/>
              <a:gd name="connsiteY2" fmla="*/ 5690328 h 6056046"/>
              <a:gd name="connsiteX3" fmla="*/ 368364 w 3874766"/>
              <a:gd name="connsiteY3" fmla="*/ 5615172 h 6056046"/>
              <a:gd name="connsiteX4" fmla="*/ 230578 w 3874766"/>
              <a:gd name="connsiteY4" fmla="*/ 452210 h 6056046"/>
              <a:gd name="connsiteX0" fmla="*/ 230578 w 3947612"/>
              <a:gd name="connsiteY0" fmla="*/ 452210 h 6056046"/>
              <a:gd name="connsiteX1" fmla="*/ 3647334 w 3947612"/>
              <a:gd name="connsiteY1" fmla="*/ 414631 h 6056046"/>
              <a:gd name="connsiteX2" fmla="*/ 3584704 w 3947612"/>
              <a:gd name="connsiteY2" fmla="*/ 5690328 h 6056046"/>
              <a:gd name="connsiteX3" fmla="*/ 368364 w 3947612"/>
              <a:gd name="connsiteY3" fmla="*/ 5615172 h 6056046"/>
              <a:gd name="connsiteX4" fmla="*/ 230578 w 3947612"/>
              <a:gd name="connsiteY4" fmla="*/ 452210 h 6056046"/>
              <a:gd name="connsiteX0" fmla="*/ 230578 w 3892953"/>
              <a:gd name="connsiteY0" fmla="*/ 452210 h 6148999"/>
              <a:gd name="connsiteX1" fmla="*/ 3647334 w 3892953"/>
              <a:gd name="connsiteY1" fmla="*/ 414631 h 6148999"/>
              <a:gd name="connsiteX2" fmla="*/ 3486410 w 3892953"/>
              <a:gd name="connsiteY2" fmla="*/ 5845134 h 6148999"/>
              <a:gd name="connsiteX3" fmla="*/ 368364 w 3892953"/>
              <a:gd name="connsiteY3" fmla="*/ 5615172 h 6148999"/>
              <a:gd name="connsiteX4" fmla="*/ 230578 w 3892953"/>
              <a:gd name="connsiteY4" fmla="*/ 452210 h 6148999"/>
              <a:gd name="connsiteX0" fmla="*/ 230578 w 3892953"/>
              <a:gd name="connsiteY0" fmla="*/ 583371 h 6280160"/>
              <a:gd name="connsiteX1" fmla="*/ 3647334 w 3892953"/>
              <a:gd name="connsiteY1" fmla="*/ 545792 h 6280160"/>
              <a:gd name="connsiteX2" fmla="*/ 3486410 w 3892953"/>
              <a:gd name="connsiteY2" fmla="*/ 5976295 h 6280160"/>
              <a:gd name="connsiteX3" fmla="*/ 368364 w 3892953"/>
              <a:gd name="connsiteY3" fmla="*/ 5746333 h 6280160"/>
              <a:gd name="connsiteX4" fmla="*/ 230578 w 3892953"/>
              <a:gd name="connsiteY4" fmla="*/ 583371 h 6280160"/>
              <a:gd name="connsiteX0" fmla="*/ 230578 w 3938495"/>
              <a:gd name="connsiteY0" fmla="*/ 583371 h 6280160"/>
              <a:gd name="connsiteX1" fmla="*/ 3647334 w 3938495"/>
              <a:gd name="connsiteY1" fmla="*/ 545792 h 6280160"/>
              <a:gd name="connsiteX2" fmla="*/ 3486410 w 3938495"/>
              <a:gd name="connsiteY2" fmla="*/ 5976295 h 6280160"/>
              <a:gd name="connsiteX3" fmla="*/ 368364 w 3938495"/>
              <a:gd name="connsiteY3" fmla="*/ 5746333 h 6280160"/>
              <a:gd name="connsiteX4" fmla="*/ 230578 w 3938495"/>
              <a:gd name="connsiteY4" fmla="*/ 583371 h 6280160"/>
              <a:gd name="connsiteX0" fmla="*/ 230578 w 3938495"/>
              <a:gd name="connsiteY0" fmla="*/ 471817 h 6168606"/>
              <a:gd name="connsiteX1" fmla="*/ 3647334 w 3938495"/>
              <a:gd name="connsiteY1" fmla="*/ 633273 h 6168606"/>
              <a:gd name="connsiteX2" fmla="*/ 3486410 w 3938495"/>
              <a:gd name="connsiteY2" fmla="*/ 5864741 h 6168606"/>
              <a:gd name="connsiteX3" fmla="*/ 368364 w 3938495"/>
              <a:gd name="connsiteY3" fmla="*/ 5634779 h 6168606"/>
              <a:gd name="connsiteX4" fmla="*/ 230578 w 3938495"/>
              <a:gd name="connsiteY4" fmla="*/ 471817 h 6168606"/>
              <a:gd name="connsiteX0" fmla="*/ 230578 w 3938495"/>
              <a:gd name="connsiteY0" fmla="*/ 549660 h 6246449"/>
              <a:gd name="connsiteX1" fmla="*/ 3647334 w 3938495"/>
              <a:gd name="connsiteY1" fmla="*/ 711116 h 6246449"/>
              <a:gd name="connsiteX2" fmla="*/ 3486410 w 3938495"/>
              <a:gd name="connsiteY2" fmla="*/ 5942584 h 6246449"/>
              <a:gd name="connsiteX3" fmla="*/ 368364 w 3938495"/>
              <a:gd name="connsiteY3" fmla="*/ 5712622 h 6246449"/>
              <a:gd name="connsiteX4" fmla="*/ 230578 w 3938495"/>
              <a:gd name="connsiteY4" fmla="*/ 549660 h 6246449"/>
              <a:gd name="connsiteX0" fmla="*/ 230578 w 3938495"/>
              <a:gd name="connsiteY0" fmla="*/ 650017 h 6346806"/>
              <a:gd name="connsiteX1" fmla="*/ 3647334 w 3938495"/>
              <a:gd name="connsiteY1" fmla="*/ 811473 h 6346806"/>
              <a:gd name="connsiteX2" fmla="*/ 3486410 w 3938495"/>
              <a:gd name="connsiteY2" fmla="*/ 6042941 h 6346806"/>
              <a:gd name="connsiteX3" fmla="*/ 368364 w 3938495"/>
              <a:gd name="connsiteY3" fmla="*/ 5812979 h 6346806"/>
              <a:gd name="connsiteX4" fmla="*/ 230578 w 3938495"/>
              <a:gd name="connsiteY4" fmla="*/ 650017 h 6346806"/>
              <a:gd name="connsiteX0" fmla="*/ 330569 w 4038486"/>
              <a:gd name="connsiteY0" fmla="*/ 650017 h 6346806"/>
              <a:gd name="connsiteX1" fmla="*/ 3747325 w 4038486"/>
              <a:gd name="connsiteY1" fmla="*/ 811473 h 6346806"/>
              <a:gd name="connsiteX2" fmla="*/ 3586401 w 4038486"/>
              <a:gd name="connsiteY2" fmla="*/ 6042941 h 6346806"/>
              <a:gd name="connsiteX3" fmla="*/ 468355 w 4038486"/>
              <a:gd name="connsiteY3" fmla="*/ 5812979 h 6346806"/>
              <a:gd name="connsiteX4" fmla="*/ 330569 w 4038486"/>
              <a:gd name="connsiteY4" fmla="*/ 650017 h 6346806"/>
              <a:gd name="connsiteX0" fmla="*/ 358779 w 3995706"/>
              <a:gd name="connsiteY0" fmla="*/ 677936 h 6319436"/>
              <a:gd name="connsiteX1" fmla="*/ 3704545 w 3995706"/>
              <a:gd name="connsiteY1" fmla="*/ 784103 h 6319436"/>
              <a:gd name="connsiteX2" fmla="*/ 3543621 w 3995706"/>
              <a:gd name="connsiteY2" fmla="*/ 6015571 h 6319436"/>
              <a:gd name="connsiteX3" fmla="*/ 425575 w 3995706"/>
              <a:gd name="connsiteY3" fmla="*/ 5785609 h 6319436"/>
              <a:gd name="connsiteX4" fmla="*/ 358779 w 3995706"/>
              <a:gd name="connsiteY4" fmla="*/ 677936 h 6319436"/>
              <a:gd name="connsiteX0" fmla="*/ 358779 w 3995706"/>
              <a:gd name="connsiteY0" fmla="*/ 800238 h 6441738"/>
              <a:gd name="connsiteX1" fmla="*/ 3704545 w 3995706"/>
              <a:gd name="connsiteY1" fmla="*/ 906405 h 6441738"/>
              <a:gd name="connsiteX2" fmla="*/ 3543621 w 3995706"/>
              <a:gd name="connsiteY2" fmla="*/ 6137873 h 6441738"/>
              <a:gd name="connsiteX3" fmla="*/ 425575 w 3995706"/>
              <a:gd name="connsiteY3" fmla="*/ 5907911 h 6441738"/>
              <a:gd name="connsiteX4" fmla="*/ 358779 w 3995706"/>
              <a:gd name="connsiteY4" fmla="*/ 800238 h 6441738"/>
              <a:gd name="connsiteX0" fmla="*/ 358779 w 4013531"/>
              <a:gd name="connsiteY0" fmla="*/ 881153 h 6522653"/>
              <a:gd name="connsiteX1" fmla="*/ 3737310 w 4013531"/>
              <a:gd name="connsiteY1" fmla="*/ 821456 h 6522653"/>
              <a:gd name="connsiteX2" fmla="*/ 3543621 w 4013531"/>
              <a:gd name="connsiteY2" fmla="*/ 6218788 h 6522653"/>
              <a:gd name="connsiteX3" fmla="*/ 425575 w 4013531"/>
              <a:gd name="connsiteY3" fmla="*/ 5988826 h 6522653"/>
              <a:gd name="connsiteX4" fmla="*/ 358779 w 4013531"/>
              <a:gd name="connsiteY4" fmla="*/ 881153 h 6522653"/>
              <a:gd name="connsiteX0" fmla="*/ 358779 w 3963812"/>
              <a:gd name="connsiteY0" fmla="*/ 881153 h 6529872"/>
              <a:gd name="connsiteX1" fmla="*/ 3737310 w 3963812"/>
              <a:gd name="connsiteY1" fmla="*/ 821456 h 6529872"/>
              <a:gd name="connsiteX2" fmla="*/ 3418023 w 3963812"/>
              <a:gd name="connsiteY2" fmla="*/ 6229847 h 6529872"/>
              <a:gd name="connsiteX3" fmla="*/ 425575 w 3963812"/>
              <a:gd name="connsiteY3" fmla="*/ 5988826 h 6529872"/>
              <a:gd name="connsiteX4" fmla="*/ 358779 w 3963812"/>
              <a:gd name="connsiteY4" fmla="*/ 881153 h 6529872"/>
              <a:gd name="connsiteX0" fmla="*/ 358779 w 4009245"/>
              <a:gd name="connsiteY0" fmla="*/ 881153 h 6529871"/>
              <a:gd name="connsiteX1" fmla="*/ 3737310 w 4009245"/>
              <a:gd name="connsiteY1" fmla="*/ 821456 h 6529871"/>
              <a:gd name="connsiteX2" fmla="*/ 3418023 w 4009245"/>
              <a:gd name="connsiteY2" fmla="*/ 6229847 h 6529871"/>
              <a:gd name="connsiteX3" fmla="*/ 425575 w 4009245"/>
              <a:gd name="connsiteY3" fmla="*/ 5988826 h 6529871"/>
              <a:gd name="connsiteX4" fmla="*/ 358779 w 4009245"/>
              <a:gd name="connsiteY4" fmla="*/ 881153 h 6529871"/>
              <a:gd name="connsiteX0" fmla="*/ 358779 w 4009245"/>
              <a:gd name="connsiteY0" fmla="*/ 881153 h 6515496"/>
              <a:gd name="connsiteX1" fmla="*/ 3737310 w 4009245"/>
              <a:gd name="connsiteY1" fmla="*/ 821456 h 6515496"/>
              <a:gd name="connsiteX2" fmla="*/ 3418023 w 4009245"/>
              <a:gd name="connsiteY2" fmla="*/ 6229847 h 6515496"/>
              <a:gd name="connsiteX3" fmla="*/ 425575 w 4009245"/>
              <a:gd name="connsiteY3" fmla="*/ 5988826 h 6515496"/>
              <a:gd name="connsiteX4" fmla="*/ 358779 w 4009245"/>
              <a:gd name="connsiteY4" fmla="*/ 881153 h 6515496"/>
              <a:gd name="connsiteX0" fmla="*/ 356489 w 4012416"/>
              <a:gd name="connsiteY0" fmla="*/ 810504 h 6588593"/>
              <a:gd name="connsiteX1" fmla="*/ 3740481 w 4012416"/>
              <a:gd name="connsiteY1" fmla="*/ 894555 h 6588593"/>
              <a:gd name="connsiteX2" fmla="*/ 3421194 w 4012416"/>
              <a:gd name="connsiteY2" fmla="*/ 6302946 h 6588593"/>
              <a:gd name="connsiteX3" fmla="*/ 428746 w 4012416"/>
              <a:gd name="connsiteY3" fmla="*/ 6061925 h 6588593"/>
              <a:gd name="connsiteX4" fmla="*/ 356489 w 4012416"/>
              <a:gd name="connsiteY4" fmla="*/ 810504 h 6588593"/>
              <a:gd name="connsiteX0" fmla="*/ 356489 w 4012416"/>
              <a:gd name="connsiteY0" fmla="*/ 869841 h 6526298"/>
              <a:gd name="connsiteX1" fmla="*/ 3740481 w 4012416"/>
              <a:gd name="connsiteY1" fmla="*/ 832259 h 6526298"/>
              <a:gd name="connsiteX2" fmla="*/ 3421194 w 4012416"/>
              <a:gd name="connsiteY2" fmla="*/ 6240650 h 6526298"/>
              <a:gd name="connsiteX3" fmla="*/ 428746 w 4012416"/>
              <a:gd name="connsiteY3" fmla="*/ 5999629 h 6526298"/>
              <a:gd name="connsiteX4" fmla="*/ 356489 w 4012416"/>
              <a:gd name="connsiteY4" fmla="*/ 869841 h 6526298"/>
              <a:gd name="connsiteX0" fmla="*/ 406513 w 4062440"/>
              <a:gd name="connsiteY0" fmla="*/ 869841 h 6526298"/>
              <a:gd name="connsiteX1" fmla="*/ 3790505 w 4062440"/>
              <a:gd name="connsiteY1" fmla="*/ 832259 h 6526298"/>
              <a:gd name="connsiteX2" fmla="*/ 3471218 w 4062440"/>
              <a:gd name="connsiteY2" fmla="*/ 6240650 h 6526298"/>
              <a:gd name="connsiteX3" fmla="*/ 478770 w 4062440"/>
              <a:gd name="connsiteY3" fmla="*/ 5999629 h 6526298"/>
              <a:gd name="connsiteX4" fmla="*/ 406513 w 4062440"/>
              <a:gd name="connsiteY4" fmla="*/ 869841 h 6526298"/>
              <a:gd name="connsiteX0" fmla="*/ 406513 w 4072113"/>
              <a:gd name="connsiteY0" fmla="*/ 810505 h 6466962"/>
              <a:gd name="connsiteX1" fmla="*/ 3806888 w 4072113"/>
              <a:gd name="connsiteY1" fmla="*/ 894556 h 6466962"/>
              <a:gd name="connsiteX2" fmla="*/ 3471218 w 4072113"/>
              <a:gd name="connsiteY2" fmla="*/ 6181314 h 6466962"/>
              <a:gd name="connsiteX3" fmla="*/ 478770 w 4072113"/>
              <a:gd name="connsiteY3" fmla="*/ 5940293 h 6466962"/>
              <a:gd name="connsiteX4" fmla="*/ 406513 w 4072113"/>
              <a:gd name="connsiteY4" fmla="*/ 810505 h 6466962"/>
              <a:gd name="connsiteX0" fmla="*/ 406513 w 4026577"/>
              <a:gd name="connsiteY0" fmla="*/ 810505 h 6459799"/>
              <a:gd name="connsiteX1" fmla="*/ 3806888 w 4026577"/>
              <a:gd name="connsiteY1" fmla="*/ 894556 h 6459799"/>
              <a:gd name="connsiteX2" fmla="*/ 3345620 w 4026577"/>
              <a:gd name="connsiteY2" fmla="*/ 6170256 h 6459799"/>
              <a:gd name="connsiteX3" fmla="*/ 478770 w 4026577"/>
              <a:gd name="connsiteY3" fmla="*/ 5940293 h 6459799"/>
              <a:gd name="connsiteX4" fmla="*/ 406513 w 4026577"/>
              <a:gd name="connsiteY4" fmla="*/ 810505 h 6459799"/>
              <a:gd name="connsiteX0" fmla="*/ 406513 w 4026577"/>
              <a:gd name="connsiteY0" fmla="*/ 810505 h 6502880"/>
              <a:gd name="connsiteX1" fmla="*/ 3806888 w 4026577"/>
              <a:gd name="connsiteY1" fmla="*/ 894556 h 6502880"/>
              <a:gd name="connsiteX2" fmla="*/ 3345620 w 4026577"/>
              <a:gd name="connsiteY2" fmla="*/ 6170256 h 6502880"/>
              <a:gd name="connsiteX3" fmla="*/ 478770 w 4026577"/>
              <a:gd name="connsiteY3" fmla="*/ 5940293 h 6502880"/>
              <a:gd name="connsiteX4" fmla="*/ 406513 w 4026577"/>
              <a:gd name="connsiteY4" fmla="*/ 810505 h 6502880"/>
              <a:gd name="connsiteX0" fmla="*/ 354648 w 3974712"/>
              <a:gd name="connsiteY0" fmla="*/ 810505 h 6510568"/>
              <a:gd name="connsiteX1" fmla="*/ 3755023 w 3974712"/>
              <a:gd name="connsiteY1" fmla="*/ 894556 h 6510568"/>
              <a:gd name="connsiteX2" fmla="*/ 3293755 w 3974712"/>
              <a:gd name="connsiteY2" fmla="*/ 6170256 h 6510568"/>
              <a:gd name="connsiteX3" fmla="*/ 574347 w 3974712"/>
              <a:gd name="connsiteY3" fmla="*/ 5962410 h 6510568"/>
              <a:gd name="connsiteX4" fmla="*/ 354648 w 3974712"/>
              <a:gd name="connsiteY4" fmla="*/ 810505 h 6510568"/>
              <a:gd name="connsiteX0" fmla="*/ 386256 w 4006320"/>
              <a:gd name="connsiteY0" fmla="*/ 810505 h 6510568"/>
              <a:gd name="connsiteX1" fmla="*/ 3786631 w 4006320"/>
              <a:gd name="connsiteY1" fmla="*/ 894556 h 6510568"/>
              <a:gd name="connsiteX2" fmla="*/ 3325363 w 4006320"/>
              <a:gd name="connsiteY2" fmla="*/ 6170256 h 6510568"/>
              <a:gd name="connsiteX3" fmla="*/ 605955 w 4006320"/>
              <a:gd name="connsiteY3" fmla="*/ 5962410 h 6510568"/>
              <a:gd name="connsiteX4" fmla="*/ 386256 w 4006320"/>
              <a:gd name="connsiteY4" fmla="*/ 810505 h 6510568"/>
              <a:gd name="connsiteX0" fmla="*/ 386256 w 4006320"/>
              <a:gd name="connsiteY0" fmla="*/ 810505 h 6558125"/>
              <a:gd name="connsiteX1" fmla="*/ 3786631 w 4006320"/>
              <a:gd name="connsiteY1" fmla="*/ 894556 h 6558125"/>
              <a:gd name="connsiteX2" fmla="*/ 3325363 w 4006320"/>
              <a:gd name="connsiteY2" fmla="*/ 6170256 h 6558125"/>
              <a:gd name="connsiteX3" fmla="*/ 605955 w 4006320"/>
              <a:gd name="connsiteY3" fmla="*/ 5962410 h 6558125"/>
              <a:gd name="connsiteX4" fmla="*/ 386256 w 4006320"/>
              <a:gd name="connsiteY4" fmla="*/ 810505 h 6558125"/>
              <a:gd name="connsiteX0" fmla="*/ 386256 w 3956356"/>
              <a:gd name="connsiteY0" fmla="*/ 780187 h 6527806"/>
              <a:gd name="connsiteX1" fmla="*/ 3710180 w 3956356"/>
              <a:gd name="connsiteY1" fmla="*/ 930583 h 6527806"/>
              <a:gd name="connsiteX2" fmla="*/ 3325363 w 3956356"/>
              <a:gd name="connsiteY2" fmla="*/ 6139938 h 6527806"/>
              <a:gd name="connsiteX3" fmla="*/ 605955 w 3956356"/>
              <a:gd name="connsiteY3" fmla="*/ 5932092 h 6527806"/>
              <a:gd name="connsiteX4" fmla="*/ 386256 w 3956356"/>
              <a:gd name="connsiteY4" fmla="*/ 780187 h 6527806"/>
              <a:gd name="connsiteX0" fmla="*/ 386256 w 3956356"/>
              <a:gd name="connsiteY0" fmla="*/ 871330 h 6618949"/>
              <a:gd name="connsiteX1" fmla="*/ 3710180 w 3956356"/>
              <a:gd name="connsiteY1" fmla="*/ 1021726 h 6618949"/>
              <a:gd name="connsiteX2" fmla="*/ 3325363 w 3956356"/>
              <a:gd name="connsiteY2" fmla="*/ 6231081 h 6618949"/>
              <a:gd name="connsiteX3" fmla="*/ 605955 w 3956356"/>
              <a:gd name="connsiteY3" fmla="*/ 6023235 h 6618949"/>
              <a:gd name="connsiteX4" fmla="*/ 386256 w 3956356"/>
              <a:gd name="connsiteY4" fmla="*/ 871330 h 6618949"/>
              <a:gd name="connsiteX0" fmla="*/ 386256 w 4007974"/>
              <a:gd name="connsiteY0" fmla="*/ 871331 h 6618950"/>
              <a:gd name="connsiteX1" fmla="*/ 3710180 w 4007974"/>
              <a:gd name="connsiteY1" fmla="*/ 1021727 h 6618950"/>
              <a:gd name="connsiteX2" fmla="*/ 3325363 w 4007974"/>
              <a:gd name="connsiteY2" fmla="*/ 6231082 h 6618950"/>
              <a:gd name="connsiteX3" fmla="*/ 605955 w 4007974"/>
              <a:gd name="connsiteY3" fmla="*/ 6023236 h 6618950"/>
              <a:gd name="connsiteX4" fmla="*/ 386256 w 4007974"/>
              <a:gd name="connsiteY4" fmla="*/ 871331 h 6618950"/>
              <a:gd name="connsiteX0" fmla="*/ 386256 w 3993945"/>
              <a:gd name="connsiteY0" fmla="*/ 849994 h 6597613"/>
              <a:gd name="connsiteX1" fmla="*/ 3688337 w 3993945"/>
              <a:gd name="connsiteY1" fmla="*/ 1044621 h 6597613"/>
              <a:gd name="connsiteX2" fmla="*/ 3325363 w 3993945"/>
              <a:gd name="connsiteY2" fmla="*/ 6209745 h 6597613"/>
              <a:gd name="connsiteX3" fmla="*/ 605955 w 3993945"/>
              <a:gd name="connsiteY3" fmla="*/ 6001899 h 6597613"/>
              <a:gd name="connsiteX4" fmla="*/ 386256 w 3993945"/>
              <a:gd name="connsiteY4" fmla="*/ 849994 h 6597613"/>
              <a:gd name="connsiteX0" fmla="*/ 386256 w 3993945"/>
              <a:gd name="connsiteY0" fmla="*/ 890574 h 6638193"/>
              <a:gd name="connsiteX1" fmla="*/ 3688337 w 3993945"/>
              <a:gd name="connsiteY1" fmla="*/ 1085201 h 6638193"/>
              <a:gd name="connsiteX2" fmla="*/ 3325363 w 3993945"/>
              <a:gd name="connsiteY2" fmla="*/ 6250325 h 6638193"/>
              <a:gd name="connsiteX3" fmla="*/ 605955 w 3993945"/>
              <a:gd name="connsiteY3" fmla="*/ 6042479 h 6638193"/>
              <a:gd name="connsiteX4" fmla="*/ 386256 w 3993945"/>
              <a:gd name="connsiteY4" fmla="*/ 890574 h 6638193"/>
              <a:gd name="connsiteX0" fmla="*/ 386256 w 3982324"/>
              <a:gd name="connsiteY0" fmla="*/ 890574 h 6594125"/>
              <a:gd name="connsiteX1" fmla="*/ 3688337 w 3982324"/>
              <a:gd name="connsiteY1" fmla="*/ 1085201 h 6594125"/>
              <a:gd name="connsiteX2" fmla="*/ 3292599 w 3982324"/>
              <a:gd name="connsiteY2" fmla="*/ 6172923 h 6594125"/>
              <a:gd name="connsiteX3" fmla="*/ 605955 w 3982324"/>
              <a:gd name="connsiteY3" fmla="*/ 6042479 h 6594125"/>
              <a:gd name="connsiteX4" fmla="*/ 386256 w 3982324"/>
              <a:gd name="connsiteY4" fmla="*/ 890574 h 6594125"/>
              <a:gd name="connsiteX0" fmla="*/ 399058 w 3995126"/>
              <a:gd name="connsiteY0" fmla="*/ 890574 h 6594125"/>
              <a:gd name="connsiteX1" fmla="*/ 3701139 w 3995126"/>
              <a:gd name="connsiteY1" fmla="*/ 1085201 h 6594125"/>
              <a:gd name="connsiteX2" fmla="*/ 3305401 w 3995126"/>
              <a:gd name="connsiteY2" fmla="*/ 6172923 h 6594125"/>
              <a:gd name="connsiteX3" fmla="*/ 618757 w 3995126"/>
              <a:gd name="connsiteY3" fmla="*/ 6042479 h 6594125"/>
              <a:gd name="connsiteX4" fmla="*/ 399058 w 3995126"/>
              <a:gd name="connsiteY4" fmla="*/ 890574 h 6594125"/>
              <a:gd name="connsiteX0" fmla="*/ 399058 w 4046707"/>
              <a:gd name="connsiteY0" fmla="*/ 832767 h 6536318"/>
              <a:gd name="connsiteX1" fmla="*/ 3777591 w 4046707"/>
              <a:gd name="connsiteY1" fmla="*/ 1149027 h 6536318"/>
              <a:gd name="connsiteX2" fmla="*/ 3305401 w 4046707"/>
              <a:gd name="connsiteY2" fmla="*/ 6115116 h 6536318"/>
              <a:gd name="connsiteX3" fmla="*/ 618757 w 4046707"/>
              <a:gd name="connsiteY3" fmla="*/ 5984672 h 6536318"/>
              <a:gd name="connsiteX4" fmla="*/ 399058 w 4046707"/>
              <a:gd name="connsiteY4" fmla="*/ 832767 h 6536318"/>
              <a:gd name="connsiteX0" fmla="*/ 401069 w 4043257"/>
              <a:gd name="connsiteY0" fmla="*/ 879750 h 6483782"/>
              <a:gd name="connsiteX1" fmla="*/ 3774141 w 4043257"/>
              <a:gd name="connsiteY1" fmla="*/ 1096491 h 6483782"/>
              <a:gd name="connsiteX2" fmla="*/ 3301951 w 4043257"/>
              <a:gd name="connsiteY2" fmla="*/ 6062580 h 6483782"/>
              <a:gd name="connsiteX3" fmla="*/ 615307 w 4043257"/>
              <a:gd name="connsiteY3" fmla="*/ 5932136 h 6483782"/>
              <a:gd name="connsiteX4" fmla="*/ 401069 w 4043257"/>
              <a:gd name="connsiteY4" fmla="*/ 879750 h 6483782"/>
              <a:gd name="connsiteX0" fmla="*/ 401069 w 4043257"/>
              <a:gd name="connsiteY0" fmla="*/ 879750 h 6437645"/>
              <a:gd name="connsiteX1" fmla="*/ 3774141 w 4043257"/>
              <a:gd name="connsiteY1" fmla="*/ 1096491 h 6437645"/>
              <a:gd name="connsiteX2" fmla="*/ 3301951 w 4043257"/>
              <a:gd name="connsiteY2" fmla="*/ 5974121 h 6437645"/>
              <a:gd name="connsiteX3" fmla="*/ 615307 w 4043257"/>
              <a:gd name="connsiteY3" fmla="*/ 5932136 h 6437645"/>
              <a:gd name="connsiteX4" fmla="*/ 401069 w 4043257"/>
              <a:gd name="connsiteY4" fmla="*/ 879750 h 6437645"/>
              <a:gd name="connsiteX0" fmla="*/ 401069 w 4043257"/>
              <a:gd name="connsiteY0" fmla="*/ 879750 h 6488798"/>
              <a:gd name="connsiteX1" fmla="*/ 3774141 w 4043257"/>
              <a:gd name="connsiteY1" fmla="*/ 1096491 h 6488798"/>
              <a:gd name="connsiteX2" fmla="*/ 3301951 w 4043257"/>
              <a:gd name="connsiteY2" fmla="*/ 5974121 h 6488798"/>
              <a:gd name="connsiteX3" fmla="*/ 615307 w 4043257"/>
              <a:gd name="connsiteY3" fmla="*/ 5932136 h 6488798"/>
              <a:gd name="connsiteX4" fmla="*/ 401069 w 4043257"/>
              <a:gd name="connsiteY4" fmla="*/ 879750 h 6488798"/>
              <a:gd name="connsiteX0" fmla="*/ 419428 w 4061616"/>
              <a:gd name="connsiteY0" fmla="*/ 879750 h 6488798"/>
              <a:gd name="connsiteX1" fmla="*/ 3792500 w 4061616"/>
              <a:gd name="connsiteY1" fmla="*/ 1096491 h 6488798"/>
              <a:gd name="connsiteX2" fmla="*/ 3320310 w 4061616"/>
              <a:gd name="connsiteY2" fmla="*/ 5974121 h 6488798"/>
              <a:gd name="connsiteX3" fmla="*/ 633666 w 4061616"/>
              <a:gd name="connsiteY3" fmla="*/ 5932136 h 6488798"/>
              <a:gd name="connsiteX4" fmla="*/ 419428 w 4061616"/>
              <a:gd name="connsiteY4" fmla="*/ 879750 h 6488798"/>
              <a:gd name="connsiteX0" fmla="*/ 413130 w 4055318"/>
              <a:gd name="connsiteY0" fmla="*/ 879750 h 6488799"/>
              <a:gd name="connsiteX1" fmla="*/ 3786202 w 4055318"/>
              <a:gd name="connsiteY1" fmla="*/ 1096491 h 6488799"/>
              <a:gd name="connsiteX2" fmla="*/ 3314012 w 4055318"/>
              <a:gd name="connsiteY2" fmla="*/ 5974121 h 6488799"/>
              <a:gd name="connsiteX3" fmla="*/ 643750 w 4055318"/>
              <a:gd name="connsiteY3" fmla="*/ 5932137 h 6488799"/>
              <a:gd name="connsiteX4" fmla="*/ 413130 w 4055318"/>
              <a:gd name="connsiteY4" fmla="*/ 879750 h 6488799"/>
              <a:gd name="connsiteX0" fmla="*/ 419429 w 4045235"/>
              <a:gd name="connsiteY0" fmla="*/ 988186 h 6387140"/>
              <a:gd name="connsiteX1" fmla="*/ 3776119 w 4045235"/>
              <a:gd name="connsiteY1" fmla="*/ 994832 h 6387140"/>
              <a:gd name="connsiteX2" fmla="*/ 3303929 w 4045235"/>
              <a:gd name="connsiteY2" fmla="*/ 5872462 h 6387140"/>
              <a:gd name="connsiteX3" fmla="*/ 633667 w 4045235"/>
              <a:gd name="connsiteY3" fmla="*/ 5830478 h 6387140"/>
              <a:gd name="connsiteX4" fmla="*/ 419429 w 4045235"/>
              <a:gd name="connsiteY4" fmla="*/ 988186 h 6387140"/>
              <a:gd name="connsiteX0" fmla="*/ 419429 w 4045235"/>
              <a:gd name="connsiteY0" fmla="*/ 1117187 h 6516141"/>
              <a:gd name="connsiteX1" fmla="*/ 3776119 w 4045235"/>
              <a:gd name="connsiteY1" fmla="*/ 1123833 h 6516141"/>
              <a:gd name="connsiteX2" fmla="*/ 3303929 w 4045235"/>
              <a:gd name="connsiteY2" fmla="*/ 6001463 h 6516141"/>
              <a:gd name="connsiteX3" fmla="*/ 633667 w 4045235"/>
              <a:gd name="connsiteY3" fmla="*/ 5959479 h 6516141"/>
              <a:gd name="connsiteX4" fmla="*/ 419429 w 4045235"/>
              <a:gd name="connsiteY4" fmla="*/ 1117187 h 6516141"/>
              <a:gd name="connsiteX0" fmla="*/ 421559 w 4041904"/>
              <a:gd name="connsiteY0" fmla="*/ 1100861 h 6532989"/>
              <a:gd name="connsiteX1" fmla="*/ 3772788 w 4041904"/>
              <a:gd name="connsiteY1" fmla="*/ 1140681 h 6532989"/>
              <a:gd name="connsiteX2" fmla="*/ 3300598 w 4041904"/>
              <a:gd name="connsiteY2" fmla="*/ 6018311 h 6532989"/>
              <a:gd name="connsiteX3" fmla="*/ 630336 w 4041904"/>
              <a:gd name="connsiteY3" fmla="*/ 5976327 h 6532989"/>
              <a:gd name="connsiteX4" fmla="*/ 421559 w 4041904"/>
              <a:gd name="connsiteY4" fmla="*/ 1100861 h 6532989"/>
              <a:gd name="connsiteX0" fmla="*/ 421559 w 4038596"/>
              <a:gd name="connsiteY0" fmla="*/ 1100861 h 6553918"/>
              <a:gd name="connsiteX1" fmla="*/ 3772788 w 4038596"/>
              <a:gd name="connsiteY1" fmla="*/ 1140681 h 6553918"/>
              <a:gd name="connsiteX2" fmla="*/ 3289676 w 4038596"/>
              <a:gd name="connsiteY2" fmla="*/ 6062540 h 6553918"/>
              <a:gd name="connsiteX3" fmla="*/ 630336 w 4038596"/>
              <a:gd name="connsiteY3" fmla="*/ 5976327 h 6553918"/>
              <a:gd name="connsiteX4" fmla="*/ 421559 w 4038596"/>
              <a:gd name="connsiteY4" fmla="*/ 1100861 h 6553918"/>
              <a:gd name="connsiteX0" fmla="*/ 362291 w 4148155"/>
              <a:gd name="connsiteY0" fmla="*/ 924090 h 6780444"/>
              <a:gd name="connsiteX1" fmla="*/ 3882347 w 4148155"/>
              <a:gd name="connsiteY1" fmla="*/ 1367207 h 6780444"/>
              <a:gd name="connsiteX2" fmla="*/ 3399235 w 4148155"/>
              <a:gd name="connsiteY2" fmla="*/ 6289066 h 6780444"/>
              <a:gd name="connsiteX3" fmla="*/ 739895 w 4148155"/>
              <a:gd name="connsiteY3" fmla="*/ 6202853 h 6780444"/>
              <a:gd name="connsiteX4" fmla="*/ 362291 w 4148155"/>
              <a:gd name="connsiteY4" fmla="*/ 924090 h 6780444"/>
              <a:gd name="connsiteX0" fmla="*/ 362291 w 4148155"/>
              <a:gd name="connsiteY0" fmla="*/ 788847 h 6645201"/>
              <a:gd name="connsiteX1" fmla="*/ 3882347 w 4148155"/>
              <a:gd name="connsiteY1" fmla="*/ 1231964 h 6645201"/>
              <a:gd name="connsiteX2" fmla="*/ 3399235 w 4148155"/>
              <a:gd name="connsiteY2" fmla="*/ 6153823 h 6645201"/>
              <a:gd name="connsiteX3" fmla="*/ 739895 w 4148155"/>
              <a:gd name="connsiteY3" fmla="*/ 6067610 h 6645201"/>
              <a:gd name="connsiteX4" fmla="*/ 362291 w 4148155"/>
              <a:gd name="connsiteY4" fmla="*/ 788847 h 6645201"/>
              <a:gd name="connsiteX0" fmla="*/ 362291 w 4162153"/>
              <a:gd name="connsiteY0" fmla="*/ 863173 h 6719527"/>
              <a:gd name="connsiteX1" fmla="*/ 3902210 w 4162153"/>
              <a:gd name="connsiteY1" fmla="*/ 1138250 h 6719527"/>
              <a:gd name="connsiteX2" fmla="*/ 3399235 w 4162153"/>
              <a:gd name="connsiteY2" fmla="*/ 6228149 h 6719527"/>
              <a:gd name="connsiteX3" fmla="*/ 739895 w 4162153"/>
              <a:gd name="connsiteY3" fmla="*/ 6141936 h 6719527"/>
              <a:gd name="connsiteX4" fmla="*/ 362291 w 4162153"/>
              <a:gd name="connsiteY4" fmla="*/ 863173 h 6719527"/>
              <a:gd name="connsiteX0" fmla="*/ 429430 w 4229292"/>
              <a:gd name="connsiteY0" fmla="*/ 863173 h 6840615"/>
              <a:gd name="connsiteX1" fmla="*/ 3969349 w 4229292"/>
              <a:gd name="connsiteY1" fmla="*/ 1138250 h 6840615"/>
              <a:gd name="connsiteX2" fmla="*/ 3466374 w 4229292"/>
              <a:gd name="connsiteY2" fmla="*/ 6228149 h 6840615"/>
              <a:gd name="connsiteX3" fmla="*/ 618346 w 4229292"/>
              <a:gd name="connsiteY3" fmla="*/ 6354787 h 6840615"/>
              <a:gd name="connsiteX4" fmla="*/ 429430 w 4229292"/>
              <a:gd name="connsiteY4" fmla="*/ 863173 h 6840615"/>
              <a:gd name="connsiteX0" fmla="*/ 429430 w 4229292"/>
              <a:gd name="connsiteY0" fmla="*/ 863173 h 6706062"/>
              <a:gd name="connsiteX1" fmla="*/ 3969349 w 4229292"/>
              <a:gd name="connsiteY1" fmla="*/ 1138250 h 6706062"/>
              <a:gd name="connsiteX2" fmla="*/ 3466374 w 4229292"/>
              <a:gd name="connsiteY2" fmla="*/ 6228149 h 6706062"/>
              <a:gd name="connsiteX3" fmla="*/ 618346 w 4229292"/>
              <a:gd name="connsiteY3" fmla="*/ 6354787 h 6706062"/>
              <a:gd name="connsiteX4" fmla="*/ 429430 w 4229292"/>
              <a:gd name="connsiteY4" fmla="*/ 863173 h 6706062"/>
              <a:gd name="connsiteX0" fmla="*/ 421558 w 4221420"/>
              <a:gd name="connsiteY0" fmla="*/ 863173 h 6725069"/>
              <a:gd name="connsiteX1" fmla="*/ 3961477 w 4221420"/>
              <a:gd name="connsiteY1" fmla="*/ 1138250 h 6725069"/>
              <a:gd name="connsiteX2" fmla="*/ 3458502 w 4221420"/>
              <a:gd name="connsiteY2" fmla="*/ 6228149 h 6725069"/>
              <a:gd name="connsiteX3" fmla="*/ 630336 w 4221420"/>
              <a:gd name="connsiteY3" fmla="*/ 6388395 h 6725069"/>
              <a:gd name="connsiteX4" fmla="*/ 421558 w 4221420"/>
              <a:gd name="connsiteY4" fmla="*/ 863173 h 6725069"/>
              <a:gd name="connsiteX0" fmla="*/ 397296 w 4197158"/>
              <a:gd name="connsiteY0" fmla="*/ 863173 h 6725069"/>
              <a:gd name="connsiteX1" fmla="*/ 3937215 w 4197158"/>
              <a:gd name="connsiteY1" fmla="*/ 1138250 h 6725069"/>
              <a:gd name="connsiteX2" fmla="*/ 3434240 w 4197158"/>
              <a:gd name="connsiteY2" fmla="*/ 6228149 h 6725069"/>
              <a:gd name="connsiteX3" fmla="*/ 606074 w 4197158"/>
              <a:gd name="connsiteY3" fmla="*/ 6388395 h 6725069"/>
              <a:gd name="connsiteX4" fmla="*/ 397296 w 4197158"/>
              <a:gd name="connsiteY4" fmla="*/ 863173 h 6725069"/>
              <a:gd name="connsiteX0" fmla="*/ 397296 w 4197158"/>
              <a:gd name="connsiteY0" fmla="*/ 863173 h 6624187"/>
              <a:gd name="connsiteX1" fmla="*/ 3937215 w 4197158"/>
              <a:gd name="connsiteY1" fmla="*/ 1138250 h 6624187"/>
              <a:gd name="connsiteX2" fmla="*/ 3434240 w 4197158"/>
              <a:gd name="connsiteY2" fmla="*/ 6228149 h 6624187"/>
              <a:gd name="connsiteX3" fmla="*/ 606074 w 4197158"/>
              <a:gd name="connsiteY3" fmla="*/ 6388395 h 6624187"/>
              <a:gd name="connsiteX4" fmla="*/ 397296 w 4197158"/>
              <a:gd name="connsiteY4" fmla="*/ 863173 h 6624187"/>
              <a:gd name="connsiteX0" fmla="*/ 463595 w 4263457"/>
              <a:gd name="connsiteY0" fmla="*/ 863173 h 6624188"/>
              <a:gd name="connsiteX1" fmla="*/ 4003514 w 4263457"/>
              <a:gd name="connsiteY1" fmla="*/ 1138250 h 6624188"/>
              <a:gd name="connsiteX2" fmla="*/ 3500539 w 4263457"/>
              <a:gd name="connsiteY2" fmla="*/ 6228149 h 6624188"/>
              <a:gd name="connsiteX3" fmla="*/ 672373 w 4263457"/>
              <a:gd name="connsiteY3" fmla="*/ 6388395 h 6624188"/>
              <a:gd name="connsiteX4" fmla="*/ 463595 w 4263457"/>
              <a:gd name="connsiteY4" fmla="*/ 863173 h 6624188"/>
              <a:gd name="connsiteX0" fmla="*/ 463595 w 4263457"/>
              <a:gd name="connsiteY0" fmla="*/ 863173 h 6559083"/>
              <a:gd name="connsiteX1" fmla="*/ 4003514 w 4263457"/>
              <a:gd name="connsiteY1" fmla="*/ 1138250 h 6559083"/>
              <a:gd name="connsiteX2" fmla="*/ 3500539 w 4263457"/>
              <a:gd name="connsiteY2" fmla="*/ 6228149 h 6559083"/>
              <a:gd name="connsiteX3" fmla="*/ 672373 w 4263457"/>
              <a:gd name="connsiteY3" fmla="*/ 6388395 h 6559083"/>
              <a:gd name="connsiteX4" fmla="*/ 463595 w 4263457"/>
              <a:gd name="connsiteY4" fmla="*/ 863173 h 6559083"/>
              <a:gd name="connsiteX0" fmla="*/ 361898 w 4161760"/>
              <a:gd name="connsiteY0" fmla="*/ 863173 h 6603133"/>
              <a:gd name="connsiteX1" fmla="*/ 3901817 w 4161760"/>
              <a:gd name="connsiteY1" fmla="*/ 1138250 h 6603133"/>
              <a:gd name="connsiteX2" fmla="*/ 3398842 w 4161760"/>
              <a:gd name="connsiteY2" fmla="*/ 6228149 h 6603133"/>
              <a:gd name="connsiteX3" fmla="*/ 848744 w 4161760"/>
              <a:gd name="connsiteY3" fmla="*/ 6489219 h 6603133"/>
              <a:gd name="connsiteX4" fmla="*/ 361898 w 4161760"/>
              <a:gd name="connsiteY4" fmla="*/ 863173 h 6603133"/>
              <a:gd name="connsiteX0" fmla="*/ 361898 w 4161760"/>
              <a:gd name="connsiteY0" fmla="*/ 863173 h 6632928"/>
              <a:gd name="connsiteX1" fmla="*/ 3901817 w 4161760"/>
              <a:gd name="connsiteY1" fmla="*/ 1138250 h 6632928"/>
              <a:gd name="connsiteX2" fmla="*/ 3398842 w 4161760"/>
              <a:gd name="connsiteY2" fmla="*/ 6228149 h 6632928"/>
              <a:gd name="connsiteX3" fmla="*/ 848744 w 4161760"/>
              <a:gd name="connsiteY3" fmla="*/ 6489219 h 6632928"/>
              <a:gd name="connsiteX4" fmla="*/ 361898 w 4161760"/>
              <a:gd name="connsiteY4" fmla="*/ 863173 h 6632928"/>
              <a:gd name="connsiteX0" fmla="*/ 397737 w 4197599"/>
              <a:gd name="connsiteY0" fmla="*/ 863173 h 6657812"/>
              <a:gd name="connsiteX1" fmla="*/ 3937656 w 4197599"/>
              <a:gd name="connsiteY1" fmla="*/ 1138250 h 6657812"/>
              <a:gd name="connsiteX2" fmla="*/ 3434681 w 4197599"/>
              <a:gd name="connsiteY2" fmla="*/ 6228149 h 6657812"/>
              <a:gd name="connsiteX3" fmla="*/ 775343 w 4197599"/>
              <a:gd name="connsiteY3" fmla="*/ 6534029 h 6657812"/>
              <a:gd name="connsiteX4" fmla="*/ 397737 w 4197599"/>
              <a:gd name="connsiteY4" fmla="*/ 863173 h 6657812"/>
              <a:gd name="connsiteX0" fmla="*/ 436436 w 4236298"/>
              <a:gd name="connsiteY0" fmla="*/ 863173 h 6657812"/>
              <a:gd name="connsiteX1" fmla="*/ 3976355 w 4236298"/>
              <a:gd name="connsiteY1" fmla="*/ 1138250 h 6657812"/>
              <a:gd name="connsiteX2" fmla="*/ 3473380 w 4236298"/>
              <a:gd name="connsiteY2" fmla="*/ 6228149 h 6657812"/>
              <a:gd name="connsiteX3" fmla="*/ 814042 w 4236298"/>
              <a:gd name="connsiteY3" fmla="*/ 6534029 h 6657812"/>
              <a:gd name="connsiteX4" fmla="*/ 436436 w 4236298"/>
              <a:gd name="connsiteY4" fmla="*/ 863173 h 6657812"/>
              <a:gd name="connsiteX0" fmla="*/ 436436 w 4236298"/>
              <a:gd name="connsiteY0" fmla="*/ 863173 h 6695163"/>
              <a:gd name="connsiteX1" fmla="*/ 3976355 w 4236298"/>
              <a:gd name="connsiteY1" fmla="*/ 1138250 h 6695163"/>
              <a:gd name="connsiteX2" fmla="*/ 3473380 w 4236298"/>
              <a:gd name="connsiteY2" fmla="*/ 6228149 h 6695163"/>
              <a:gd name="connsiteX3" fmla="*/ 814042 w 4236298"/>
              <a:gd name="connsiteY3" fmla="*/ 6534029 h 6695163"/>
              <a:gd name="connsiteX4" fmla="*/ 436436 w 4236298"/>
              <a:gd name="connsiteY4" fmla="*/ 863173 h 6695163"/>
              <a:gd name="connsiteX0" fmla="*/ 436436 w 4274506"/>
              <a:gd name="connsiteY0" fmla="*/ 863173 h 6779746"/>
              <a:gd name="connsiteX1" fmla="*/ 3976355 w 4274506"/>
              <a:gd name="connsiteY1" fmla="*/ 1138250 h 6779746"/>
              <a:gd name="connsiteX2" fmla="*/ 3592552 w 4274506"/>
              <a:gd name="connsiteY2" fmla="*/ 6407392 h 6779746"/>
              <a:gd name="connsiteX3" fmla="*/ 814042 w 4274506"/>
              <a:gd name="connsiteY3" fmla="*/ 6534029 h 6779746"/>
              <a:gd name="connsiteX4" fmla="*/ 436436 w 4274506"/>
              <a:gd name="connsiteY4" fmla="*/ 863173 h 6779746"/>
              <a:gd name="connsiteX0" fmla="*/ 444809 w 4282879"/>
              <a:gd name="connsiteY0" fmla="*/ 863173 h 6779746"/>
              <a:gd name="connsiteX1" fmla="*/ 3984728 w 4282879"/>
              <a:gd name="connsiteY1" fmla="*/ 1138250 h 6779746"/>
              <a:gd name="connsiteX2" fmla="*/ 3600925 w 4282879"/>
              <a:gd name="connsiteY2" fmla="*/ 6407392 h 6779746"/>
              <a:gd name="connsiteX3" fmla="*/ 822415 w 4282879"/>
              <a:gd name="connsiteY3" fmla="*/ 6534029 h 6779746"/>
              <a:gd name="connsiteX4" fmla="*/ 444809 w 4282879"/>
              <a:gd name="connsiteY4" fmla="*/ 863173 h 6779746"/>
              <a:gd name="connsiteX0" fmla="*/ 444809 w 4282879"/>
              <a:gd name="connsiteY0" fmla="*/ 863173 h 6792969"/>
              <a:gd name="connsiteX1" fmla="*/ 3984728 w 4282879"/>
              <a:gd name="connsiteY1" fmla="*/ 1138250 h 6792969"/>
              <a:gd name="connsiteX2" fmla="*/ 3600925 w 4282879"/>
              <a:gd name="connsiteY2" fmla="*/ 6407392 h 6792969"/>
              <a:gd name="connsiteX3" fmla="*/ 822415 w 4282879"/>
              <a:gd name="connsiteY3" fmla="*/ 6534029 h 6792969"/>
              <a:gd name="connsiteX4" fmla="*/ 444809 w 4282879"/>
              <a:gd name="connsiteY4" fmla="*/ 863173 h 6792969"/>
              <a:gd name="connsiteX0" fmla="*/ 447458 w 4285528"/>
              <a:gd name="connsiteY0" fmla="*/ 863173 h 6826376"/>
              <a:gd name="connsiteX1" fmla="*/ 3987377 w 4285528"/>
              <a:gd name="connsiteY1" fmla="*/ 1138250 h 6826376"/>
              <a:gd name="connsiteX2" fmla="*/ 3603574 w 4285528"/>
              <a:gd name="connsiteY2" fmla="*/ 6407392 h 6826376"/>
              <a:gd name="connsiteX3" fmla="*/ 818394 w 4285528"/>
              <a:gd name="connsiteY3" fmla="*/ 6601736 h 6826376"/>
              <a:gd name="connsiteX4" fmla="*/ 447458 w 4285528"/>
              <a:gd name="connsiteY4" fmla="*/ 863173 h 6826376"/>
              <a:gd name="connsiteX0" fmla="*/ 447458 w 4285528"/>
              <a:gd name="connsiteY0" fmla="*/ 863173 h 6773524"/>
              <a:gd name="connsiteX1" fmla="*/ 3987377 w 4285528"/>
              <a:gd name="connsiteY1" fmla="*/ 1138250 h 6773524"/>
              <a:gd name="connsiteX2" fmla="*/ 3603574 w 4285528"/>
              <a:gd name="connsiteY2" fmla="*/ 6407392 h 6773524"/>
              <a:gd name="connsiteX3" fmla="*/ 818394 w 4285528"/>
              <a:gd name="connsiteY3" fmla="*/ 6601736 h 6773524"/>
              <a:gd name="connsiteX4" fmla="*/ 447458 w 4285528"/>
              <a:gd name="connsiteY4" fmla="*/ 863173 h 6773524"/>
              <a:gd name="connsiteX0" fmla="*/ 447458 w 4285528"/>
              <a:gd name="connsiteY0" fmla="*/ 863173 h 6755473"/>
              <a:gd name="connsiteX1" fmla="*/ 3987377 w 4285528"/>
              <a:gd name="connsiteY1" fmla="*/ 1138250 h 6755473"/>
              <a:gd name="connsiteX2" fmla="*/ 3603574 w 4285528"/>
              <a:gd name="connsiteY2" fmla="*/ 6407392 h 6755473"/>
              <a:gd name="connsiteX3" fmla="*/ 818394 w 4285528"/>
              <a:gd name="connsiteY3" fmla="*/ 6601736 h 6755473"/>
              <a:gd name="connsiteX4" fmla="*/ 447458 w 4285528"/>
              <a:gd name="connsiteY4" fmla="*/ 863173 h 6755473"/>
              <a:gd name="connsiteX0" fmla="*/ 447458 w 4285528"/>
              <a:gd name="connsiteY0" fmla="*/ 863173 h 6770893"/>
              <a:gd name="connsiteX1" fmla="*/ 3987377 w 4285528"/>
              <a:gd name="connsiteY1" fmla="*/ 1138250 h 6770893"/>
              <a:gd name="connsiteX2" fmla="*/ 3603574 w 4285528"/>
              <a:gd name="connsiteY2" fmla="*/ 6407392 h 6770893"/>
              <a:gd name="connsiteX3" fmla="*/ 818394 w 4285528"/>
              <a:gd name="connsiteY3" fmla="*/ 6601736 h 6770893"/>
              <a:gd name="connsiteX4" fmla="*/ 447458 w 4285528"/>
              <a:gd name="connsiteY4" fmla="*/ 863173 h 6770893"/>
              <a:gd name="connsiteX0" fmla="*/ 416952 w 4255022"/>
              <a:gd name="connsiteY0" fmla="*/ 863173 h 6770894"/>
              <a:gd name="connsiteX1" fmla="*/ 3956871 w 4255022"/>
              <a:gd name="connsiteY1" fmla="*/ 1138250 h 6770894"/>
              <a:gd name="connsiteX2" fmla="*/ 3573068 w 4255022"/>
              <a:gd name="connsiteY2" fmla="*/ 6407392 h 6770894"/>
              <a:gd name="connsiteX3" fmla="*/ 867916 w 4255022"/>
              <a:gd name="connsiteY3" fmla="*/ 6601737 h 6770894"/>
              <a:gd name="connsiteX4" fmla="*/ 416952 w 4255022"/>
              <a:gd name="connsiteY4" fmla="*/ 863173 h 6770894"/>
              <a:gd name="connsiteX0" fmla="*/ 430962 w 4269032"/>
              <a:gd name="connsiteY0" fmla="*/ 863173 h 6770894"/>
              <a:gd name="connsiteX1" fmla="*/ 3970881 w 4269032"/>
              <a:gd name="connsiteY1" fmla="*/ 1138250 h 6770894"/>
              <a:gd name="connsiteX2" fmla="*/ 3587078 w 4269032"/>
              <a:gd name="connsiteY2" fmla="*/ 6407392 h 6770894"/>
              <a:gd name="connsiteX3" fmla="*/ 881926 w 4269032"/>
              <a:gd name="connsiteY3" fmla="*/ 6601737 h 6770894"/>
              <a:gd name="connsiteX4" fmla="*/ 430962 w 4269032"/>
              <a:gd name="connsiteY4" fmla="*/ 863173 h 6770894"/>
              <a:gd name="connsiteX0" fmla="*/ 430962 w 4269032"/>
              <a:gd name="connsiteY0" fmla="*/ 863173 h 6750479"/>
              <a:gd name="connsiteX1" fmla="*/ 3970881 w 4269032"/>
              <a:gd name="connsiteY1" fmla="*/ 1138250 h 6750479"/>
              <a:gd name="connsiteX2" fmla="*/ 3587078 w 4269032"/>
              <a:gd name="connsiteY2" fmla="*/ 6407392 h 6750479"/>
              <a:gd name="connsiteX3" fmla="*/ 881926 w 4269032"/>
              <a:gd name="connsiteY3" fmla="*/ 6601737 h 6750479"/>
              <a:gd name="connsiteX4" fmla="*/ 430962 w 4269032"/>
              <a:gd name="connsiteY4" fmla="*/ 863173 h 6750479"/>
              <a:gd name="connsiteX0" fmla="*/ 441164 w 4279234"/>
              <a:gd name="connsiteY0" fmla="*/ 863173 h 6796189"/>
              <a:gd name="connsiteX1" fmla="*/ 3981083 w 4279234"/>
              <a:gd name="connsiteY1" fmla="*/ 1138250 h 6796189"/>
              <a:gd name="connsiteX2" fmla="*/ 3597280 w 4279234"/>
              <a:gd name="connsiteY2" fmla="*/ 6407392 h 6796189"/>
              <a:gd name="connsiteX3" fmla="*/ 865452 w 4279234"/>
              <a:gd name="connsiteY3" fmla="*/ 6699536 h 6796189"/>
              <a:gd name="connsiteX4" fmla="*/ 441164 w 4279234"/>
              <a:gd name="connsiteY4" fmla="*/ 863173 h 6796189"/>
              <a:gd name="connsiteX0" fmla="*/ 441164 w 4279234"/>
              <a:gd name="connsiteY0" fmla="*/ 863173 h 6810877"/>
              <a:gd name="connsiteX1" fmla="*/ 3981083 w 4279234"/>
              <a:gd name="connsiteY1" fmla="*/ 1138250 h 6810877"/>
              <a:gd name="connsiteX2" fmla="*/ 3597280 w 4279234"/>
              <a:gd name="connsiteY2" fmla="*/ 6407392 h 6810877"/>
              <a:gd name="connsiteX3" fmla="*/ 865452 w 4279234"/>
              <a:gd name="connsiteY3" fmla="*/ 6699536 h 6810877"/>
              <a:gd name="connsiteX4" fmla="*/ 441164 w 4279234"/>
              <a:gd name="connsiteY4" fmla="*/ 863173 h 6810877"/>
              <a:gd name="connsiteX0" fmla="*/ 441164 w 4279234"/>
              <a:gd name="connsiteY0" fmla="*/ 863173 h 6844328"/>
              <a:gd name="connsiteX1" fmla="*/ 3981083 w 4279234"/>
              <a:gd name="connsiteY1" fmla="*/ 1138250 h 6844328"/>
              <a:gd name="connsiteX2" fmla="*/ 3597280 w 4279234"/>
              <a:gd name="connsiteY2" fmla="*/ 6407392 h 6844328"/>
              <a:gd name="connsiteX3" fmla="*/ 865452 w 4279234"/>
              <a:gd name="connsiteY3" fmla="*/ 6699536 h 6844328"/>
              <a:gd name="connsiteX4" fmla="*/ 441164 w 4279234"/>
              <a:gd name="connsiteY4" fmla="*/ 863173 h 6844328"/>
              <a:gd name="connsiteX0" fmla="*/ 415616 w 4253686"/>
              <a:gd name="connsiteY0" fmla="*/ 863173 h 6844328"/>
              <a:gd name="connsiteX1" fmla="*/ 3955535 w 4253686"/>
              <a:gd name="connsiteY1" fmla="*/ 1138250 h 6844328"/>
              <a:gd name="connsiteX2" fmla="*/ 3571732 w 4253686"/>
              <a:gd name="connsiteY2" fmla="*/ 6407392 h 6844328"/>
              <a:gd name="connsiteX3" fmla="*/ 839904 w 4253686"/>
              <a:gd name="connsiteY3" fmla="*/ 6699536 h 6844328"/>
              <a:gd name="connsiteX4" fmla="*/ 415616 w 4253686"/>
              <a:gd name="connsiteY4" fmla="*/ 863173 h 6844328"/>
              <a:gd name="connsiteX0" fmla="*/ 415616 w 4253686"/>
              <a:gd name="connsiteY0" fmla="*/ 863173 h 6914032"/>
              <a:gd name="connsiteX1" fmla="*/ 3955535 w 4253686"/>
              <a:gd name="connsiteY1" fmla="*/ 1138250 h 6914032"/>
              <a:gd name="connsiteX2" fmla="*/ 3571732 w 4253686"/>
              <a:gd name="connsiteY2" fmla="*/ 6407392 h 6914032"/>
              <a:gd name="connsiteX3" fmla="*/ 839904 w 4253686"/>
              <a:gd name="connsiteY3" fmla="*/ 6699536 h 6914032"/>
              <a:gd name="connsiteX4" fmla="*/ 415616 w 4253686"/>
              <a:gd name="connsiteY4" fmla="*/ 863173 h 69140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3686" h="6914032">
                <a:moveTo>
                  <a:pt x="415616" y="863173"/>
                </a:moveTo>
                <a:cubicBezTo>
                  <a:pt x="1014864" y="-314046"/>
                  <a:pt x="3514518" y="-347609"/>
                  <a:pt x="3955535" y="1138250"/>
                </a:cubicBezTo>
                <a:cubicBezTo>
                  <a:pt x="4450506" y="2695197"/>
                  <a:pt x="4333617" y="5874040"/>
                  <a:pt x="3571732" y="6407392"/>
                </a:cubicBezTo>
                <a:cubicBezTo>
                  <a:pt x="2882841" y="7004326"/>
                  <a:pt x="1599871" y="7035720"/>
                  <a:pt x="839904" y="6699536"/>
                </a:cubicBezTo>
                <a:cubicBezTo>
                  <a:pt x="-98221" y="6265299"/>
                  <a:pt x="-266297" y="2364463"/>
                  <a:pt x="415616" y="863173"/>
                </a:cubicBezTo>
                <a:close/>
              </a:path>
            </a:pathLst>
          </a:custGeom>
          <a:solidFill>
            <a:schemeClr val="bg1">
              <a:lumMod val="95000"/>
            </a:schemeClr>
          </a:solidFill>
          <a:ln>
            <a:noFill/>
          </a:ln>
        </p:spPr>
        <p:txBody>
          <a:bodyPr anchor="ctr" anchorCtr="0"/>
          <a:lstStyle>
            <a:lvl1pPr marL="0" indent="0" algn="ctr">
              <a:buFontTx/>
              <a:buNone/>
              <a:defRPr/>
            </a:lvl1pPr>
          </a:lstStyle>
          <a:p>
            <a:r>
              <a:rPr lang="en-US"/>
              <a:t>Click to add picture. </a:t>
            </a:r>
            <a:br>
              <a:rPr lang="en-US"/>
            </a:br>
            <a:r>
              <a:rPr lang="en-US"/>
              <a:t>Select crop to position.</a:t>
            </a:r>
          </a:p>
        </p:txBody>
      </p:sp>
      <p:sp>
        <p:nvSpPr>
          <p:cNvPr id="4" name="Content Placeholder 2">
            <a:extLst>
              <a:ext uri="{FF2B5EF4-FFF2-40B4-BE49-F238E27FC236}">
                <a16:creationId xmlns:a16="http://schemas.microsoft.com/office/drawing/2014/main" id="{CC23E625-9E15-937F-3815-AF4722FE371C}"/>
              </a:ext>
            </a:extLst>
          </p:cNvPr>
          <p:cNvSpPr>
            <a:spLocks noGrp="1"/>
          </p:cNvSpPr>
          <p:nvPr>
            <p:ph idx="1" hasCustomPrompt="1"/>
          </p:nvPr>
        </p:nvSpPr>
        <p:spPr>
          <a:xfrm>
            <a:off x="647701" y="3008042"/>
            <a:ext cx="5107874" cy="3214133"/>
          </a:xfrm>
        </p:spPr>
        <p:txBody>
          <a:bodyPr>
            <a:noAutofit/>
          </a:bodyPr>
          <a:lstStyle>
            <a:lvl1pPr marL="0" indent="0">
              <a:buFontTx/>
              <a:buNone/>
              <a:defRPr sz="1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 (Segoe UI, 14pt)</a:t>
            </a:r>
          </a:p>
          <a:p>
            <a:pPr lvl="1"/>
            <a:r>
              <a:rPr lang="en-US"/>
              <a:t>Second level</a:t>
            </a:r>
          </a:p>
          <a:p>
            <a:pPr lvl="2"/>
            <a:r>
              <a:rPr lang="en-US"/>
              <a:t>Third level</a:t>
            </a:r>
          </a:p>
          <a:p>
            <a:pPr lvl="3"/>
            <a:r>
              <a:rPr lang="en-US"/>
              <a:t>Fourth level</a:t>
            </a:r>
          </a:p>
          <a:p>
            <a:pPr lvl="4"/>
            <a:r>
              <a:rPr lang="en-US"/>
              <a:t>Fifth level</a:t>
            </a:r>
          </a:p>
        </p:txBody>
      </p:sp>
      <p:sp>
        <p:nvSpPr>
          <p:cNvPr id="5" name="Text Placeholder 13">
            <a:extLst>
              <a:ext uri="{FF2B5EF4-FFF2-40B4-BE49-F238E27FC236}">
                <a16:creationId xmlns:a16="http://schemas.microsoft.com/office/drawing/2014/main" id="{6A829714-CFF9-5CD4-8F09-A65D615DAE21}"/>
              </a:ext>
            </a:extLst>
          </p:cNvPr>
          <p:cNvSpPr>
            <a:spLocks noGrp="1"/>
          </p:cNvSpPr>
          <p:nvPr>
            <p:ph type="body" sz="quarter" idx="12" hasCustomPrompt="1"/>
          </p:nvPr>
        </p:nvSpPr>
        <p:spPr>
          <a:xfrm>
            <a:off x="647701" y="2303814"/>
            <a:ext cx="5107874" cy="704228"/>
          </a:xfrm>
        </p:spPr>
        <p:txBody>
          <a:bodyPr>
            <a:noAutofit/>
          </a:bodyPr>
          <a:lstStyle>
            <a:lvl1pPr marL="0" indent="0">
              <a:buFontTx/>
              <a:buNone/>
              <a:defRPr sz="1800" b="1" i="0">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subhead text (Segoe UI bold, 18pt)</a:t>
            </a:r>
          </a:p>
        </p:txBody>
      </p:sp>
      <p:sp>
        <p:nvSpPr>
          <p:cNvPr id="10" name="Text Placeholder 7">
            <a:extLst>
              <a:ext uri="{FF2B5EF4-FFF2-40B4-BE49-F238E27FC236}">
                <a16:creationId xmlns:a16="http://schemas.microsoft.com/office/drawing/2014/main" id="{5A423AD0-2EE4-9496-55B2-9B4FF425CABF}"/>
              </a:ext>
            </a:extLst>
          </p:cNvPr>
          <p:cNvSpPr>
            <a:spLocks noGrp="1"/>
          </p:cNvSpPr>
          <p:nvPr>
            <p:ph type="body" sz="quarter" idx="13" hasCustomPrompt="1"/>
          </p:nvPr>
        </p:nvSpPr>
        <p:spPr>
          <a:xfrm>
            <a:off x="647699" y="433201"/>
            <a:ext cx="5107875" cy="362445"/>
          </a:xfrm>
        </p:spPr>
        <p:txBody>
          <a:bodyPr>
            <a:noAutofit/>
          </a:bodyPr>
          <a:lstStyle>
            <a:lvl1pPr marL="0" indent="0">
              <a:buFontTx/>
              <a:buNone/>
              <a:defRPr sz="1100" b="1">
                <a:solidFill>
                  <a:schemeClr val="accent2"/>
                </a:solidFill>
                <a:latin typeface="Segoe UI" panose="020B0502040204020203" pitchFamily="34" charset="0"/>
                <a:cs typeface="Segoe UI" panose="020B0502040204020203" pitchFamily="34" charset="0"/>
              </a:defRPr>
            </a:lvl1pPr>
          </a:lstStyle>
          <a:p>
            <a:pPr lvl="0"/>
            <a:r>
              <a:rPr lang="en-US"/>
              <a:t>Click to add section topic header title (Segoe UI bold, 11pt)</a:t>
            </a:r>
          </a:p>
        </p:txBody>
      </p:sp>
      <p:sp>
        <p:nvSpPr>
          <p:cNvPr id="11" name="Title 1">
            <a:extLst>
              <a:ext uri="{FF2B5EF4-FFF2-40B4-BE49-F238E27FC236}">
                <a16:creationId xmlns:a16="http://schemas.microsoft.com/office/drawing/2014/main" id="{2142E489-ED92-12C7-E447-4C4A52642854}"/>
              </a:ext>
            </a:extLst>
          </p:cNvPr>
          <p:cNvSpPr>
            <a:spLocks noGrp="1"/>
          </p:cNvSpPr>
          <p:nvPr>
            <p:ph type="title" hasCustomPrompt="1"/>
          </p:nvPr>
        </p:nvSpPr>
        <p:spPr>
          <a:xfrm>
            <a:off x="647699" y="981305"/>
            <a:ext cx="5107875" cy="957602"/>
          </a:xfrm>
        </p:spPr>
        <p:txBody>
          <a:bodyPr>
            <a:noAutofit/>
          </a:bodyPr>
          <a:lstStyle>
            <a:lvl1pPr>
              <a:defRPr sz="2800" b="1">
                <a:solidFill>
                  <a:schemeClr val="tx1"/>
                </a:solidFill>
              </a:defRPr>
            </a:lvl1pPr>
          </a:lstStyle>
          <a:p>
            <a:r>
              <a:rPr lang="en-US"/>
              <a:t>Click to edit title (Segoe UI bold 28pt)</a:t>
            </a:r>
          </a:p>
        </p:txBody>
      </p:sp>
      <p:sp>
        <p:nvSpPr>
          <p:cNvPr id="2" name="Slide Number Placeholder 1">
            <a:extLst>
              <a:ext uri="{FF2B5EF4-FFF2-40B4-BE49-F238E27FC236}">
                <a16:creationId xmlns:a16="http://schemas.microsoft.com/office/drawing/2014/main" id="{33B1EA9F-2388-EF99-8398-18100279116C}"/>
              </a:ext>
            </a:extLst>
          </p:cNvPr>
          <p:cNvSpPr>
            <a:spLocks noGrp="1"/>
          </p:cNvSpPr>
          <p:nvPr>
            <p:ph type="sldNum" sz="quarter" idx="16"/>
          </p:nvPr>
        </p:nvSpPr>
        <p:spPr/>
        <p:txBody>
          <a:bodyPr/>
          <a:lstStyle/>
          <a:p>
            <a:fld id="{F71C0B42-4AEE-41DE-B077-4156AA01E9D4}" type="slidenum">
              <a:rPr lang="en-US" smtClean="0"/>
              <a:pPr/>
              <a:t>‹#›</a:t>
            </a:fld>
            <a:endParaRPr lang="en-US"/>
          </a:p>
        </p:txBody>
      </p:sp>
    </p:spTree>
    <p:extLst>
      <p:ext uri="{BB962C8B-B14F-4D97-AF65-F5344CB8AC3E}">
        <p14:creationId xmlns:p14="http://schemas.microsoft.com/office/powerpoint/2010/main" val="23526140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ubhead, copy, chart">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CC23E625-9E15-937F-3815-AF4722FE371C}"/>
              </a:ext>
            </a:extLst>
          </p:cNvPr>
          <p:cNvSpPr>
            <a:spLocks noGrp="1"/>
          </p:cNvSpPr>
          <p:nvPr>
            <p:ph idx="1" hasCustomPrompt="1"/>
          </p:nvPr>
        </p:nvSpPr>
        <p:spPr>
          <a:xfrm>
            <a:off x="647701" y="3008042"/>
            <a:ext cx="5107874" cy="3214133"/>
          </a:xfrm>
        </p:spPr>
        <p:txBody>
          <a:bodyPr>
            <a:noAutofit/>
          </a:bodyPr>
          <a:lstStyle>
            <a:lvl1pPr marL="0" indent="0">
              <a:buFontTx/>
              <a:buNone/>
              <a:defRPr sz="1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 (Segoe UI, 14pt)</a:t>
            </a:r>
          </a:p>
          <a:p>
            <a:pPr lvl="1"/>
            <a:r>
              <a:rPr lang="en-US"/>
              <a:t>Second level</a:t>
            </a:r>
          </a:p>
          <a:p>
            <a:pPr lvl="2"/>
            <a:r>
              <a:rPr lang="en-US"/>
              <a:t>Third level</a:t>
            </a:r>
          </a:p>
          <a:p>
            <a:pPr lvl="3"/>
            <a:r>
              <a:rPr lang="en-US"/>
              <a:t>Fourth level</a:t>
            </a:r>
          </a:p>
          <a:p>
            <a:pPr lvl="4"/>
            <a:r>
              <a:rPr lang="en-US"/>
              <a:t>Fifth level</a:t>
            </a:r>
          </a:p>
        </p:txBody>
      </p:sp>
      <p:sp>
        <p:nvSpPr>
          <p:cNvPr id="5" name="Text Placeholder 13">
            <a:extLst>
              <a:ext uri="{FF2B5EF4-FFF2-40B4-BE49-F238E27FC236}">
                <a16:creationId xmlns:a16="http://schemas.microsoft.com/office/drawing/2014/main" id="{6A829714-CFF9-5CD4-8F09-A65D615DAE21}"/>
              </a:ext>
            </a:extLst>
          </p:cNvPr>
          <p:cNvSpPr>
            <a:spLocks noGrp="1"/>
          </p:cNvSpPr>
          <p:nvPr>
            <p:ph type="body" sz="quarter" idx="12" hasCustomPrompt="1"/>
          </p:nvPr>
        </p:nvSpPr>
        <p:spPr>
          <a:xfrm>
            <a:off x="647701" y="2303814"/>
            <a:ext cx="5107874" cy="704228"/>
          </a:xfrm>
        </p:spPr>
        <p:txBody>
          <a:bodyPr>
            <a:noAutofit/>
          </a:bodyPr>
          <a:lstStyle>
            <a:lvl1pPr marL="0" indent="0">
              <a:buFontTx/>
              <a:buNone/>
              <a:defRPr sz="1800" b="1" i="0">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subhead text (Segoe UI bold, 18pt)</a:t>
            </a:r>
          </a:p>
        </p:txBody>
      </p:sp>
      <p:sp>
        <p:nvSpPr>
          <p:cNvPr id="10" name="Text Placeholder 7">
            <a:extLst>
              <a:ext uri="{FF2B5EF4-FFF2-40B4-BE49-F238E27FC236}">
                <a16:creationId xmlns:a16="http://schemas.microsoft.com/office/drawing/2014/main" id="{5A423AD0-2EE4-9496-55B2-9B4FF425CABF}"/>
              </a:ext>
            </a:extLst>
          </p:cNvPr>
          <p:cNvSpPr>
            <a:spLocks noGrp="1"/>
          </p:cNvSpPr>
          <p:nvPr>
            <p:ph type="body" sz="quarter" idx="13" hasCustomPrompt="1"/>
          </p:nvPr>
        </p:nvSpPr>
        <p:spPr>
          <a:xfrm>
            <a:off x="647699" y="433201"/>
            <a:ext cx="5107875" cy="362445"/>
          </a:xfrm>
        </p:spPr>
        <p:txBody>
          <a:bodyPr>
            <a:noAutofit/>
          </a:bodyPr>
          <a:lstStyle>
            <a:lvl1pPr marL="0" indent="0">
              <a:buFontTx/>
              <a:buNone/>
              <a:defRPr sz="1100" b="1">
                <a:solidFill>
                  <a:schemeClr val="accent2"/>
                </a:solidFill>
                <a:latin typeface="Segoe UI" panose="020B0502040204020203" pitchFamily="34" charset="0"/>
                <a:cs typeface="Segoe UI" panose="020B0502040204020203" pitchFamily="34" charset="0"/>
              </a:defRPr>
            </a:lvl1pPr>
          </a:lstStyle>
          <a:p>
            <a:pPr lvl="0"/>
            <a:r>
              <a:rPr lang="en-US"/>
              <a:t>Click to add section topic header title (Segoe UI bold, 11pt)</a:t>
            </a:r>
          </a:p>
        </p:txBody>
      </p:sp>
      <p:sp>
        <p:nvSpPr>
          <p:cNvPr id="11" name="Title 1">
            <a:extLst>
              <a:ext uri="{FF2B5EF4-FFF2-40B4-BE49-F238E27FC236}">
                <a16:creationId xmlns:a16="http://schemas.microsoft.com/office/drawing/2014/main" id="{2142E489-ED92-12C7-E447-4C4A52642854}"/>
              </a:ext>
            </a:extLst>
          </p:cNvPr>
          <p:cNvSpPr>
            <a:spLocks noGrp="1"/>
          </p:cNvSpPr>
          <p:nvPr>
            <p:ph type="title" hasCustomPrompt="1"/>
          </p:nvPr>
        </p:nvSpPr>
        <p:spPr>
          <a:xfrm>
            <a:off x="647699" y="981305"/>
            <a:ext cx="5107875" cy="957602"/>
          </a:xfrm>
        </p:spPr>
        <p:txBody>
          <a:bodyPr>
            <a:noAutofit/>
          </a:bodyPr>
          <a:lstStyle>
            <a:lvl1pPr>
              <a:defRPr sz="2800" b="1">
                <a:solidFill>
                  <a:schemeClr val="tx1"/>
                </a:solidFill>
              </a:defRPr>
            </a:lvl1pPr>
          </a:lstStyle>
          <a:p>
            <a:r>
              <a:rPr lang="en-US"/>
              <a:t>Click to edit title (Segoe UI bold 28pt)</a:t>
            </a:r>
          </a:p>
        </p:txBody>
      </p:sp>
      <p:sp>
        <p:nvSpPr>
          <p:cNvPr id="3" name="Content Placeholder 2">
            <a:extLst>
              <a:ext uri="{FF2B5EF4-FFF2-40B4-BE49-F238E27FC236}">
                <a16:creationId xmlns:a16="http://schemas.microsoft.com/office/drawing/2014/main" id="{3CAA8A7E-8F80-AA2D-B021-8E2D31170696}"/>
              </a:ext>
            </a:extLst>
          </p:cNvPr>
          <p:cNvSpPr>
            <a:spLocks noGrp="1"/>
          </p:cNvSpPr>
          <p:nvPr>
            <p:ph sz="quarter" idx="18" hasCustomPrompt="1"/>
          </p:nvPr>
        </p:nvSpPr>
        <p:spPr>
          <a:xfrm>
            <a:off x="6096000" y="1333500"/>
            <a:ext cx="5448300" cy="4876800"/>
          </a:xfrm>
        </p:spPr>
        <p:txBody>
          <a:bodyPr>
            <a:noAutofit/>
          </a:bodyPr>
          <a:lstStyle/>
          <a:p>
            <a:pPr lvl="0"/>
            <a:r>
              <a:rPr lang="en-US"/>
              <a:t>Click to add graph or chart</a:t>
            </a:r>
          </a:p>
        </p:txBody>
      </p:sp>
      <p:sp>
        <p:nvSpPr>
          <p:cNvPr id="2" name="Slide Number Placeholder 1">
            <a:extLst>
              <a:ext uri="{FF2B5EF4-FFF2-40B4-BE49-F238E27FC236}">
                <a16:creationId xmlns:a16="http://schemas.microsoft.com/office/drawing/2014/main" id="{D012B6DA-3E8C-E4B4-F359-831868A61F53}"/>
              </a:ext>
            </a:extLst>
          </p:cNvPr>
          <p:cNvSpPr>
            <a:spLocks noGrp="1"/>
          </p:cNvSpPr>
          <p:nvPr>
            <p:ph type="sldNum" sz="quarter" idx="19"/>
          </p:nvPr>
        </p:nvSpPr>
        <p:spPr/>
        <p:txBody>
          <a:bodyPr/>
          <a:lstStyle/>
          <a:p>
            <a:fld id="{F71C0B42-4AEE-41DE-B077-4156AA01E9D4}" type="slidenum">
              <a:rPr lang="en-US" smtClean="0"/>
              <a:pPr/>
              <a:t>‹#›</a:t>
            </a:fld>
            <a:endParaRPr lang="en-US"/>
          </a:p>
        </p:txBody>
      </p:sp>
    </p:spTree>
    <p:extLst>
      <p:ext uri="{BB962C8B-B14F-4D97-AF65-F5344CB8AC3E}">
        <p14:creationId xmlns:p14="http://schemas.microsoft.com/office/powerpoint/2010/main" val="271135625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Copy, Subhead, Quote">
    <p:bg>
      <p:bgPr>
        <a:solidFill>
          <a:schemeClr val="bg1"/>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05E56E41-2CC3-BD52-2543-1ECCC9F28F5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00" y="261257"/>
            <a:ext cx="5628903" cy="6453242"/>
          </a:xfrm>
          <a:prstGeom prst="rect">
            <a:avLst/>
          </a:prstGeom>
        </p:spPr>
      </p:pic>
      <p:sp>
        <p:nvSpPr>
          <p:cNvPr id="9" name="Text Placeholder 8">
            <a:extLst>
              <a:ext uri="{FF2B5EF4-FFF2-40B4-BE49-F238E27FC236}">
                <a16:creationId xmlns:a16="http://schemas.microsoft.com/office/drawing/2014/main" id="{784F0D64-5F5D-42E6-42CA-E0F39C445398}"/>
              </a:ext>
            </a:extLst>
          </p:cNvPr>
          <p:cNvSpPr>
            <a:spLocks noGrp="1"/>
          </p:cNvSpPr>
          <p:nvPr>
            <p:ph type="body" sz="quarter" idx="10" hasCustomPrompt="1"/>
          </p:nvPr>
        </p:nvSpPr>
        <p:spPr>
          <a:xfrm>
            <a:off x="7117277" y="1927226"/>
            <a:ext cx="3693226" cy="1244238"/>
          </a:xfrm>
        </p:spPr>
        <p:txBody>
          <a:bodyPr rIns="0" anchor="t" anchorCtr="0">
            <a:noAutofit/>
          </a:bodyPr>
          <a:lstStyle>
            <a:lvl1pPr marL="0" indent="0">
              <a:buFontTx/>
              <a:buNone/>
              <a:defRPr sz="2000" b="1" i="0">
                <a:solidFill>
                  <a:schemeClr val="tx1"/>
                </a:solidFill>
                <a:latin typeface="Segoe UI Semibold" panose="020B0502040204020203" pitchFamily="34" charset="0"/>
                <a:cs typeface="Segoe UI Semibold" panose="020B0502040204020203" pitchFamily="34" charset="0"/>
              </a:defRPr>
            </a:lvl1pPr>
            <a:lvl2pPr marL="457200" indent="0">
              <a:buFontTx/>
              <a:buNone/>
              <a:defRPr sz="2000">
                <a:solidFill>
                  <a:schemeClr val="tx1"/>
                </a:solidFill>
                <a:latin typeface="Garamond" panose="02020404030301010803" pitchFamily="18" charset="0"/>
              </a:defRPr>
            </a:lvl2pPr>
            <a:lvl3pPr marL="914400" indent="0">
              <a:buFontTx/>
              <a:buNone/>
              <a:defRPr sz="2000">
                <a:solidFill>
                  <a:schemeClr val="tx1"/>
                </a:solidFill>
                <a:latin typeface="Garamond" panose="02020404030301010803" pitchFamily="18" charset="0"/>
              </a:defRPr>
            </a:lvl3pPr>
            <a:lvl4pPr marL="1371600" indent="0">
              <a:buFontTx/>
              <a:buNone/>
              <a:defRPr sz="2000">
                <a:solidFill>
                  <a:schemeClr val="tx1"/>
                </a:solidFill>
                <a:latin typeface="Garamond" panose="02020404030301010803" pitchFamily="18" charset="0"/>
              </a:defRPr>
            </a:lvl4pPr>
            <a:lvl5pPr marL="1828800" indent="0">
              <a:buFontTx/>
              <a:buNone/>
              <a:defRPr sz="2000">
                <a:solidFill>
                  <a:schemeClr val="tx1"/>
                </a:solidFill>
                <a:latin typeface="Garamond" panose="02020404030301010803" pitchFamily="18" charset="0"/>
              </a:defRPr>
            </a:lvl5pPr>
          </a:lstStyle>
          <a:p>
            <a:pPr lvl="0"/>
            <a:r>
              <a:rPr lang="en-US"/>
              <a:t>“Click to edit quote. Click to edit quote. Click to edit quote. Click to edit quote.</a:t>
            </a:r>
            <a:r>
              <a:rPr lang="en-US" baseline="30000"/>
              <a:t>”</a:t>
            </a:r>
          </a:p>
        </p:txBody>
      </p:sp>
      <p:sp>
        <p:nvSpPr>
          <p:cNvPr id="6" name="Text Placeholder 5">
            <a:extLst>
              <a:ext uri="{FF2B5EF4-FFF2-40B4-BE49-F238E27FC236}">
                <a16:creationId xmlns:a16="http://schemas.microsoft.com/office/drawing/2014/main" id="{0E8271AB-FD78-147D-EBD0-F3F74EBE1131}"/>
              </a:ext>
            </a:extLst>
          </p:cNvPr>
          <p:cNvSpPr>
            <a:spLocks noGrp="1"/>
          </p:cNvSpPr>
          <p:nvPr>
            <p:ph type="body" sz="quarter" idx="12" hasCustomPrompt="1"/>
          </p:nvPr>
        </p:nvSpPr>
        <p:spPr>
          <a:xfrm>
            <a:off x="7117278" y="3552365"/>
            <a:ext cx="3693226" cy="312905"/>
          </a:xfrm>
        </p:spPr>
        <p:txBody>
          <a:bodyPr>
            <a:noAutofit/>
          </a:bodyPr>
          <a:lstStyle>
            <a:lvl1pPr marL="0" indent="0">
              <a:lnSpc>
                <a:spcPct val="100000"/>
              </a:lnSpc>
              <a:buFontTx/>
              <a:buNone/>
              <a:defRPr sz="1400" b="1">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Name</a:t>
            </a:r>
          </a:p>
        </p:txBody>
      </p:sp>
      <p:sp>
        <p:nvSpPr>
          <p:cNvPr id="7" name="Text Placeholder 5">
            <a:extLst>
              <a:ext uri="{FF2B5EF4-FFF2-40B4-BE49-F238E27FC236}">
                <a16:creationId xmlns:a16="http://schemas.microsoft.com/office/drawing/2014/main" id="{971BCE3B-6E85-9FFE-7606-DD99E9DCC387}"/>
              </a:ext>
            </a:extLst>
          </p:cNvPr>
          <p:cNvSpPr>
            <a:spLocks noGrp="1"/>
          </p:cNvSpPr>
          <p:nvPr>
            <p:ph type="body" sz="quarter" idx="13" hasCustomPrompt="1"/>
          </p:nvPr>
        </p:nvSpPr>
        <p:spPr>
          <a:xfrm>
            <a:off x="7117278" y="3883231"/>
            <a:ext cx="3693226" cy="387585"/>
          </a:xfrm>
        </p:spPr>
        <p:txBody>
          <a:bodyPr>
            <a:noAutofit/>
          </a:bodyPr>
          <a:lstStyle>
            <a:lvl1pPr marL="0" indent="0">
              <a:lnSpc>
                <a:spcPct val="100000"/>
              </a:lnSpc>
              <a:buFontTx/>
              <a:buNone/>
              <a:defRPr sz="1200" b="0">
                <a:solidFill>
                  <a:schemeClr val="tx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Title</a:t>
            </a:r>
          </a:p>
        </p:txBody>
      </p:sp>
      <p:sp>
        <p:nvSpPr>
          <p:cNvPr id="13" name="Slide Number Placeholder 7">
            <a:extLst>
              <a:ext uri="{FF2B5EF4-FFF2-40B4-BE49-F238E27FC236}">
                <a16:creationId xmlns:a16="http://schemas.microsoft.com/office/drawing/2014/main" id="{B3F39D8B-3B99-4E3E-0FD6-F4EDA24CB633}"/>
              </a:ext>
            </a:extLst>
          </p:cNvPr>
          <p:cNvSpPr>
            <a:spLocks noGrp="1"/>
          </p:cNvSpPr>
          <p:nvPr>
            <p:ph type="sldNum" sz="quarter" idx="4"/>
          </p:nvPr>
        </p:nvSpPr>
        <p:spPr>
          <a:xfrm>
            <a:off x="11253127" y="6488472"/>
            <a:ext cx="329273" cy="226028"/>
          </a:xfrm>
          <a:prstGeom prst="rect">
            <a:avLst/>
          </a:prstGeom>
        </p:spPr>
        <p:txBody>
          <a:bodyPr lIns="0" rIns="0"/>
          <a:lstStyle>
            <a:lvl1pPr algn="r">
              <a:defRPr sz="800">
                <a:latin typeface="Segoe UI" panose="020B0502040204020203" pitchFamily="34" charset="0"/>
                <a:cs typeface="Segoe UI" panose="020B0502040204020203" pitchFamily="34" charset="0"/>
              </a:defRPr>
            </a:lvl1pPr>
          </a:lstStyle>
          <a:p>
            <a:fld id="{F71C0B42-4AEE-41DE-B077-4156AA01E9D4}" type="slidenum">
              <a:rPr lang="en-US" smtClean="0"/>
              <a:pPr/>
              <a:t>‹#›</a:t>
            </a:fld>
            <a:endParaRPr lang="en-US"/>
          </a:p>
        </p:txBody>
      </p:sp>
      <p:sp>
        <p:nvSpPr>
          <p:cNvPr id="14" name="Content Placeholder 2">
            <a:extLst>
              <a:ext uri="{FF2B5EF4-FFF2-40B4-BE49-F238E27FC236}">
                <a16:creationId xmlns:a16="http://schemas.microsoft.com/office/drawing/2014/main" id="{8E06F748-9ED1-D5AE-CFAF-2B88111EAD22}"/>
              </a:ext>
            </a:extLst>
          </p:cNvPr>
          <p:cNvSpPr>
            <a:spLocks noGrp="1"/>
          </p:cNvSpPr>
          <p:nvPr>
            <p:ph idx="1" hasCustomPrompt="1"/>
          </p:nvPr>
        </p:nvSpPr>
        <p:spPr>
          <a:xfrm>
            <a:off x="647701" y="3008042"/>
            <a:ext cx="5107874" cy="3214133"/>
          </a:xfrm>
        </p:spPr>
        <p:txBody>
          <a:bodyPr>
            <a:noAutofit/>
          </a:bodyPr>
          <a:lstStyle>
            <a:lvl1pPr marL="0" indent="0">
              <a:buFontTx/>
              <a:buNone/>
              <a:defRPr sz="1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 (Segoe UI, 14pt)</a:t>
            </a:r>
          </a:p>
          <a:p>
            <a:pPr lvl="1"/>
            <a:r>
              <a:rPr lang="en-US"/>
              <a:t>Second level</a:t>
            </a:r>
          </a:p>
          <a:p>
            <a:pPr lvl="2"/>
            <a:r>
              <a:rPr lang="en-US"/>
              <a:t>Third level</a:t>
            </a:r>
          </a:p>
          <a:p>
            <a:pPr lvl="3"/>
            <a:r>
              <a:rPr lang="en-US"/>
              <a:t>Fourth level</a:t>
            </a:r>
          </a:p>
          <a:p>
            <a:pPr lvl="4"/>
            <a:r>
              <a:rPr lang="en-US"/>
              <a:t>Fifth level</a:t>
            </a:r>
          </a:p>
        </p:txBody>
      </p:sp>
      <p:sp>
        <p:nvSpPr>
          <p:cNvPr id="15" name="Text Placeholder 13">
            <a:extLst>
              <a:ext uri="{FF2B5EF4-FFF2-40B4-BE49-F238E27FC236}">
                <a16:creationId xmlns:a16="http://schemas.microsoft.com/office/drawing/2014/main" id="{0073BB35-2105-4321-5C11-E77A83AC1BF6}"/>
              </a:ext>
            </a:extLst>
          </p:cNvPr>
          <p:cNvSpPr>
            <a:spLocks noGrp="1"/>
          </p:cNvSpPr>
          <p:nvPr>
            <p:ph type="body" sz="quarter" idx="14" hasCustomPrompt="1"/>
          </p:nvPr>
        </p:nvSpPr>
        <p:spPr>
          <a:xfrm>
            <a:off x="647701" y="2303814"/>
            <a:ext cx="5107874" cy="704228"/>
          </a:xfrm>
        </p:spPr>
        <p:txBody>
          <a:bodyPr>
            <a:noAutofit/>
          </a:bodyPr>
          <a:lstStyle>
            <a:lvl1pPr marL="0" indent="0">
              <a:buFontTx/>
              <a:buNone/>
              <a:defRPr sz="1800" b="1" i="0">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subhead text (Segoe UI bold, 18pt)</a:t>
            </a:r>
          </a:p>
        </p:txBody>
      </p:sp>
      <p:sp>
        <p:nvSpPr>
          <p:cNvPr id="16" name="Text Placeholder 7">
            <a:extLst>
              <a:ext uri="{FF2B5EF4-FFF2-40B4-BE49-F238E27FC236}">
                <a16:creationId xmlns:a16="http://schemas.microsoft.com/office/drawing/2014/main" id="{38B099E2-A64B-29F5-2660-AE71EFCFCF25}"/>
              </a:ext>
            </a:extLst>
          </p:cNvPr>
          <p:cNvSpPr>
            <a:spLocks noGrp="1"/>
          </p:cNvSpPr>
          <p:nvPr>
            <p:ph type="body" sz="quarter" idx="15" hasCustomPrompt="1"/>
          </p:nvPr>
        </p:nvSpPr>
        <p:spPr>
          <a:xfrm>
            <a:off x="647699" y="433201"/>
            <a:ext cx="5107875" cy="362445"/>
          </a:xfrm>
        </p:spPr>
        <p:txBody>
          <a:bodyPr>
            <a:noAutofit/>
          </a:bodyPr>
          <a:lstStyle>
            <a:lvl1pPr marL="0" indent="0">
              <a:buFontTx/>
              <a:buNone/>
              <a:defRPr sz="1100" b="1">
                <a:solidFill>
                  <a:schemeClr val="accent2"/>
                </a:solidFill>
                <a:latin typeface="Segoe UI" panose="020B0502040204020203" pitchFamily="34" charset="0"/>
                <a:cs typeface="Segoe UI" panose="020B0502040204020203" pitchFamily="34" charset="0"/>
              </a:defRPr>
            </a:lvl1pPr>
          </a:lstStyle>
          <a:p>
            <a:pPr lvl="0"/>
            <a:r>
              <a:rPr lang="en-US"/>
              <a:t>Click to add section topic header title (Segoe UI bold, 11pt)</a:t>
            </a:r>
          </a:p>
        </p:txBody>
      </p:sp>
      <p:sp>
        <p:nvSpPr>
          <p:cNvPr id="17" name="Title 1">
            <a:extLst>
              <a:ext uri="{FF2B5EF4-FFF2-40B4-BE49-F238E27FC236}">
                <a16:creationId xmlns:a16="http://schemas.microsoft.com/office/drawing/2014/main" id="{62473DF8-B6E7-FC72-E74B-3AC797A114B3}"/>
              </a:ext>
            </a:extLst>
          </p:cNvPr>
          <p:cNvSpPr>
            <a:spLocks noGrp="1"/>
          </p:cNvSpPr>
          <p:nvPr>
            <p:ph type="title" hasCustomPrompt="1"/>
          </p:nvPr>
        </p:nvSpPr>
        <p:spPr>
          <a:xfrm>
            <a:off x="647699" y="981305"/>
            <a:ext cx="5107875" cy="957602"/>
          </a:xfrm>
        </p:spPr>
        <p:txBody>
          <a:bodyPr>
            <a:noAutofit/>
          </a:bodyPr>
          <a:lstStyle>
            <a:lvl1pPr>
              <a:defRPr sz="2800" b="1">
                <a:solidFill>
                  <a:schemeClr val="tx1"/>
                </a:solidFill>
              </a:defRPr>
            </a:lvl1pPr>
          </a:lstStyle>
          <a:p>
            <a:r>
              <a:rPr lang="en-US"/>
              <a:t>Click to edit title (Segoe UI bold 28pt)</a:t>
            </a:r>
          </a:p>
        </p:txBody>
      </p:sp>
    </p:spTree>
    <p:extLst>
      <p:ext uri="{BB962C8B-B14F-4D97-AF65-F5344CB8AC3E}">
        <p14:creationId xmlns:p14="http://schemas.microsoft.com/office/powerpoint/2010/main" val="4720081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tat Example">
    <p:bg>
      <p:bgPr>
        <a:solidFill>
          <a:schemeClr val="bg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7677B2D-AEC2-FC2E-047F-FC2724DBBA7E}"/>
              </a:ext>
            </a:extLst>
          </p:cNvPr>
          <p:cNvSpPr>
            <a:spLocks noGrp="1"/>
          </p:cNvSpPr>
          <p:nvPr>
            <p:ph type="title" hasCustomPrompt="1"/>
          </p:nvPr>
        </p:nvSpPr>
        <p:spPr>
          <a:xfrm>
            <a:off x="647699" y="981305"/>
            <a:ext cx="5107875" cy="830997"/>
          </a:xfrm>
        </p:spPr>
        <p:txBody>
          <a:bodyPr>
            <a:noAutofit/>
          </a:bodyPr>
          <a:lstStyle>
            <a:lvl1pPr>
              <a:defRPr sz="2800" b="1">
                <a:solidFill>
                  <a:schemeClr val="tx1"/>
                </a:solidFill>
              </a:defRPr>
            </a:lvl1pPr>
          </a:lstStyle>
          <a:p>
            <a:r>
              <a:rPr lang="en-US"/>
              <a:t>3 column metric</a:t>
            </a:r>
          </a:p>
        </p:txBody>
      </p:sp>
      <p:sp>
        <p:nvSpPr>
          <p:cNvPr id="22" name="Text Placeholder 21">
            <a:extLst>
              <a:ext uri="{FF2B5EF4-FFF2-40B4-BE49-F238E27FC236}">
                <a16:creationId xmlns:a16="http://schemas.microsoft.com/office/drawing/2014/main" id="{71BC655C-5F31-0327-292A-2DFAB8308141}"/>
              </a:ext>
            </a:extLst>
          </p:cNvPr>
          <p:cNvSpPr>
            <a:spLocks noGrp="1"/>
          </p:cNvSpPr>
          <p:nvPr>
            <p:ph type="body" sz="quarter" idx="18" hasCustomPrompt="1"/>
          </p:nvPr>
        </p:nvSpPr>
        <p:spPr>
          <a:xfrm>
            <a:off x="647700" y="3340930"/>
            <a:ext cx="3352800" cy="1036637"/>
          </a:xfrm>
        </p:spPr>
        <p:txBody>
          <a:bodyPr>
            <a:noAutofit/>
          </a:bodyPr>
          <a:lstStyle>
            <a:lvl1pPr marL="0" indent="0">
              <a:buFontTx/>
              <a:buNone/>
              <a:defRPr/>
            </a:lvl1pPr>
          </a:lstStyle>
          <a:p>
            <a:pPr algn="l"/>
            <a:r>
              <a:rPr lang="en-US" sz="1400">
                <a:effectLst/>
              </a:rPr>
              <a:t>Add a quick description of each thing, with enough context to understand what’s up.</a:t>
            </a:r>
            <a:endParaRPr lang="en-US" sz="1400" b="0">
              <a:solidFill>
                <a:schemeClr val="tx1"/>
              </a:solidFill>
            </a:endParaRPr>
          </a:p>
        </p:txBody>
      </p:sp>
      <p:sp>
        <p:nvSpPr>
          <p:cNvPr id="23" name="Text Placeholder 21">
            <a:extLst>
              <a:ext uri="{FF2B5EF4-FFF2-40B4-BE49-F238E27FC236}">
                <a16:creationId xmlns:a16="http://schemas.microsoft.com/office/drawing/2014/main" id="{6813C99B-0184-02E7-C692-A71C8C529696}"/>
              </a:ext>
            </a:extLst>
          </p:cNvPr>
          <p:cNvSpPr>
            <a:spLocks noGrp="1"/>
          </p:cNvSpPr>
          <p:nvPr>
            <p:ph type="body" sz="quarter" idx="19" hasCustomPrompt="1"/>
          </p:nvPr>
        </p:nvSpPr>
        <p:spPr>
          <a:xfrm>
            <a:off x="4434391" y="3340930"/>
            <a:ext cx="3352800" cy="1036637"/>
          </a:xfrm>
        </p:spPr>
        <p:txBody>
          <a:bodyPr>
            <a:noAutofit/>
          </a:bodyPr>
          <a:lstStyle>
            <a:lvl1pPr marL="0" indent="0">
              <a:buFontTx/>
              <a:buNone/>
              <a:defRPr/>
            </a:lvl1pPr>
          </a:lstStyle>
          <a:p>
            <a:pPr algn="l"/>
            <a:r>
              <a:rPr lang="en-US" sz="1400">
                <a:effectLst/>
              </a:rPr>
              <a:t>If you’ve got a bunch, add another row, or use multiple copies of this slide. </a:t>
            </a:r>
            <a:endParaRPr lang="en-US" sz="1400" b="0">
              <a:solidFill>
                <a:schemeClr val="tx1"/>
              </a:solidFill>
            </a:endParaRPr>
          </a:p>
        </p:txBody>
      </p:sp>
      <p:sp>
        <p:nvSpPr>
          <p:cNvPr id="24" name="Text Placeholder 21">
            <a:extLst>
              <a:ext uri="{FF2B5EF4-FFF2-40B4-BE49-F238E27FC236}">
                <a16:creationId xmlns:a16="http://schemas.microsoft.com/office/drawing/2014/main" id="{8ECA84FB-B985-7919-748F-B7369BAF791A}"/>
              </a:ext>
            </a:extLst>
          </p:cNvPr>
          <p:cNvSpPr>
            <a:spLocks noGrp="1"/>
          </p:cNvSpPr>
          <p:nvPr>
            <p:ph type="body" sz="quarter" idx="20" hasCustomPrompt="1"/>
          </p:nvPr>
        </p:nvSpPr>
        <p:spPr>
          <a:xfrm>
            <a:off x="8188810" y="3340930"/>
            <a:ext cx="3352800" cy="1036637"/>
          </a:xfrm>
        </p:spPr>
        <p:txBody>
          <a:bodyPr>
            <a:noAutofit/>
          </a:bodyPr>
          <a:lstStyle>
            <a:lvl1pPr marL="0" indent="0">
              <a:buFontTx/>
              <a:buNone/>
              <a:defRPr/>
            </a:lvl1pPr>
          </a:lstStyle>
          <a:p>
            <a:pPr algn="l"/>
            <a:r>
              <a:rPr lang="en-US" sz="1400">
                <a:effectLst/>
              </a:rPr>
              <a:t>Keep them short and sweet, so they’re easy to scan and remember. </a:t>
            </a:r>
            <a:endParaRPr lang="en-US" sz="1400" b="0">
              <a:solidFill>
                <a:schemeClr val="tx1"/>
              </a:solidFill>
            </a:endParaRPr>
          </a:p>
        </p:txBody>
      </p:sp>
      <p:sp>
        <p:nvSpPr>
          <p:cNvPr id="30" name="Text Placeholder 29">
            <a:extLst>
              <a:ext uri="{FF2B5EF4-FFF2-40B4-BE49-F238E27FC236}">
                <a16:creationId xmlns:a16="http://schemas.microsoft.com/office/drawing/2014/main" id="{C441614F-459F-F777-1575-C92803A0B33B}"/>
              </a:ext>
            </a:extLst>
          </p:cNvPr>
          <p:cNvSpPr>
            <a:spLocks noGrp="1"/>
          </p:cNvSpPr>
          <p:nvPr>
            <p:ph type="body" sz="quarter" idx="24" hasCustomPrompt="1"/>
          </p:nvPr>
        </p:nvSpPr>
        <p:spPr>
          <a:xfrm>
            <a:off x="658905" y="2467190"/>
            <a:ext cx="3336443" cy="873740"/>
          </a:xfrm>
        </p:spPr>
        <p:txBody>
          <a:bodyPr>
            <a:noAutofit/>
          </a:bodyPr>
          <a:lstStyle>
            <a:lvl1pPr marL="0" indent="0">
              <a:buFontTx/>
              <a:buNone/>
              <a:defRPr sz="4800" b="1" i="0">
                <a:solidFill>
                  <a:schemeClr val="accent4"/>
                </a:solidFill>
                <a:latin typeface="Segoe UI" panose="020B0502040204020203" pitchFamily="34" charset="0"/>
                <a:cs typeface="Segoe UI" panose="020B0502040204020203" pitchFamily="34" charset="0"/>
              </a:defRPr>
            </a:lvl1pPr>
          </a:lstStyle>
          <a:p>
            <a:pPr lvl="0"/>
            <a:r>
              <a:rPr lang="en-US"/>
              <a:t>00%</a:t>
            </a:r>
          </a:p>
        </p:txBody>
      </p:sp>
      <p:sp>
        <p:nvSpPr>
          <p:cNvPr id="31" name="Text Placeholder 29">
            <a:extLst>
              <a:ext uri="{FF2B5EF4-FFF2-40B4-BE49-F238E27FC236}">
                <a16:creationId xmlns:a16="http://schemas.microsoft.com/office/drawing/2014/main" id="{483AF0DA-A253-F903-A1BF-DDE0E5E8C1D2}"/>
              </a:ext>
            </a:extLst>
          </p:cNvPr>
          <p:cNvSpPr>
            <a:spLocks noGrp="1"/>
          </p:cNvSpPr>
          <p:nvPr>
            <p:ph type="body" sz="quarter" idx="25" hasCustomPrompt="1"/>
          </p:nvPr>
        </p:nvSpPr>
        <p:spPr>
          <a:xfrm>
            <a:off x="4424081" y="2467190"/>
            <a:ext cx="3363110" cy="873740"/>
          </a:xfrm>
        </p:spPr>
        <p:txBody>
          <a:bodyPr>
            <a:noAutofit/>
          </a:bodyPr>
          <a:lstStyle>
            <a:lvl1pPr marL="0" indent="0">
              <a:buFontTx/>
              <a:buNone/>
              <a:defRPr sz="4800" b="1" i="0">
                <a:solidFill>
                  <a:schemeClr val="accent4"/>
                </a:solidFill>
                <a:latin typeface="Segoe UI" panose="020B0502040204020203" pitchFamily="34" charset="0"/>
                <a:cs typeface="Segoe UI" panose="020B0502040204020203" pitchFamily="34" charset="0"/>
              </a:defRPr>
            </a:lvl1pPr>
          </a:lstStyle>
          <a:p>
            <a:pPr lvl="0"/>
            <a:r>
              <a:rPr lang="en-US"/>
              <a:t>00%</a:t>
            </a:r>
          </a:p>
        </p:txBody>
      </p:sp>
      <p:sp>
        <p:nvSpPr>
          <p:cNvPr id="32" name="Text Placeholder 29">
            <a:extLst>
              <a:ext uri="{FF2B5EF4-FFF2-40B4-BE49-F238E27FC236}">
                <a16:creationId xmlns:a16="http://schemas.microsoft.com/office/drawing/2014/main" id="{9B50A70C-A5F5-8D65-D6B3-406094C3A5C7}"/>
              </a:ext>
            </a:extLst>
          </p:cNvPr>
          <p:cNvSpPr>
            <a:spLocks noGrp="1"/>
          </p:cNvSpPr>
          <p:nvPr>
            <p:ph type="body" sz="quarter" idx="26" hasCustomPrompt="1"/>
          </p:nvPr>
        </p:nvSpPr>
        <p:spPr>
          <a:xfrm>
            <a:off x="8189257" y="2467190"/>
            <a:ext cx="3363110" cy="873740"/>
          </a:xfrm>
        </p:spPr>
        <p:txBody>
          <a:bodyPr>
            <a:noAutofit/>
          </a:bodyPr>
          <a:lstStyle>
            <a:lvl1pPr marL="0" indent="0">
              <a:buFontTx/>
              <a:buNone/>
              <a:defRPr sz="4800" b="1" i="0">
                <a:solidFill>
                  <a:schemeClr val="accent4"/>
                </a:solidFill>
                <a:latin typeface="Segoe UI" panose="020B0502040204020203" pitchFamily="34" charset="0"/>
                <a:cs typeface="Segoe UI" panose="020B0502040204020203" pitchFamily="34" charset="0"/>
              </a:defRPr>
            </a:lvl1pPr>
          </a:lstStyle>
          <a:p>
            <a:pPr lvl="0"/>
            <a:r>
              <a:rPr lang="en-US"/>
              <a:t>00%</a:t>
            </a:r>
          </a:p>
        </p:txBody>
      </p:sp>
      <p:sp>
        <p:nvSpPr>
          <p:cNvPr id="34" name="Text Placeholder 33">
            <a:extLst>
              <a:ext uri="{FF2B5EF4-FFF2-40B4-BE49-F238E27FC236}">
                <a16:creationId xmlns:a16="http://schemas.microsoft.com/office/drawing/2014/main" id="{0C054A15-9B4C-2080-B7DD-8CBE62646DBE}"/>
              </a:ext>
            </a:extLst>
          </p:cNvPr>
          <p:cNvSpPr>
            <a:spLocks noGrp="1"/>
          </p:cNvSpPr>
          <p:nvPr>
            <p:ph type="body" sz="quarter" idx="27" hasCustomPrompt="1"/>
          </p:nvPr>
        </p:nvSpPr>
        <p:spPr>
          <a:xfrm>
            <a:off x="647700" y="1935833"/>
            <a:ext cx="3348038" cy="342446"/>
          </a:xfrm>
        </p:spPr>
        <p:txBody>
          <a:bodyPr>
            <a:noAutofit/>
          </a:bodyPr>
          <a:lstStyle>
            <a:lvl1pPr marL="0" indent="0">
              <a:buFontTx/>
              <a:buNone/>
              <a:defRPr b="1" i="0">
                <a:latin typeface="Segoe UI" panose="020B0502040204020203" pitchFamily="34" charset="0"/>
                <a:cs typeface="Segoe UI" panose="020B0502040204020203" pitchFamily="34" charset="0"/>
              </a:defRPr>
            </a:lvl1pPr>
          </a:lstStyle>
          <a:p>
            <a:pPr lvl="0"/>
            <a:r>
              <a:rPr lang="en-US"/>
              <a:t>Stat Header</a:t>
            </a:r>
          </a:p>
        </p:txBody>
      </p:sp>
      <p:sp>
        <p:nvSpPr>
          <p:cNvPr id="35" name="Text Placeholder 33">
            <a:extLst>
              <a:ext uri="{FF2B5EF4-FFF2-40B4-BE49-F238E27FC236}">
                <a16:creationId xmlns:a16="http://schemas.microsoft.com/office/drawing/2014/main" id="{CE4950EE-00C5-DF3C-A604-0C94E02CB3B2}"/>
              </a:ext>
            </a:extLst>
          </p:cNvPr>
          <p:cNvSpPr>
            <a:spLocks noGrp="1"/>
          </p:cNvSpPr>
          <p:nvPr>
            <p:ph type="body" sz="quarter" idx="28" hasCustomPrompt="1"/>
          </p:nvPr>
        </p:nvSpPr>
        <p:spPr>
          <a:xfrm>
            <a:off x="4445149" y="1935833"/>
            <a:ext cx="3348038" cy="342446"/>
          </a:xfrm>
        </p:spPr>
        <p:txBody>
          <a:bodyPr>
            <a:noAutofit/>
          </a:bodyPr>
          <a:lstStyle>
            <a:lvl1pPr marL="0" indent="0">
              <a:buFontTx/>
              <a:buNone/>
              <a:defRPr b="1" i="0">
                <a:latin typeface="Segoe UI" panose="020B0502040204020203" pitchFamily="34" charset="0"/>
                <a:cs typeface="Segoe UI" panose="020B0502040204020203" pitchFamily="34" charset="0"/>
              </a:defRPr>
            </a:lvl1pPr>
          </a:lstStyle>
          <a:p>
            <a:pPr lvl="0"/>
            <a:r>
              <a:rPr lang="en-US"/>
              <a:t>Stat Header</a:t>
            </a:r>
          </a:p>
        </p:txBody>
      </p:sp>
      <p:sp>
        <p:nvSpPr>
          <p:cNvPr id="36" name="Text Placeholder 33">
            <a:extLst>
              <a:ext uri="{FF2B5EF4-FFF2-40B4-BE49-F238E27FC236}">
                <a16:creationId xmlns:a16="http://schemas.microsoft.com/office/drawing/2014/main" id="{9FA8618A-6B96-9213-D472-07FD42739650}"/>
              </a:ext>
            </a:extLst>
          </p:cNvPr>
          <p:cNvSpPr>
            <a:spLocks noGrp="1"/>
          </p:cNvSpPr>
          <p:nvPr>
            <p:ph type="body" sz="quarter" idx="29" hasCustomPrompt="1"/>
          </p:nvPr>
        </p:nvSpPr>
        <p:spPr>
          <a:xfrm>
            <a:off x="8188810" y="1935833"/>
            <a:ext cx="3348038" cy="342446"/>
          </a:xfrm>
        </p:spPr>
        <p:txBody>
          <a:bodyPr>
            <a:noAutofit/>
          </a:bodyPr>
          <a:lstStyle>
            <a:lvl1pPr marL="0" indent="0">
              <a:buFontTx/>
              <a:buNone/>
              <a:defRPr b="1" i="0">
                <a:latin typeface="Segoe UI" panose="020B0502040204020203" pitchFamily="34" charset="0"/>
                <a:cs typeface="Segoe UI" panose="020B0502040204020203" pitchFamily="34" charset="0"/>
              </a:defRPr>
            </a:lvl1pPr>
          </a:lstStyle>
          <a:p>
            <a:pPr lvl="0"/>
            <a:r>
              <a:rPr lang="en-US"/>
              <a:t>Stat Header</a:t>
            </a:r>
          </a:p>
        </p:txBody>
      </p:sp>
      <p:sp>
        <p:nvSpPr>
          <p:cNvPr id="4" name="Slide Number Placeholder 3">
            <a:extLst>
              <a:ext uri="{FF2B5EF4-FFF2-40B4-BE49-F238E27FC236}">
                <a16:creationId xmlns:a16="http://schemas.microsoft.com/office/drawing/2014/main" id="{6EEEEE79-F845-72EB-C437-3F87CAC6C355}"/>
              </a:ext>
            </a:extLst>
          </p:cNvPr>
          <p:cNvSpPr>
            <a:spLocks noGrp="1"/>
          </p:cNvSpPr>
          <p:nvPr>
            <p:ph type="sldNum" sz="quarter" idx="30"/>
          </p:nvPr>
        </p:nvSpPr>
        <p:spPr/>
        <p:txBody>
          <a:bodyPr/>
          <a:lstStyle/>
          <a:p>
            <a:fld id="{F71C0B42-4AEE-41DE-B077-4156AA01E9D4}" type="slidenum">
              <a:rPr lang="en-US" smtClean="0"/>
              <a:pPr/>
              <a:t>‹#›</a:t>
            </a:fld>
            <a:endParaRPr lang="en-US"/>
          </a:p>
        </p:txBody>
      </p:sp>
    </p:spTree>
    <p:extLst>
      <p:ext uri="{BB962C8B-B14F-4D97-AF65-F5344CB8AC3E}">
        <p14:creationId xmlns:p14="http://schemas.microsoft.com/office/powerpoint/2010/main" val="153925932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1_Stat Example">
    <p:bg>
      <p:bgPr>
        <a:solidFill>
          <a:schemeClr val="tx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7677B2D-AEC2-FC2E-047F-FC2724DBBA7E}"/>
              </a:ext>
            </a:extLst>
          </p:cNvPr>
          <p:cNvSpPr>
            <a:spLocks noGrp="1"/>
          </p:cNvSpPr>
          <p:nvPr>
            <p:ph type="title" hasCustomPrompt="1"/>
          </p:nvPr>
        </p:nvSpPr>
        <p:spPr>
          <a:xfrm>
            <a:off x="647700" y="609600"/>
            <a:ext cx="3341244" cy="1074520"/>
          </a:xfrm>
        </p:spPr>
        <p:txBody>
          <a:bodyPr>
            <a:noAutofit/>
          </a:bodyPr>
          <a:lstStyle>
            <a:lvl1pPr>
              <a:defRPr sz="2800" b="1">
                <a:solidFill>
                  <a:schemeClr val="bg1"/>
                </a:solidFill>
              </a:defRPr>
            </a:lvl1pPr>
          </a:lstStyle>
          <a:p>
            <a:r>
              <a:rPr lang="en-US"/>
              <a:t>Click to Add Timeline Title</a:t>
            </a:r>
          </a:p>
        </p:txBody>
      </p:sp>
      <p:sp>
        <p:nvSpPr>
          <p:cNvPr id="19" name="TextBox 18">
            <a:extLst>
              <a:ext uri="{FF2B5EF4-FFF2-40B4-BE49-F238E27FC236}">
                <a16:creationId xmlns:a16="http://schemas.microsoft.com/office/drawing/2014/main" id="{BFD346EE-2C0C-F7F3-809D-184B25581692}"/>
              </a:ext>
            </a:extLst>
          </p:cNvPr>
          <p:cNvSpPr txBox="1"/>
          <p:nvPr userDrawn="1"/>
        </p:nvSpPr>
        <p:spPr>
          <a:xfrm>
            <a:off x="8188368" y="3294305"/>
            <a:ext cx="3352800" cy="584775"/>
          </a:xfrm>
          <a:prstGeom prst="rect">
            <a:avLst/>
          </a:prstGeom>
          <a:noFill/>
        </p:spPr>
        <p:txBody>
          <a:bodyPr wrap="square" lIns="0" rIns="0" rtlCol="0">
            <a:spAutoFit/>
          </a:bodyPr>
          <a:lstStyle/>
          <a:p>
            <a:pPr algn="l"/>
            <a:r>
              <a:rPr lang="en-US" sz="1600">
                <a:effectLst/>
              </a:rPr>
              <a:t>Keep them short and sweet, so they’re easy to scan and remember. </a:t>
            </a:r>
            <a:endParaRPr lang="en-US" sz="1600" b="0">
              <a:solidFill>
                <a:schemeClr val="tx1"/>
              </a:solidFill>
            </a:endParaRPr>
          </a:p>
        </p:txBody>
      </p:sp>
      <p:pic>
        <p:nvPicPr>
          <p:cNvPr id="9" name="Picture 8" descr="A black and white logo&#10;&#10;Description automatically generated">
            <a:extLst>
              <a:ext uri="{FF2B5EF4-FFF2-40B4-BE49-F238E27FC236}">
                <a16:creationId xmlns:a16="http://schemas.microsoft.com/office/drawing/2014/main" id="{2AA3D130-E4B9-951B-699B-D2E75A29C97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59" r="-1"/>
          <a:stretch/>
        </p:blipFill>
        <p:spPr>
          <a:xfrm>
            <a:off x="559069" y="6322203"/>
            <a:ext cx="1077219" cy="430204"/>
          </a:xfrm>
          <a:prstGeom prst="rect">
            <a:avLst/>
          </a:prstGeom>
        </p:spPr>
      </p:pic>
      <p:sp>
        <p:nvSpPr>
          <p:cNvPr id="39" name="Text Placeholder 38">
            <a:extLst>
              <a:ext uri="{FF2B5EF4-FFF2-40B4-BE49-F238E27FC236}">
                <a16:creationId xmlns:a16="http://schemas.microsoft.com/office/drawing/2014/main" id="{34A4A26C-83C0-243C-E73B-1591A7CE54BE}"/>
              </a:ext>
            </a:extLst>
          </p:cNvPr>
          <p:cNvSpPr>
            <a:spLocks noGrp="1"/>
          </p:cNvSpPr>
          <p:nvPr>
            <p:ph type="body" sz="quarter" idx="13" hasCustomPrompt="1"/>
          </p:nvPr>
        </p:nvSpPr>
        <p:spPr>
          <a:xfrm>
            <a:off x="676277" y="4128572"/>
            <a:ext cx="3352801" cy="827391"/>
          </a:xfrm>
        </p:spPr>
        <p:txBody>
          <a:bodyPr>
            <a:noAutofit/>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algn="l"/>
            <a:r>
              <a:rPr lang="en-US" sz="1400">
                <a:solidFill>
                  <a:schemeClr val="bg1"/>
                </a:solidFill>
                <a:effectLst/>
              </a:rPr>
              <a:t>Click to add body copy. This slide is for mapping out important dates, checkpoints, or other sequential bits. </a:t>
            </a:r>
            <a:endParaRPr lang="en-US" sz="1400" b="0">
              <a:solidFill>
                <a:schemeClr val="bg1"/>
              </a:solidFill>
              <a:effectLst/>
            </a:endParaRPr>
          </a:p>
        </p:txBody>
      </p:sp>
      <p:sp>
        <p:nvSpPr>
          <p:cNvPr id="41" name="Text Placeholder 40">
            <a:extLst>
              <a:ext uri="{FF2B5EF4-FFF2-40B4-BE49-F238E27FC236}">
                <a16:creationId xmlns:a16="http://schemas.microsoft.com/office/drawing/2014/main" id="{97778F79-ED74-EC42-7393-71CAB3779046}"/>
              </a:ext>
            </a:extLst>
          </p:cNvPr>
          <p:cNvSpPr>
            <a:spLocks noGrp="1"/>
          </p:cNvSpPr>
          <p:nvPr>
            <p:ph type="body" sz="quarter" idx="14" hasCustomPrompt="1"/>
          </p:nvPr>
        </p:nvSpPr>
        <p:spPr>
          <a:xfrm>
            <a:off x="676277" y="3591998"/>
            <a:ext cx="3352801" cy="454025"/>
          </a:xfrm>
        </p:spPr>
        <p:txBody>
          <a:bodyPr>
            <a:noAutofit/>
          </a:bodyPr>
          <a:lstStyle>
            <a:lvl1pPr marL="0" indent="0">
              <a:buFontTx/>
              <a:buNone/>
              <a:defRPr sz="1600" b="1" i="0">
                <a:solidFill>
                  <a:schemeClr val="accent3"/>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add timeline date/title</a:t>
            </a:r>
          </a:p>
        </p:txBody>
      </p:sp>
      <p:sp>
        <p:nvSpPr>
          <p:cNvPr id="44" name="Text Placeholder 38">
            <a:extLst>
              <a:ext uri="{FF2B5EF4-FFF2-40B4-BE49-F238E27FC236}">
                <a16:creationId xmlns:a16="http://schemas.microsoft.com/office/drawing/2014/main" id="{F3FB0F11-5407-5E22-84E6-AEF9B9C67C5A}"/>
              </a:ext>
            </a:extLst>
          </p:cNvPr>
          <p:cNvSpPr>
            <a:spLocks noGrp="1"/>
          </p:cNvSpPr>
          <p:nvPr>
            <p:ph type="body" sz="quarter" idx="15" hasCustomPrompt="1"/>
          </p:nvPr>
        </p:nvSpPr>
        <p:spPr>
          <a:xfrm>
            <a:off x="4419600" y="1171664"/>
            <a:ext cx="3341244" cy="870458"/>
          </a:xfrm>
        </p:spPr>
        <p:txBody>
          <a:bodyPr>
            <a:noAutofit/>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algn="l"/>
            <a:r>
              <a:rPr lang="en-US" sz="1400">
                <a:solidFill>
                  <a:schemeClr val="bg1"/>
                </a:solidFill>
                <a:effectLst/>
              </a:rPr>
              <a:t>Click to add body </a:t>
            </a:r>
            <a:r>
              <a:rPr lang="en-US" sz="1400" err="1">
                <a:solidFill>
                  <a:schemeClr val="bg1"/>
                </a:solidFill>
                <a:effectLst/>
              </a:rPr>
              <a:t>copy.Use</a:t>
            </a:r>
            <a:r>
              <a:rPr lang="en-US" sz="1400">
                <a:solidFill>
                  <a:schemeClr val="bg1"/>
                </a:solidFill>
                <a:effectLst/>
              </a:rPr>
              <a:t> this paragraph space to say a bit more about each one—specific goals, definitions, etc.</a:t>
            </a:r>
            <a:endParaRPr lang="en-US" sz="1400" b="0">
              <a:solidFill>
                <a:schemeClr val="bg1"/>
              </a:solidFill>
            </a:endParaRPr>
          </a:p>
        </p:txBody>
      </p:sp>
      <p:sp>
        <p:nvSpPr>
          <p:cNvPr id="45" name="Text Placeholder 40">
            <a:extLst>
              <a:ext uri="{FF2B5EF4-FFF2-40B4-BE49-F238E27FC236}">
                <a16:creationId xmlns:a16="http://schemas.microsoft.com/office/drawing/2014/main" id="{F0C1EE97-F1CD-6B87-4DBA-CFC8F783A0FF}"/>
              </a:ext>
            </a:extLst>
          </p:cNvPr>
          <p:cNvSpPr>
            <a:spLocks noGrp="1"/>
          </p:cNvSpPr>
          <p:nvPr>
            <p:ph type="body" sz="quarter" idx="16" hasCustomPrompt="1"/>
          </p:nvPr>
        </p:nvSpPr>
        <p:spPr>
          <a:xfrm>
            <a:off x="4419600" y="635089"/>
            <a:ext cx="3341244" cy="454025"/>
          </a:xfrm>
        </p:spPr>
        <p:txBody>
          <a:bodyPr>
            <a:noAutofit/>
          </a:bodyPr>
          <a:lstStyle>
            <a:lvl1pPr marL="0" indent="0">
              <a:buFontTx/>
              <a:buNone/>
              <a:defRPr sz="1600" b="1" i="0">
                <a:solidFill>
                  <a:schemeClr val="accent3"/>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add timeline date/title</a:t>
            </a:r>
          </a:p>
        </p:txBody>
      </p:sp>
      <p:sp>
        <p:nvSpPr>
          <p:cNvPr id="46" name="Text Placeholder 38">
            <a:extLst>
              <a:ext uri="{FF2B5EF4-FFF2-40B4-BE49-F238E27FC236}">
                <a16:creationId xmlns:a16="http://schemas.microsoft.com/office/drawing/2014/main" id="{062B51C6-C33C-809C-F45F-92C5A403BA08}"/>
              </a:ext>
            </a:extLst>
          </p:cNvPr>
          <p:cNvSpPr>
            <a:spLocks noGrp="1"/>
          </p:cNvSpPr>
          <p:nvPr>
            <p:ph type="body" sz="quarter" idx="17" hasCustomPrompt="1"/>
          </p:nvPr>
        </p:nvSpPr>
        <p:spPr>
          <a:xfrm>
            <a:off x="6096000" y="4128573"/>
            <a:ext cx="3517570" cy="1087799"/>
          </a:xfrm>
        </p:spPr>
        <p:txBody>
          <a:bodyPr>
            <a:noAutofit/>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algn="l"/>
            <a:r>
              <a:rPr lang="en-US" sz="1400">
                <a:solidFill>
                  <a:schemeClr val="bg1"/>
                </a:solidFill>
                <a:effectLst/>
              </a:rPr>
              <a:t>Click to add body copy.  you need to squeeze in more than five milestones, you can duplicate and move around these text blocks as needed.</a:t>
            </a:r>
            <a:endParaRPr lang="en-US" sz="1400" b="0">
              <a:solidFill>
                <a:schemeClr val="bg1"/>
              </a:solidFill>
            </a:endParaRPr>
          </a:p>
        </p:txBody>
      </p:sp>
      <p:sp>
        <p:nvSpPr>
          <p:cNvPr id="47" name="Text Placeholder 40">
            <a:extLst>
              <a:ext uri="{FF2B5EF4-FFF2-40B4-BE49-F238E27FC236}">
                <a16:creationId xmlns:a16="http://schemas.microsoft.com/office/drawing/2014/main" id="{3300DF1E-B65E-8379-0396-044AF2EFAB87}"/>
              </a:ext>
            </a:extLst>
          </p:cNvPr>
          <p:cNvSpPr>
            <a:spLocks noGrp="1"/>
          </p:cNvSpPr>
          <p:nvPr>
            <p:ph type="body" sz="quarter" idx="18" hasCustomPrompt="1"/>
          </p:nvPr>
        </p:nvSpPr>
        <p:spPr>
          <a:xfrm>
            <a:off x="6096000" y="3591997"/>
            <a:ext cx="3517570" cy="454025"/>
          </a:xfrm>
        </p:spPr>
        <p:txBody>
          <a:bodyPr>
            <a:noAutofit/>
          </a:bodyPr>
          <a:lstStyle>
            <a:lvl1pPr marL="0" indent="0">
              <a:buFontTx/>
              <a:buNone/>
              <a:defRPr sz="1600" b="1" i="0">
                <a:solidFill>
                  <a:schemeClr val="accent3"/>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add timeline date/title</a:t>
            </a:r>
          </a:p>
        </p:txBody>
      </p:sp>
      <p:sp>
        <p:nvSpPr>
          <p:cNvPr id="48" name="Text Placeholder 38">
            <a:extLst>
              <a:ext uri="{FF2B5EF4-FFF2-40B4-BE49-F238E27FC236}">
                <a16:creationId xmlns:a16="http://schemas.microsoft.com/office/drawing/2014/main" id="{5BAC02E1-91C8-1B5F-46A8-2ABB8BB99861}"/>
              </a:ext>
            </a:extLst>
          </p:cNvPr>
          <p:cNvSpPr>
            <a:spLocks noGrp="1"/>
          </p:cNvSpPr>
          <p:nvPr>
            <p:ph type="body" sz="quarter" idx="19" hasCustomPrompt="1"/>
          </p:nvPr>
        </p:nvSpPr>
        <p:spPr>
          <a:xfrm>
            <a:off x="8191500" y="1117500"/>
            <a:ext cx="3349668" cy="809725"/>
          </a:xfrm>
        </p:spPr>
        <p:txBody>
          <a:bodyPr>
            <a:noAutofit/>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algn="l"/>
            <a:r>
              <a:rPr lang="en-US" sz="1400">
                <a:solidFill>
                  <a:schemeClr val="bg1"/>
                </a:solidFill>
                <a:effectLst/>
              </a:rPr>
              <a:t>Click to add a body copy. If you only have a few milestones, just chop what you don’t need. </a:t>
            </a:r>
            <a:endParaRPr lang="en-US" sz="1400" b="0">
              <a:solidFill>
                <a:schemeClr val="bg1"/>
              </a:solidFill>
            </a:endParaRPr>
          </a:p>
        </p:txBody>
      </p:sp>
      <p:sp>
        <p:nvSpPr>
          <p:cNvPr id="49" name="Text Placeholder 40">
            <a:extLst>
              <a:ext uri="{FF2B5EF4-FFF2-40B4-BE49-F238E27FC236}">
                <a16:creationId xmlns:a16="http://schemas.microsoft.com/office/drawing/2014/main" id="{602460B3-9EAE-531A-39CD-0A10D37D8F4D}"/>
              </a:ext>
            </a:extLst>
          </p:cNvPr>
          <p:cNvSpPr>
            <a:spLocks noGrp="1"/>
          </p:cNvSpPr>
          <p:nvPr>
            <p:ph type="body" sz="quarter" idx="20" hasCustomPrompt="1"/>
          </p:nvPr>
        </p:nvSpPr>
        <p:spPr>
          <a:xfrm>
            <a:off x="8191500" y="580926"/>
            <a:ext cx="3349668" cy="342293"/>
          </a:xfrm>
        </p:spPr>
        <p:txBody>
          <a:bodyPr>
            <a:noAutofit/>
          </a:bodyPr>
          <a:lstStyle>
            <a:lvl1pPr marL="0" indent="0">
              <a:buFontTx/>
              <a:buNone/>
              <a:defRPr sz="1600" b="1" i="0">
                <a:solidFill>
                  <a:schemeClr val="accent3"/>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add timeline/date</a:t>
            </a:r>
          </a:p>
        </p:txBody>
      </p:sp>
      <p:graphicFrame>
        <p:nvGraphicFramePr>
          <p:cNvPr id="4" name="Table 3">
            <a:extLst>
              <a:ext uri="{FF2B5EF4-FFF2-40B4-BE49-F238E27FC236}">
                <a16:creationId xmlns:a16="http://schemas.microsoft.com/office/drawing/2014/main" id="{F0070314-B1D3-BEAD-999E-07D8A1CF95C5}"/>
              </a:ext>
            </a:extLst>
          </p:cNvPr>
          <p:cNvGraphicFramePr>
            <a:graphicFrameLocks noGrp="1"/>
          </p:cNvGraphicFramePr>
          <p:nvPr userDrawn="1">
            <p:extLst>
              <p:ext uri="{D42A27DB-BD31-4B8C-83A1-F6EECF244321}">
                <p14:modId xmlns:p14="http://schemas.microsoft.com/office/powerpoint/2010/main" val="3392497340"/>
              </p:ext>
            </p:extLst>
          </p:nvPr>
        </p:nvGraphicFramePr>
        <p:xfrm>
          <a:off x="1667827" y="6488470"/>
          <a:ext cx="1932173" cy="255359"/>
        </p:xfrm>
        <a:graphic>
          <a:graphicData uri="http://schemas.openxmlformats.org/drawingml/2006/table">
            <a:tbl>
              <a:tblPr firstRow="1" bandRow="1">
                <a:tableStyleId>{5C22544A-7EE6-4342-B048-85BDC9FD1C3A}</a:tableStyleId>
              </a:tblPr>
              <a:tblGrid>
                <a:gridCol w="1932173">
                  <a:extLst>
                    <a:ext uri="{9D8B030D-6E8A-4147-A177-3AD203B41FA5}">
                      <a16:colId xmlns:a16="http://schemas.microsoft.com/office/drawing/2014/main" val="1979303119"/>
                    </a:ext>
                  </a:extLst>
                </a:gridCol>
              </a:tblGrid>
              <a:tr h="2553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50" b="0">
                          <a:solidFill>
                            <a:schemeClr val="bg1"/>
                          </a:solidFill>
                        </a:rPr>
                        <a:t>© EMS LINQ, LLC. All rights reserved. </a:t>
                      </a:r>
                    </a:p>
                  </a:txBody>
                  <a:tcPr>
                    <a:lnL w="12700" cmpd="sng">
                      <a:noFill/>
                    </a:lnL>
                    <a:lnR w="12700" cmpd="sng">
                      <a:noFill/>
                    </a:lnR>
                    <a:lnT w="12700" cmpd="sng">
                      <a:noFill/>
                    </a:lnT>
                    <a:lnB w="38100" cmpd="sng">
                      <a:noFill/>
                    </a:lnB>
                    <a:noFill/>
                  </a:tcPr>
                </a:tc>
                <a:extLst>
                  <a:ext uri="{0D108BD9-81ED-4DB2-BD59-A6C34878D82A}">
                    <a16:rowId xmlns:a16="http://schemas.microsoft.com/office/drawing/2014/main" val="1911493861"/>
                  </a:ext>
                </a:extLst>
              </a:tr>
            </a:tbl>
          </a:graphicData>
        </a:graphic>
      </p:graphicFrame>
      <p:sp>
        <p:nvSpPr>
          <p:cNvPr id="5" name="Slide Number Placeholder 4">
            <a:extLst>
              <a:ext uri="{FF2B5EF4-FFF2-40B4-BE49-F238E27FC236}">
                <a16:creationId xmlns:a16="http://schemas.microsoft.com/office/drawing/2014/main" id="{A5E4DA70-FED1-40B9-BBBC-92EDE3726989}"/>
              </a:ext>
            </a:extLst>
          </p:cNvPr>
          <p:cNvSpPr>
            <a:spLocks noGrp="1"/>
          </p:cNvSpPr>
          <p:nvPr>
            <p:ph type="sldNum" sz="quarter" idx="21"/>
          </p:nvPr>
        </p:nvSpPr>
        <p:spPr/>
        <p:txBody>
          <a:bodyPr/>
          <a:lstStyle>
            <a:lvl1pPr>
              <a:defRPr>
                <a:solidFill>
                  <a:schemeClr val="bg1"/>
                </a:solidFill>
              </a:defRPr>
            </a:lvl1pPr>
          </a:lstStyle>
          <a:p>
            <a:fld id="{F71C0B42-4AEE-41DE-B077-4156AA01E9D4}" type="slidenum">
              <a:rPr lang="en-US" smtClean="0"/>
              <a:pPr/>
              <a:t>‹#›</a:t>
            </a:fld>
            <a:endParaRPr lang="en-US"/>
          </a:p>
        </p:txBody>
      </p:sp>
      <p:sp>
        <p:nvSpPr>
          <p:cNvPr id="7" name="Text Placeholder 6">
            <a:extLst>
              <a:ext uri="{FF2B5EF4-FFF2-40B4-BE49-F238E27FC236}">
                <a16:creationId xmlns:a16="http://schemas.microsoft.com/office/drawing/2014/main" id="{A3D3809E-BD04-4F28-AFAE-0F3199B80AB5}"/>
              </a:ext>
            </a:extLst>
          </p:cNvPr>
          <p:cNvSpPr>
            <a:spLocks noGrp="1"/>
          </p:cNvSpPr>
          <p:nvPr>
            <p:ph type="body" sz="quarter" idx="22" hasCustomPrompt="1"/>
          </p:nvPr>
        </p:nvSpPr>
        <p:spPr>
          <a:xfrm>
            <a:off x="675728" y="5074705"/>
            <a:ext cx="3452812" cy="1135595"/>
          </a:xfrm>
        </p:spPr>
        <p:txBody>
          <a:bodyPr/>
          <a:lstStyle>
            <a:lvl1pPr marL="194310" indent="-194310">
              <a:buFont typeface="Arial" panose="020B0604020202020204" pitchFamily="34" charset="0"/>
              <a:buChar cha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Point 1</a:t>
            </a:r>
          </a:p>
          <a:p>
            <a:pPr lvl="0"/>
            <a:r>
              <a:rPr lang="en-US"/>
              <a:t>Point 2</a:t>
            </a:r>
          </a:p>
          <a:p>
            <a:pPr lvl="0"/>
            <a:r>
              <a:rPr lang="en-US"/>
              <a:t>Point 3</a:t>
            </a:r>
          </a:p>
        </p:txBody>
      </p:sp>
      <p:sp>
        <p:nvSpPr>
          <p:cNvPr id="8" name="Text Placeholder 6">
            <a:extLst>
              <a:ext uri="{FF2B5EF4-FFF2-40B4-BE49-F238E27FC236}">
                <a16:creationId xmlns:a16="http://schemas.microsoft.com/office/drawing/2014/main" id="{59D22213-8C76-CFAC-9451-85928BCEFEDE}"/>
              </a:ext>
            </a:extLst>
          </p:cNvPr>
          <p:cNvSpPr>
            <a:spLocks noGrp="1"/>
          </p:cNvSpPr>
          <p:nvPr>
            <p:ph type="body" sz="quarter" idx="23" hasCustomPrompt="1"/>
          </p:nvPr>
        </p:nvSpPr>
        <p:spPr>
          <a:xfrm>
            <a:off x="4419600" y="2039593"/>
            <a:ext cx="3352800" cy="1135595"/>
          </a:xfrm>
        </p:spPr>
        <p:txBody>
          <a:bodyPr/>
          <a:lstStyle>
            <a:lvl1pPr marL="194310" indent="-194310">
              <a:buFont typeface="Arial" panose="020B0604020202020204" pitchFamily="34" charset="0"/>
              <a:buChar cha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Point 1</a:t>
            </a:r>
          </a:p>
          <a:p>
            <a:pPr lvl="0"/>
            <a:r>
              <a:rPr lang="en-US"/>
              <a:t>Point 2</a:t>
            </a:r>
          </a:p>
          <a:p>
            <a:pPr lvl="0"/>
            <a:r>
              <a:rPr lang="en-US"/>
              <a:t>Point 3</a:t>
            </a:r>
          </a:p>
        </p:txBody>
      </p:sp>
      <p:sp>
        <p:nvSpPr>
          <p:cNvPr id="10" name="Text Placeholder 6">
            <a:extLst>
              <a:ext uri="{FF2B5EF4-FFF2-40B4-BE49-F238E27FC236}">
                <a16:creationId xmlns:a16="http://schemas.microsoft.com/office/drawing/2014/main" id="{7B5AF779-51CB-E004-84B0-9A6D9EECCCCD}"/>
              </a:ext>
            </a:extLst>
          </p:cNvPr>
          <p:cNvSpPr>
            <a:spLocks noGrp="1"/>
          </p:cNvSpPr>
          <p:nvPr>
            <p:ph type="body" sz="quarter" idx="24" hasCustomPrompt="1"/>
          </p:nvPr>
        </p:nvSpPr>
        <p:spPr>
          <a:xfrm>
            <a:off x="8210061" y="2039593"/>
            <a:ext cx="3352800" cy="1135595"/>
          </a:xfrm>
        </p:spPr>
        <p:txBody>
          <a:bodyPr/>
          <a:lstStyle>
            <a:lvl1pPr marL="194310" indent="-194310">
              <a:buFont typeface="Arial" panose="020B0604020202020204" pitchFamily="34" charset="0"/>
              <a:buChar cha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Point 1</a:t>
            </a:r>
          </a:p>
          <a:p>
            <a:pPr lvl="0"/>
            <a:r>
              <a:rPr lang="en-US"/>
              <a:t>Point 2</a:t>
            </a:r>
          </a:p>
          <a:p>
            <a:pPr lvl="0"/>
            <a:r>
              <a:rPr lang="en-US"/>
              <a:t>Point 3</a:t>
            </a:r>
          </a:p>
        </p:txBody>
      </p:sp>
      <p:sp>
        <p:nvSpPr>
          <p:cNvPr id="11" name="Text Placeholder 6">
            <a:extLst>
              <a:ext uri="{FF2B5EF4-FFF2-40B4-BE49-F238E27FC236}">
                <a16:creationId xmlns:a16="http://schemas.microsoft.com/office/drawing/2014/main" id="{F8E6AABA-087F-B583-7D69-437C1E69F393}"/>
              </a:ext>
            </a:extLst>
          </p:cNvPr>
          <p:cNvSpPr>
            <a:spLocks noGrp="1"/>
          </p:cNvSpPr>
          <p:nvPr>
            <p:ph type="body" sz="quarter" idx="25" hasCustomPrompt="1"/>
          </p:nvPr>
        </p:nvSpPr>
        <p:spPr>
          <a:xfrm>
            <a:off x="6096000" y="5246160"/>
            <a:ext cx="3517570" cy="1135595"/>
          </a:xfrm>
        </p:spPr>
        <p:txBody>
          <a:bodyPr/>
          <a:lstStyle>
            <a:lvl1pPr marL="194310" indent="-194310">
              <a:buFont typeface="Arial" panose="020B0604020202020204" pitchFamily="34" charset="0"/>
              <a:buChar cha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Point 1</a:t>
            </a:r>
          </a:p>
          <a:p>
            <a:pPr lvl="0"/>
            <a:r>
              <a:rPr lang="en-US"/>
              <a:t>Point 2</a:t>
            </a:r>
          </a:p>
          <a:p>
            <a:pPr lvl="0"/>
            <a:r>
              <a:rPr lang="en-US"/>
              <a:t>Point 3</a:t>
            </a:r>
          </a:p>
        </p:txBody>
      </p:sp>
      <p:sp>
        <p:nvSpPr>
          <p:cNvPr id="14" name="Text Placeholder 13">
            <a:extLst>
              <a:ext uri="{FF2B5EF4-FFF2-40B4-BE49-F238E27FC236}">
                <a16:creationId xmlns:a16="http://schemas.microsoft.com/office/drawing/2014/main" id="{4461802D-014B-F214-FF59-E6A7799DEFAC}"/>
              </a:ext>
            </a:extLst>
          </p:cNvPr>
          <p:cNvSpPr>
            <a:spLocks noGrp="1"/>
          </p:cNvSpPr>
          <p:nvPr>
            <p:ph type="body" sz="quarter" idx="26" hasCustomPrompt="1"/>
          </p:nvPr>
        </p:nvSpPr>
        <p:spPr>
          <a:xfrm>
            <a:off x="647700" y="1684338"/>
            <a:ext cx="3352800" cy="1073150"/>
          </a:xfrm>
        </p:spPr>
        <p:txBody>
          <a:bodyPr/>
          <a:lstStyle>
            <a:lvl1pPr marL="0" indent="0">
              <a:buFontTx/>
              <a:buNone/>
              <a:defRPr sz="1800" b="0" i="0">
                <a:solidFill>
                  <a:schemeClr val="bg1"/>
                </a:solidFill>
                <a:latin typeface="Segoe UI" panose="020B0502040204020203" pitchFamily="34" charset="0"/>
                <a:cs typeface="Segoe UI" panose="020B0502040204020203" pitchFamily="34" charset="0"/>
              </a:defRPr>
            </a:lvl1pPr>
            <a:lvl2pPr marL="0" indent="0">
              <a:buFontTx/>
              <a:buNone/>
              <a:defRPr sz="1600">
                <a:solidFill>
                  <a:schemeClr val="bg1"/>
                </a:solidFill>
              </a:defRPr>
            </a:lvl2pPr>
            <a:lvl3pPr marL="914400" indent="0">
              <a:buFontTx/>
              <a:buNone/>
              <a:defRPr sz="1600">
                <a:solidFill>
                  <a:schemeClr val="bg1"/>
                </a:solidFill>
              </a:defRPr>
            </a:lvl3pPr>
            <a:lvl4pPr marL="1371600" indent="0">
              <a:buFontTx/>
              <a:buNone/>
              <a:defRPr sz="1600">
                <a:solidFill>
                  <a:schemeClr val="bg1"/>
                </a:solidFill>
              </a:defRPr>
            </a:lvl4pPr>
            <a:lvl5pPr marL="1828800" indent="0">
              <a:buFontTx/>
              <a:buNone/>
              <a:defRPr sz="1600">
                <a:solidFill>
                  <a:schemeClr val="bg1"/>
                </a:solidFill>
              </a:defRPr>
            </a:lvl5pPr>
          </a:lstStyle>
          <a:p>
            <a:pPr lvl="0"/>
            <a:r>
              <a:rPr lang="en-US"/>
              <a:t>Click to add introduction text here. Segoe UI 18pt.</a:t>
            </a:r>
          </a:p>
        </p:txBody>
      </p:sp>
    </p:spTree>
    <p:extLst>
      <p:ext uri="{BB962C8B-B14F-4D97-AF65-F5344CB8AC3E}">
        <p14:creationId xmlns:p14="http://schemas.microsoft.com/office/powerpoint/2010/main" val="57012156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ase Study Slide">
    <p:bg>
      <p:bgPr>
        <a:solidFill>
          <a:schemeClr val="bg1"/>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05E56E41-2CC3-BD52-2543-1ECCC9F28F5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13689" y="261257"/>
            <a:ext cx="5561170" cy="6453242"/>
          </a:xfrm>
          <a:prstGeom prst="rect">
            <a:avLst/>
          </a:prstGeom>
        </p:spPr>
      </p:pic>
      <p:sp>
        <p:nvSpPr>
          <p:cNvPr id="9" name="Text Placeholder 8">
            <a:extLst>
              <a:ext uri="{FF2B5EF4-FFF2-40B4-BE49-F238E27FC236}">
                <a16:creationId xmlns:a16="http://schemas.microsoft.com/office/drawing/2014/main" id="{784F0D64-5F5D-42E6-42CA-E0F39C445398}"/>
              </a:ext>
            </a:extLst>
          </p:cNvPr>
          <p:cNvSpPr>
            <a:spLocks noGrp="1"/>
          </p:cNvSpPr>
          <p:nvPr>
            <p:ph type="body" sz="quarter" idx="10" hasCustomPrompt="1"/>
          </p:nvPr>
        </p:nvSpPr>
        <p:spPr>
          <a:xfrm>
            <a:off x="7467233" y="1927226"/>
            <a:ext cx="3693226" cy="1244238"/>
          </a:xfrm>
        </p:spPr>
        <p:txBody>
          <a:bodyPr rIns="0" anchor="t" anchorCtr="0">
            <a:noAutofit/>
          </a:bodyPr>
          <a:lstStyle>
            <a:lvl1pPr marL="0" indent="0">
              <a:buFontTx/>
              <a:buNone/>
              <a:defRPr sz="2000" b="1" i="0">
                <a:solidFill>
                  <a:schemeClr val="tx1"/>
                </a:solidFill>
                <a:latin typeface="Segoe UI Semibold" panose="020B0502040204020203" pitchFamily="34" charset="0"/>
                <a:cs typeface="Segoe UI Semibold" panose="020B0502040204020203" pitchFamily="34" charset="0"/>
              </a:defRPr>
            </a:lvl1pPr>
            <a:lvl2pPr marL="457200" indent="0">
              <a:buFontTx/>
              <a:buNone/>
              <a:defRPr sz="2000">
                <a:solidFill>
                  <a:schemeClr val="tx1"/>
                </a:solidFill>
                <a:latin typeface="Garamond" panose="02020404030301010803" pitchFamily="18" charset="0"/>
              </a:defRPr>
            </a:lvl2pPr>
            <a:lvl3pPr marL="914400" indent="0">
              <a:buFontTx/>
              <a:buNone/>
              <a:defRPr sz="2000">
                <a:solidFill>
                  <a:schemeClr val="tx1"/>
                </a:solidFill>
                <a:latin typeface="Garamond" panose="02020404030301010803" pitchFamily="18" charset="0"/>
              </a:defRPr>
            </a:lvl3pPr>
            <a:lvl4pPr marL="1371600" indent="0">
              <a:buFontTx/>
              <a:buNone/>
              <a:defRPr sz="2000">
                <a:solidFill>
                  <a:schemeClr val="tx1"/>
                </a:solidFill>
                <a:latin typeface="Garamond" panose="02020404030301010803" pitchFamily="18" charset="0"/>
              </a:defRPr>
            </a:lvl4pPr>
            <a:lvl5pPr marL="1828800" indent="0">
              <a:buFontTx/>
              <a:buNone/>
              <a:defRPr sz="2000">
                <a:solidFill>
                  <a:schemeClr val="tx1"/>
                </a:solidFill>
                <a:latin typeface="Garamond" panose="02020404030301010803" pitchFamily="18" charset="0"/>
              </a:defRPr>
            </a:lvl5pPr>
          </a:lstStyle>
          <a:p>
            <a:pPr lvl="0"/>
            <a:r>
              <a:rPr lang="en-US"/>
              <a:t>“Click to edit quote. Click to edit quote. Click to edit quote. Click to edit quote.</a:t>
            </a:r>
            <a:r>
              <a:rPr lang="en-US" baseline="30000"/>
              <a:t>”</a:t>
            </a:r>
          </a:p>
        </p:txBody>
      </p:sp>
      <p:sp>
        <p:nvSpPr>
          <p:cNvPr id="6" name="Text Placeholder 5">
            <a:extLst>
              <a:ext uri="{FF2B5EF4-FFF2-40B4-BE49-F238E27FC236}">
                <a16:creationId xmlns:a16="http://schemas.microsoft.com/office/drawing/2014/main" id="{0E8271AB-FD78-147D-EBD0-F3F74EBE1131}"/>
              </a:ext>
            </a:extLst>
          </p:cNvPr>
          <p:cNvSpPr>
            <a:spLocks noGrp="1"/>
          </p:cNvSpPr>
          <p:nvPr>
            <p:ph type="body" sz="quarter" idx="12" hasCustomPrompt="1"/>
          </p:nvPr>
        </p:nvSpPr>
        <p:spPr>
          <a:xfrm>
            <a:off x="7467234" y="3552365"/>
            <a:ext cx="3693226" cy="312905"/>
          </a:xfrm>
        </p:spPr>
        <p:txBody>
          <a:bodyPr>
            <a:noAutofit/>
          </a:bodyPr>
          <a:lstStyle>
            <a:lvl1pPr marL="0" indent="0">
              <a:lnSpc>
                <a:spcPct val="100000"/>
              </a:lnSpc>
              <a:buFontTx/>
              <a:buNone/>
              <a:defRPr sz="1400" b="1">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Name</a:t>
            </a:r>
          </a:p>
        </p:txBody>
      </p:sp>
      <p:sp>
        <p:nvSpPr>
          <p:cNvPr id="7" name="Text Placeholder 5">
            <a:extLst>
              <a:ext uri="{FF2B5EF4-FFF2-40B4-BE49-F238E27FC236}">
                <a16:creationId xmlns:a16="http://schemas.microsoft.com/office/drawing/2014/main" id="{971BCE3B-6E85-9FFE-7606-DD99E9DCC387}"/>
              </a:ext>
            </a:extLst>
          </p:cNvPr>
          <p:cNvSpPr>
            <a:spLocks noGrp="1"/>
          </p:cNvSpPr>
          <p:nvPr>
            <p:ph type="body" sz="quarter" idx="13" hasCustomPrompt="1"/>
          </p:nvPr>
        </p:nvSpPr>
        <p:spPr>
          <a:xfrm>
            <a:off x="7467234" y="3883231"/>
            <a:ext cx="3693226" cy="387585"/>
          </a:xfrm>
        </p:spPr>
        <p:txBody>
          <a:bodyPr>
            <a:noAutofit/>
          </a:bodyPr>
          <a:lstStyle>
            <a:lvl1pPr marL="0" indent="0">
              <a:lnSpc>
                <a:spcPct val="100000"/>
              </a:lnSpc>
              <a:buFontTx/>
              <a:buNone/>
              <a:defRPr sz="1200" b="0">
                <a:solidFill>
                  <a:schemeClr val="tx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Title</a:t>
            </a:r>
          </a:p>
        </p:txBody>
      </p:sp>
      <p:sp>
        <p:nvSpPr>
          <p:cNvPr id="13" name="Slide Number Placeholder 7">
            <a:extLst>
              <a:ext uri="{FF2B5EF4-FFF2-40B4-BE49-F238E27FC236}">
                <a16:creationId xmlns:a16="http://schemas.microsoft.com/office/drawing/2014/main" id="{B3F39D8B-3B99-4E3E-0FD6-F4EDA24CB633}"/>
              </a:ext>
            </a:extLst>
          </p:cNvPr>
          <p:cNvSpPr>
            <a:spLocks noGrp="1"/>
          </p:cNvSpPr>
          <p:nvPr>
            <p:ph type="sldNum" sz="quarter" idx="4"/>
          </p:nvPr>
        </p:nvSpPr>
        <p:spPr>
          <a:xfrm>
            <a:off x="11253127" y="6488472"/>
            <a:ext cx="329273" cy="226028"/>
          </a:xfrm>
          <a:prstGeom prst="rect">
            <a:avLst/>
          </a:prstGeom>
        </p:spPr>
        <p:txBody>
          <a:bodyPr lIns="0" rIns="0"/>
          <a:lstStyle>
            <a:lvl1pPr algn="r">
              <a:defRPr sz="800">
                <a:latin typeface="Segoe UI" panose="020B0502040204020203" pitchFamily="34" charset="0"/>
                <a:cs typeface="Segoe UI" panose="020B0502040204020203" pitchFamily="34" charset="0"/>
              </a:defRPr>
            </a:lvl1pPr>
          </a:lstStyle>
          <a:p>
            <a:fld id="{F71C0B42-4AEE-41DE-B077-4156AA01E9D4}" type="slidenum">
              <a:rPr lang="en-US" smtClean="0"/>
              <a:pPr/>
              <a:t>‹#›</a:t>
            </a:fld>
            <a:endParaRPr lang="en-US"/>
          </a:p>
        </p:txBody>
      </p:sp>
      <p:sp>
        <p:nvSpPr>
          <p:cNvPr id="14" name="Content Placeholder 2">
            <a:extLst>
              <a:ext uri="{FF2B5EF4-FFF2-40B4-BE49-F238E27FC236}">
                <a16:creationId xmlns:a16="http://schemas.microsoft.com/office/drawing/2014/main" id="{8E06F748-9ED1-D5AE-CFAF-2B88111EAD22}"/>
              </a:ext>
            </a:extLst>
          </p:cNvPr>
          <p:cNvSpPr>
            <a:spLocks noGrp="1"/>
          </p:cNvSpPr>
          <p:nvPr>
            <p:ph idx="1" hasCustomPrompt="1"/>
          </p:nvPr>
        </p:nvSpPr>
        <p:spPr>
          <a:xfrm>
            <a:off x="647700" y="2395667"/>
            <a:ext cx="5448299" cy="3814633"/>
          </a:xfrm>
        </p:spPr>
        <p:txBody>
          <a:bodyPr>
            <a:noAutofit/>
          </a:bodyPr>
          <a:lstStyle>
            <a:lvl1pPr marL="0" indent="0">
              <a:buFontTx/>
              <a:buNone/>
              <a:defRPr sz="1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 (Segoe UI, 14pt)</a:t>
            </a:r>
          </a:p>
          <a:p>
            <a:pPr lvl="1"/>
            <a:r>
              <a:rPr lang="en-US"/>
              <a:t>Second level</a:t>
            </a:r>
          </a:p>
          <a:p>
            <a:pPr lvl="2"/>
            <a:r>
              <a:rPr lang="en-US"/>
              <a:t>Third level</a:t>
            </a:r>
          </a:p>
          <a:p>
            <a:pPr lvl="3"/>
            <a:r>
              <a:rPr lang="en-US"/>
              <a:t>Fourth level</a:t>
            </a:r>
          </a:p>
          <a:p>
            <a:pPr lvl="4"/>
            <a:r>
              <a:rPr lang="en-US"/>
              <a:t>Fifth level</a:t>
            </a:r>
          </a:p>
        </p:txBody>
      </p:sp>
      <p:sp>
        <p:nvSpPr>
          <p:cNvPr id="15" name="Text Placeholder 13">
            <a:extLst>
              <a:ext uri="{FF2B5EF4-FFF2-40B4-BE49-F238E27FC236}">
                <a16:creationId xmlns:a16="http://schemas.microsoft.com/office/drawing/2014/main" id="{0073BB35-2105-4321-5C11-E77A83AC1BF6}"/>
              </a:ext>
            </a:extLst>
          </p:cNvPr>
          <p:cNvSpPr>
            <a:spLocks noGrp="1"/>
          </p:cNvSpPr>
          <p:nvPr>
            <p:ph type="body" sz="quarter" idx="14" hasCustomPrompt="1"/>
          </p:nvPr>
        </p:nvSpPr>
        <p:spPr>
          <a:xfrm>
            <a:off x="647700" y="1927225"/>
            <a:ext cx="5448299" cy="468442"/>
          </a:xfrm>
        </p:spPr>
        <p:txBody>
          <a:bodyPr>
            <a:noAutofit/>
          </a:bodyPr>
          <a:lstStyle>
            <a:lvl1pPr marL="0" indent="0">
              <a:buFontTx/>
              <a:buNone/>
              <a:defRPr sz="1800" b="1" i="0">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subhead text (Segoe UI bold, 18pt)</a:t>
            </a:r>
          </a:p>
        </p:txBody>
      </p:sp>
      <p:sp>
        <p:nvSpPr>
          <p:cNvPr id="16" name="Text Placeholder 7">
            <a:extLst>
              <a:ext uri="{FF2B5EF4-FFF2-40B4-BE49-F238E27FC236}">
                <a16:creationId xmlns:a16="http://schemas.microsoft.com/office/drawing/2014/main" id="{38B099E2-A64B-29F5-2660-AE71EFCFCF25}"/>
              </a:ext>
            </a:extLst>
          </p:cNvPr>
          <p:cNvSpPr>
            <a:spLocks noGrp="1"/>
          </p:cNvSpPr>
          <p:nvPr>
            <p:ph type="body" sz="quarter" idx="15" hasCustomPrompt="1"/>
          </p:nvPr>
        </p:nvSpPr>
        <p:spPr>
          <a:xfrm>
            <a:off x="647699" y="433201"/>
            <a:ext cx="3352801" cy="362445"/>
          </a:xfrm>
        </p:spPr>
        <p:txBody>
          <a:bodyPr>
            <a:noAutofit/>
          </a:bodyPr>
          <a:lstStyle>
            <a:lvl1pPr marL="0" indent="0">
              <a:buFontTx/>
              <a:buNone/>
              <a:defRPr sz="1100" b="1">
                <a:solidFill>
                  <a:schemeClr val="accent2"/>
                </a:solidFill>
                <a:latin typeface="Segoe UI" panose="020B0502040204020203" pitchFamily="34" charset="0"/>
                <a:cs typeface="Segoe UI" panose="020B0502040204020203" pitchFamily="34" charset="0"/>
              </a:defRPr>
            </a:lvl1pPr>
          </a:lstStyle>
          <a:p>
            <a:pPr lvl="0"/>
            <a:r>
              <a:rPr lang="en-US"/>
              <a:t>Case Study: Name of Customer</a:t>
            </a:r>
          </a:p>
        </p:txBody>
      </p:sp>
      <p:sp>
        <p:nvSpPr>
          <p:cNvPr id="3" name="Picture Placeholder 2">
            <a:extLst>
              <a:ext uri="{FF2B5EF4-FFF2-40B4-BE49-F238E27FC236}">
                <a16:creationId xmlns:a16="http://schemas.microsoft.com/office/drawing/2014/main" id="{02B3F9BB-5832-87C3-0609-08DDDFEFA749}"/>
              </a:ext>
            </a:extLst>
          </p:cNvPr>
          <p:cNvSpPr>
            <a:spLocks noGrp="1"/>
          </p:cNvSpPr>
          <p:nvPr>
            <p:ph type="pic" sz="quarter" idx="16" hasCustomPrompt="1"/>
          </p:nvPr>
        </p:nvSpPr>
        <p:spPr>
          <a:xfrm>
            <a:off x="647700" y="896938"/>
            <a:ext cx="3352800" cy="895634"/>
          </a:xfrm>
        </p:spPr>
        <p:txBody>
          <a:bodyPr anchor="ctr" anchorCtr="0">
            <a:noAutofit/>
          </a:bodyPr>
          <a:lstStyle>
            <a:lvl1pPr marL="0" indent="0" algn="ctr">
              <a:buFontTx/>
              <a:buNone/>
              <a:defRPr/>
            </a:lvl1pPr>
          </a:lstStyle>
          <a:p>
            <a:r>
              <a:rPr lang="en-US"/>
              <a:t>Add logo here</a:t>
            </a:r>
          </a:p>
        </p:txBody>
      </p:sp>
    </p:spTree>
    <p:extLst>
      <p:ext uri="{BB962C8B-B14F-4D97-AF65-F5344CB8AC3E}">
        <p14:creationId xmlns:p14="http://schemas.microsoft.com/office/powerpoint/2010/main" val="241805321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ase Study- RS">
    <p:bg>
      <p:bgPr>
        <a:solidFill>
          <a:schemeClr val="bg1"/>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05E56E41-2CC3-BD52-2543-1ECCC9F28F5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935353" y="0"/>
            <a:ext cx="4424765" cy="5139700"/>
          </a:xfrm>
          <a:prstGeom prst="rect">
            <a:avLst/>
          </a:prstGeom>
        </p:spPr>
      </p:pic>
      <p:pic>
        <p:nvPicPr>
          <p:cNvPr id="18" name="Graphic 17">
            <a:extLst>
              <a:ext uri="{FF2B5EF4-FFF2-40B4-BE49-F238E27FC236}">
                <a16:creationId xmlns:a16="http://schemas.microsoft.com/office/drawing/2014/main" id="{E5F50D35-0193-F105-AC13-CB10EAAD2AE8}"/>
              </a:ext>
            </a:extLst>
          </p:cNvPr>
          <p:cNvPicPr>
            <a:picLocks noChangeAspect="1"/>
          </p:cNvPicPr>
          <p:nvPr userDrawn="1"/>
        </p:nvPicPr>
        <p:blipFill>
          <a:blip>
            <a:extLst>
              <a:ext uri="{96DAC541-7B7A-43D3-8B79-37D633B846F1}">
                <asvg:svgBlip xmlns:asvg="http://schemas.microsoft.com/office/drawing/2016/SVG/main" r:embed="rId3"/>
              </a:ext>
            </a:extLst>
          </a:blip>
          <a:srcRect r="21679"/>
          <a:stretch/>
        </p:blipFill>
        <p:spPr>
          <a:xfrm>
            <a:off x="8686996" y="2628297"/>
            <a:ext cx="3505004" cy="4054346"/>
          </a:xfrm>
          <a:prstGeom prst="rect">
            <a:avLst/>
          </a:prstGeom>
        </p:spPr>
      </p:pic>
      <p:sp>
        <p:nvSpPr>
          <p:cNvPr id="9" name="Text Placeholder 8">
            <a:extLst>
              <a:ext uri="{FF2B5EF4-FFF2-40B4-BE49-F238E27FC236}">
                <a16:creationId xmlns:a16="http://schemas.microsoft.com/office/drawing/2014/main" id="{784F0D64-5F5D-42E6-42CA-E0F39C445398}"/>
              </a:ext>
            </a:extLst>
          </p:cNvPr>
          <p:cNvSpPr>
            <a:spLocks noGrp="1"/>
          </p:cNvSpPr>
          <p:nvPr>
            <p:ph type="body" sz="quarter" idx="10" hasCustomPrompt="1"/>
          </p:nvPr>
        </p:nvSpPr>
        <p:spPr>
          <a:xfrm>
            <a:off x="8686996" y="725523"/>
            <a:ext cx="2925583" cy="1406630"/>
          </a:xfrm>
        </p:spPr>
        <p:txBody>
          <a:bodyPr rIns="0" anchor="t" anchorCtr="0">
            <a:noAutofit/>
          </a:bodyPr>
          <a:lstStyle>
            <a:lvl1pPr marL="0" indent="0">
              <a:buFontTx/>
              <a:buNone/>
              <a:defRPr sz="1800" b="1" i="0">
                <a:solidFill>
                  <a:schemeClr val="tx1"/>
                </a:solidFill>
                <a:latin typeface="Segoe UI Semibold" panose="020B0502040204020203" pitchFamily="34" charset="0"/>
                <a:cs typeface="Segoe UI Semibold" panose="020B0502040204020203" pitchFamily="34" charset="0"/>
              </a:defRPr>
            </a:lvl1pPr>
            <a:lvl2pPr marL="457200" indent="0">
              <a:buFontTx/>
              <a:buNone/>
              <a:defRPr sz="2000">
                <a:solidFill>
                  <a:schemeClr val="tx1"/>
                </a:solidFill>
                <a:latin typeface="Garamond" panose="02020404030301010803" pitchFamily="18" charset="0"/>
              </a:defRPr>
            </a:lvl2pPr>
            <a:lvl3pPr marL="914400" indent="0">
              <a:buFontTx/>
              <a:buNone/>
              <a:defRPr sz="2000">
                <a:solidFill>
                  <a:schemeClr val="tx1"/>
                </a:solidFill>
                <a:latin typeface="Garamond" panose="02020404030301010803" pitchFamily="18" charset="0"/>
              </a:defRPr>
            </a:lvl3pPr>
            <a:lvl4pPr marL="1371600" indent="0">
              <a:buFontTx/>
              <a:buNone/>
              <a:defRPr sz="2000">
                <a:solidFill>
                  <a:schemeClr val="tx1"/>
                </a:solidFill>
                <a:latin typeface="Garamond" panose="02020404030301010803" pitchFamily="18" charset="0"/>
              </a:defRPr>
            </a:lvl4pPr>
            <a:lvl5pPr marL="1828800" indent="0">
              <a:buFontTx/>
              <a:buNone/>
              <a:defRPr sz="2000">
                <a:solidFill>
                  <a:schemeClr val="tx1"/>
                </a:solidFill>
                <a:latin typeface="Garamond" panose="02020404030301010803" pitchFamily="18" charset="0"/>
              </a:defRPr>
            </a:lvl5pPr>
          </a:lstStyle>
          <a:p>
            <a:pPr lvl="0"/>
            <a:r>
              <a:rPr lang="en-US"/>
              <a:t>“Click to edit quote. Click to edit quote. Click to edit quote. Click to edit quote.</a:t>
            </a:r>
            <a:r>
              <a:rPr lang="en-US" baseline="30000"/>
              <a:t>”</a:t>
            </a:r>
          </a:p>
        </p:txBody>
      </p:sp>
      <p:sp>
        <p:nvSpPr>
          <p:cNvPr id="6" name="Text Placeholder 5">
            <a:extLst>
              <a:ext uri="{FF2B5EF4-FFF2-40B4-BE49-F238E27FC236}">
                <a16:creationId xmlns:a16="http://schemas.microsoft.com/office/drawing/2014/main" id="{0E8271AB-FD78-147D-EBD0-F3F74EBE1131}"/>
              </a:ext>
            </a:extLst>
          </p:cNvPr>
          <p:cNvSpPr>
            <a:spLocks noGrp="1"/>
          </p:cNvSpPr>
          <p:nvPr>
            <p:ph type="body" sz="quarter" idx="12" hasCustomPrompt="1"/>
          </p:nvPr>
        </p:nvSpPr>
        <p:spPr>
          <a:xfrm>
            <a:off x="8686996" y="2223833"/>
            <a:ext cx="2925583" cy="312905"/>
          </a:xfrm>
        </p:spPr>
        <p:txBody>
          <a:bodyPr>
            <a:noAutofit/>
          </a:bodyPr>
          <a:lstStyle>
            <a:lvl1pPr marL="0" indent="0">
              <a:lnSpc>
                <a:spcPct val="100000"/>
              </a:lnSpc>
              <a:buFontTx/>
              <a:buNone/>
              <a:defRPr sz="1400" b="1">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Name</a:t>
            </a:r>
          </a:p>
        </p:txBody>
      </p:sp>
      <p:sp>
        <p:nvSpPr>
          <p:cNvPr id="7" name="Text Placeholder 5">
            <a:extLst>
              <a:ext uri="{FF2B5EF4-FFF2-40B4-BE49-F238E27FC236}">
                <a16:creationId xmlns:a16="http://schemas.microsoft.com/office/drawing/2014/main" id="{971BCE3B-6E85-9FFE-7606-DD99E9DCC387}"/>
              </a:ext>
            </a:extLst>
          </p:cNvPr>
          <p:cNvSpPr>
            <a:spLocks noGrp="1"/>
          </p:cNvSpPr>
          <p:nvPr>
            <p:ph type="body" sz="quarter" idx="13" hasCustomPrompt="1"/>
          </p:nvPr>
        </p:nvSpPr>
        <p:spPr>
          <a:xfrm>
            <a:off x="8686996" y="2554699"/>
            <a:ext cx="2925583" cy="238201"/>
          </a:xfrm>
        </p:spPr>
        <p:txBody>
          <a:bodyPr>
            <a:noAutofit/>
          </a:bodyPr>
          <a:lstStyle>
            <a:lvl1pPr marL="0" indent="0">
              <a:lnSpc>
                <a:spcPct val="100000"/>
              </a:lnSpc>
              <a:buFontTx/>
              <a:buNone/>
              <a:defRPr sz="1200" b="0">
                <a:solidFill>
                  <a:schemeClr val="tx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Title</a:t>
            </a:r>
          </a:p>
        </p:txBody>
      </p:sp>
      <p:sp>
        <p:nvSpPr>
          <p:cNvPr id="13" name="Slide Number Placeholder 7">
            <a:extLst>
              <a:ext uri="{FF2B5EF4-FFF2-40B4-BE49-F238E27FC236}">
                <a16:creationId xmlns:a16="http://schemas.microsoft.com/office/drawing/2014/main" id="{B3F39D8B-3B99-4E3E-0FD6-F4EDA24CB633}"/>
              </a:ext>
            </a:extLst>
          </p:cNvPr>
          <p:cNvSpPr>
            <a:spLocks noGrp="1"/>
          </p:cNvSpPr>
          <p:nvPr>
            <p:ph type="sldNum" sz="quarter" idx="4"/>
          </p:nvPr>
        </p:nvSpPr>
        <p:spPr>
          <a:xfrm>
            <a:off x="11253127" y="6488472"/>
            <a:ext cx="329273" cy="226028"/>
          </a:xfrm>
          <a:prstGeom prst="rect">
            <a:avLst/>
          </a:prstGeom>
        </p:spPr>
        <p:txBody>
          <a:bodyPr lIns="0" rIns="0"/>
          <a:lstStyle>
            <a:lvl1pPr algn="r">
              <a:defRPr sz="800">
                <a:latin typeface="Segoe UI" panose="020B0502040204020203" pitchFamily="34" charset="0"/>
                <a:cs typeface="Segoe UI" panose="020B0502040204020203" pitchFamily="34" charset="0"/>
              </a:defRPr>
            </a:lvl1pPr>
          </a:lstStyle>
          <a:p>
            <a:fld id="{F71C0B42-4AEE-41DE-B077-4156AA01E9D4}" type="slidenum">
              <a:rPr lang="en-US" smtClean="0"/>
              <a:pPr/>
              <a:t>‹#›</a:t>
            </a:fld>
            <a:endParaRPr lang="en-US"/>
          </a:p>
        </p:txBody>
      </p:sp>
      <p:sp>
        <p:nvSpPr>
          <p:cNvPr id="14" name="Content Placeholder 2">
            <a:extLst>
              <a:ext uri="{FF2B5EF4-FFF2-40B4-BE49-F238E27FC236}">
                <a16:creationId xmlns:a16="http://schemas.microsoft.com/office/drawing/2014/main" id="{8E06F748-9ED1-D5AE-CFAF-2B88111EAD22}"/>
              </a:ext>
            </a:extLst>
          </p:cNvPr>
          <p:cNvSpPr>
            <a:spLocks noGrp="1"/>
          </p:cNvSpPr>
          <p:nvPr>
            <p:ph idx="1" hasCustomPrompt="1"/>
          </p:nvPr>
        </p:nvSpPr>
        <p:spPr>
          <a:xfrm>
            <a:off x="647700" y="1874058"/>
            <a:ext cx="7557185" cy="963049"/>
          </a:xfrm>
        </p:spPr>
        <p:txBody>
          <a:bodyPr>
            <a:noAutofit/>
          </a:bodyPr>
          <a:lstStyle>
            <a:lvl1pPr marL="194310" indent="-194310">
              <a:buFont typeface="Arial" panose="020B0604020202020204" pitchFamily="34" charset="0"/>
              <a:buChar char="•"/>
              <a:defRPr sz="1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bullet point challenge 1</a:t>
            </a:r>
          </a:p>
          <a:p>
            <a:pPr lvl="0"/>
            <a:r>
              <a:rPr lang="en-US"/>
              <a:t>Click to add bullet point challenge 2</a:t>
            </a:r>
          </a:p>
          <a:p>
            <a:pPr lvl="0"/>
            <a:r>
              <a:rPr lang="en-US"/>
              <a:t>Click to add bullet point challenge 3</a:t>
            </a:r>
          </a:p>
        </p:txBody>
      </p:sp>
      <p:sp>
        <p:nvSpPr>
          <p:cNvPr id="15" name="Text Placeholder 13">
            <a:extLst>
              <a:ext uri="{FF2B5EF4-FFF2-40B4-BE49-F238E27FC236}">
                <a16:creationId xmlns:a16="http://schemas.microsoft.com/office/drawing/2014/main" id="{0073BB35-2105-4321-5C11-E77A83AC1BF6}"/>
              </a:ext>
            </a:extLst>
          </p:cNvPr>
          <p:cNvSpPr>
            <a:spLocks noGrp="1"/>
          </p:cNvSpPr>
          <p:nvPr>
            <p:ph type="body" sz="quarter" idx="14" hasCustomPrompt="1"/>
          </p:nvPr>
        </p:nvSpPr>
        <p:spPr>
          <a:xfrm>
            <a:off x="647700" y="1506110"/>
            <a:ext cx="7557181" cy="358775"/>
          </a:xfrm>
        </p:spPr>
        <p:txBody>
          <a:bodyPr>
            <a:noAutofit/>
          </a:bodyPr>
          <a:lstStyle>
            <a:lvl1pPr marL="0" indent="0">
              <a:buFontTx/>
              <a:buNone/>
              <a:defRPr sz="1800" b="1" i="0">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add Challenge Subhead</a:t>
            </a:r>
          </a:p>
        </p:txBody>
      </p:sp>
      <p:sp>
        <p:nvSpPr>
          <p:cNvPr id="16" name="Text Placeholder 7">
            <a:extLst>
              <a:ext uri="{FF2B5EF4-FFF2-40B4-BE49-F238E27FC236}">
                <a16:creationId xmlns:a16="http://schemas.microsoft.com/office/drawing/2014/main" id="{38B099E2-A64B-29F5-2660-AE71EFCFCF25}"/>
              </a:ext>
            </a:extLst>
          </p:cNvPr>
          <p:cNvSpPr>
            <a:spLocks noGrp="1"/>
          </p:cNvSpPr>
          <p:nvPr>
            <p:ph type="body" sz="quarter" idx="15" hasCustomPrompt="1"/>
          </p:nvPr>
        </p:nvSpPr>
        <p:spPr>
          <a:xfrm>
            <a:off x="647699" y="433201"/>
            <a:ext cx="3352800" cy="888605"/>
          </a:xfrm>
        </p:spPr>
        <p:txBody>
          <a:bodyPr>
            <a:noAutofit/>
          </a:bodyPr>
          <a:lstStyle>
            <a:lvl1pPr marL="0" marR="0" indent="0" algn="l" defTabSz="914400" rtl="0" eaLnBrk="1" fontAlgn="auto" latinLnBrk="0" hangingPunct="1">
              <a:lnSpc>
                <a:spcPct val="110000"/>
              </a:lnSpc>
              <a:spcBef>
                <a:spcPts val="0"/>
              </a:spcBef>
              <a:spcAft>
                <a:spcPts val="600"/>
              </a:spcAft>
              <a:buClr>
                <a:srgbClr val="1BAAC1"/>
              </a:buClr>
              <a:buSzPct val="90000"/>
              <a:buFontTx/>
              <a:buNone/>
              <a:tabLst/>
              <a:defRPr sz="1100" b="1">
                <a:solidFill>
                  <a:schemeClr val="accent2"/>
                </a:solidFill>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10000"/>
              </a:lnSpc>
              <a:spcBef>
                <a:spcPts val="0"/>
              </a:spcBef>
              <a:spcAft>
                <a:spcPts val="600"/>
              </a:spcAft>
              <a:buClr>
                <a:srgbClr val="1BAAC1"/>
              </a:buClr>
              <a:buSzPct val="90000"/>
              <a:buFontTx/>
              <a:buNone/>
              <a:tabLst/>
              <a:defRPr/>
            </a:pPr>
            <a:r>
              <a:rPr lang="en-US"/>
              <a:t>Click to add Case Study:</a:t>
            </a:r>
            <a:br>
              <a:rPr lang="en-US"/>
            </a:br>
            <a:r>
              <a:rPr lang="en-US"/>
              <a:t>&lt;Insert Name of Customer here&gt;</a:t>
            </a:r>
          </a:p>
          <a:p>
            <a:pPr lvl="0"/>
            <a:endParaRPr lang="en-US"/>
          </a:p>
        </p:txBody>
      </p:sp>
      <p:sp>
        <p:nvSpPr>
          <p:cNvPr id="3" name="Picture Placeholder 2">
            <a:extLst>
              <a:ext uri="{FF2B5EF4-FFF2-40B4-BE49-F238E27FC236}">
                <a16:creationId xmlns:a16="http://schemas.microsoft.com/office/drawing/2014/main" id="{02B3F9BB-5832-87C3-0609-08DDDFEFA749}"/>
              </a:ext>
            </a:extLst>
          </p:cNvPr>
          <p:cNvSpPr>
            <a:spLocks noGrp="1"/>
          </p:cNvSpPr>
          <p:nvPr>
            <p:ph type="pic" sz="quarter" idx="16" hasCustomPrompt="1"/>
          </p:nvPr>
        </p:nvSpPr>
        <p:spPr>
          <a:xfrm>
            <a:off x="4167451" y="426172"/>
            <a:ext cx="3654376" cy="895634"/>
          </a:xfrm>
        </p:spPr>
        <p:txBody>
          <a:bodyPr anchor="ctr" anchorCtr="0">
            <a:noAutofit/>
          </a:bodyPr>
          <a:lstStyle>
            <a:lvl1pPr marL="0" indent="0" algn="ctr">
              <a:buFontTx/>
              <a:buNone/>
              <a:defRPr/>
            </a:lvl1pPr>
          </a:lstStyle>
          <a:p>
            <a:r>
              <a:rPr lang="en-US"/>
              <a:t>Add logo here</a:t>
            </a:r>
          </a:p>
        </p:txBody>
      </p:sp>
      <p:sp>
        <p:nvSpPr>
          <p:cNvPr id="8" name="Text Placeholder 7">
            <a:extLst>
              <a:ext uri="{FF2B5EF4-FFF2-40B4-BE49-F238E27FC236}">
                <a16:creationId xmlns:a16="http://schemas.microsoft.com/office/drawing/2014/main" id="{52635F2B-8A8D-1A38-A484-73A8F7A7FC57}"/>
              </a:ext>
            </a:extLst>
          </p:cNvPr>
          <p:cNvSpPr>
            <a:spLocks noGrp="1"/>
          </p:cNvSpPr>
          <p:nvPr>
            <p:ph type="body" sz="quarter" idx="17" hasCustomPrompt="1"/>
          </p:nvPr>
        </p:nvSpPr>
        <p:spPr>
          <a:xfrm>
            <a:off x="9635005" y="3633604"/>
            <a:ext cx="2556995" cy="387585"/>
          </a:xfrm>
        </p:spPr>
        <p:txBody>
          <a:bodyPr/>
          <a:lstStyle>
            <a:lvl1pPr marL="0" indent="0">
              <a:buFontTx/>
              <a:buNone/>
              <a:defRPr b="1"/>
            </a:lvl1pPr>
          </a:lstStyle>
          <a:p>
            <a:pPr lvl="0"/>
            <a:r>
              <a:rPr lang="en-US"/>
              <a:t>Click to add at a glance</a:t>
            </a:r>
          </a:p>
        </p:txBody>
      </p:sp>
      <p:sp>
        <p:nvSpPr>
          <p:cNvPr id="11" name="Content Placeholder 2">
            <a:extLst>
              <a:ext uri="{FF2B5EF4-FFF2-40B4-BE49-F238E27FC236}">
                <a16:creationId xmlns:a16="http://schemas.microsoft.com/office/drawing/2014/main" id="{0AA6B7BA-9E44-5A48-F09D-04D01C80B615}"/>
              </a:ext>
            </a:extLst>
          </p:cNvPr>
          <p:cNvSpPr>
            <a:spLocks noGrp="1"/>
          </p:cNvSpPr>
          <p:nvPr>
            <p:ph idx="18" hasCustomPrompt="1"/>
          </p:nvPr>
        </p:nvSpPr>
        <p:spPr>
          <a:xfrm>
            <a:off x="647698" y="3388343"/>
            <a:ext cx="7557184" cy="1135596"/>
          </a:xfrm>
        </p:spPr>
        <p:txBody>
          <a:bodyPr>
            <a:noAutofit/>
          </a:bodyPr>
          <a:lstStyle>
            <a:lvl1pPr marL="0" indent="0">
              <a:buFontTx/>
              <a:buNone/>
              <a:defRPr sz="1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bullet points or paragraph</a:t>
            </a:r>
          </a:p>
        </p:txBody>
      </p:sp>
      <p:sp>
        <p:nvSpPr>
          <p:cNvPr id="12" name="Text Placeholder 13">
            <a:extLst>
              <a:ext uri="{FF2B5EF4-FFF2-40B4-BE49-F238E27FC236}">
                <a16:creationId xmlns:a16="http://schemas.microsoft.com/office/drawing/2014/main" id="{6447EC51-D8B8-25A0-8F8F-F57A5484E3EC}"/>
              </a:ext>
            </a:extLst>
          </p:cNvPr>
          <p:cNvSpPr>
            <a:spLocks noGrp="1"/>
          </p:cNvSpPr>
          <p:nvPr>
            <p:ph type="body" sz="quarter" idx="19" hasCustomPrompt="1"/>
          </p:nvPr>
        </p:nvSpPr>
        <p:spPr>
          <a:xfrm>
            <a:off x="647698" y="2992497"/>
            <a:ext cx="7557183" cy="358775"/>
          </a:xfrm>
        </p:spPr>
        <p:txBody>
          <a:bodyPr>
            <a:noAutofit/>
          </a:bodyPr>
          <a:lstStyle>
            <a:lvl1pPr marL="0" indent="0">
              <a:buFontTx/>
              <a:buNone/>
              <a:defRPr sz="1800" b="1" i="0">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add Solution Subhead</a:t>
            </a:r>
          </a:p>
        </p:txBody>
      </p:sp>
      <p:sp>
        <p:nvSpPr>
          <p:cNvPr id="20" name="Text Placeholder 13">
            <a:extLst>
              <a:ext uri="{FF2B5EF4-FFF2-40B4-BE49-F238E27FC236}">
                <a16:creationId xmlns:a16="http://schemas.microsoft.com/office/drawing/2014/main" id="{D6400538-B07D-11D0-1705-D64A59B08F6A}"/>
              </a:ext>
            </a:extLst>
          </p:cNvPr>
          <p:cNvSpPr>
            <a:spLocks noGrp="1"/>
          </p:cNvSpPr>
          <p:nvPr>
            <p:ph type="body" sz="quarter" idx="21" hasCustomPrompt="1"/>
          </p:nvPr>
        </p:nvSpPr>
        <p:spPr>
          <a:xfrm>
            <a:off x="647699" y="4695342"/>
            <a:ext cx="3844917" cy="358775"/>
          </a:xfrm>
        </p:spPr>
        <p:txBody>
          <a:bodyPr>
            <a:noAutofit/>
          </a:bodyPr>
          <a:lstStyle>
            <a:lvl1pPr marL="0" indent="0">
              <a:buFontTx/>
              <a:buNone/>
              <a:defRPr sz="1800" b="1" i="0">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add Outcome Subhead</a:t>
            </a:r>
          </a:p>
        </p:txBody>
      </p:sp>
      <p:sp>
        <p:nvSpPr>
          <p:cNvPr id="22" name="Content Placeholder 2">
            <a:extLst>
              <a:ext uri="{FF2B5EF4-FFF2-40B4-BE49-F238E27FC236}">
                <a16:creationId xmlns:a16="http://schemas.microsoft.com/office/drawing/2014/main" id="{79577E65-108D-3051-D25A-BF042B045737}"/>
              </a:ext>
            </a:extLst>
          </p:cNvPr>
          <p:cNvSpPr>
            <a:spLocks noGrp="1"/>
          </p:cNvSpPr>
          <p:nvPr>
            <p:ph idx="22" hasCustomPrompt="1"/>
          </p:nvPr>
        </p:nvSpPr>
        <p:spPr>
          <a:xfrm>
            <a:off x="647701" y="5060622"/>
            <a:ext cx="3844918" cy="1115891"/>
          </a:xfrm>
        </p:spPr>
        <p:txBody>
          <a:bodyPr>
            <a:noAutofit/>
          </a:bodyPr>
          <a:lstStyle>
            <a:lvl1pPr marL="194310" indent="-194310">
              <a:buFont typeface="Arial" panose="020B0604020202020204" pitchFamily="34" charset="0"/>
              <a:buChar char="•"/>
              <a:defRPr sz="1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bullet point challenge 1</a:t>
            </a:r>
          </a:p>
          <a:p>
            <a:pPr lvl="0"/>
            <a:r>
              <a:rPr lang="en-US"/>
              <a:t>Click to add bullet point challenge 2</a:t>
            </a:r>
          </a:p>
          <a:p>
            <a:pPr lvl="0"/>
            <a:r>
              <a:rPr lang="en-US"/>
              <a:t>Click to add bullet point challenge 3</a:t>
            </a:r>
          </a:p>
        </p:txBody>
      </p:sp>
      <p:sp>
        <p:nvSpPr>
          <p:cNvPr id="24" name="Text Placeholder 23">
            <a:extLst>
              <a:ext uri="{FF2B5EF4-FFF2-40B4-BE49-F238E27FC236}">
                <a16:creationId xmlns:a16="http://schemas.microsoft.com/office/drawing/2014/main" id="{BD134B27-C634-024C-53A1-4B0FA77C84E8}"/>
              </a:ext>
            </a:extLst>
          </p:cNvPr>
          <p:cNvSpPr>
            <a:spLocks noGrp="1"/>
          </p:cNvSpPr>
          <p:nvPr>
            <p:ph type="body" sz="quarter" idx="23" hasCustomPrompt="1"/>
          </p:nvPr>
        </p:nvSpPr>
        <p:spPr>
          <a:xfrm>
            <a:off x="4618213" y="4810982"/>
            <a:ext cx="1316027" cy="660747"/>
          </a:xfrm>
        </p:spPr>
        <p:txBody>
          <a:bodyPr/>
          <a:lstStyle>
            <a:lvl1pPr marL="0" indent="0" algn="ctr">
              <a:buFontTx/>
              <a:buNone/>
              <a:defRPr sz="4000" b="1">
                <a:solidFill>
                  <a:schemeClr val="accent4"/>
                </a:solidFill>
              </a:defRPr>
            </a:lvl1pPr>
          </a:lstStyle>
          <a:p>
            <a:pPr lvl="0"/>
            <a:r>
              <a:rPr lang="en-US"/>
              <a:t>00</a:t>
            </a:r>
          </a:p>
        </p:txBody>
      </p:sp>
      <p:sp>
        <p:nvSpPr>
          <p:cNvPr id="25" name="Text Placeholder 23">
            <a:extLst>
              <a:ext uri="{FF2B5EF4-FFF2-40B4-BE49-F238E27FC236}">
                <a16:creationId xmlns:a16="http://schemas.microsoft.com/office/drawing/2014/main" id="{5F216CD8-4EA8-A235-BA98-9D0EA57432DA}"/>
              </a:ext>
            </a:extLst>
          </p:cNvPr>
          <p:cNvSpPr>
            <a:spLocks noGrp="1"/>
          </p:cNvSpPr>
          <p:nvPr>
            <p:ph type="body" sz="quarter" idx="24" hasCustomPrompt="1"/>
          </p:nvPr>
        </p:nvSpPr>
        <p:spPr>
          <a:xfrm>
            <a:off x="4618213" y="5471729"/>
            <a:ext cx="1316027" cy="660748"/>
          </a:xfrm>
        </p:spPr>
        <p:txBody>
          <a:bodyPr/>
          <a:lstStyle>
            <a:lvl1pPr marL="0" indent="0" algn="ctr">
              <a:buFontTx/>
              <a:buNone/>
              <a:defRPr sz="1400" b="0">
                <a:solidFill>
                  <a:schemeClr val="tx1"/>
                </a:solidFill>
              </a:defRPr>
            </a:lvl1pPr>
          </a:lstStyle>
          <a:p>
            <a:pPr lvl="0"/>
            <a:r>
              <a:rPr lang="en-US"/>
              <a:t>stat description</a:t>
            </a:r>
          </a:p>
        </p:txBody>
      </p:sp>
      <p:sp>
        <p:nvSpPr>
          <p:cNvPr id="28" name="Text Placeholder 23">
            <a:extLst>
              <a:ext uri="{FF2B5EF4-FFF2-40B4-BE49-F238E27FC236}">
                <a16:creationId xmlns:a16="http://schemas.microsoft.com/office/drawing/2014/main" id="{F2356EEE-8C62-2789-B087-1ADE54F4A0CD}"/>
              </a:ext>
            </a:extLst>
          </p:cNvPr>
          <p:cNvSpPr>
            <a:spLocks noGrp="1"/>
          </p:cNvSpPr>
          <p:nvPr>
            <p:ph type="body" sz="quarter" idx="25" hasCustomPrompt="1"/>
          </p:nvPr>
        </p:nvSpPr>
        <p:spPr>
          <a:xfrm>
            <a:off x="6059834" y="4810982"/>
            <a:ext cx="1316027" cy="660747"/>
          </a:xfrm>
        </p:spPr>
        <p:txBody>
          <a:bodyPr/>
          <a:lstStyle>
            <a:lvl1pPr marL="0" indent="0" algn="ctr">
              <a:buFontTx/>
              <a:buNone/>
              <a:defRPr sz="4000" b="1">
                <a:solidFill>
                  <a:schemeClr val="accent4"/>
                </a:solidFill>
              </a:defRPr>
            </a:lvl1pPr>
          </a:lstStyle>
          <a:p>
            <a:pPr lvl="0"/>
            <a:r>
              <a:rPr lang="en-US"/>
              <a:t>00</a:t>
            </a:r>
          </a:p>
        </p:txBody>
      </p:sp>
      <p:sp>
        <p:nvSpPr>
          <p:cNvPr id="29" name="Text Placeholder 23">
            <a:extLst>
              <a:ext uri="{FF2B5EF4-FFF2-40B4-BE49-F238E27FC236}">
                <a16:creationId xmlns:a16="http://schemas.microsoft.com/office/drawing/2014/main" id="{67B9DE8C-20A3-D9C6-FD8D-2ED712F8DF93}"/>
              </a:ext>
            </a:extLst>
          </p:cNvPr>
          <p:cNvSpPr>
            <a:spLocks noGrp="1"/>
          </p:cNvSpPr>
          <p:nvPr>
            <p:ph type="body" sz="quarter" idx="26" hasCustomPrompt="1"/>
          </p:nvPr>
        </p:nvSpPr>
        <p:spPr>
          <a:xfrm>
            <a:off x="6059834" y="5471729"/>
            <a:ext cx="1316027" cy="660748"/>
          </a:xfrm>
        </p:spPr>
        <p:txBody>
          <a:bodyPr/>
          <a:lstStyle>
            <a:lvl1pPr marL="0" indent="0" algn="ctr">
              <a:buFontTx/>
              <a:buNone/>
              <a:defRPr sz="1400" b="0">
                <a:solidFill>
                  <a:schemeClr val="tx1"/>
                </a:solidFill>
              </a:defRPr>
            </a:lvl1pPr>
          </a:lstStyle>
          <a:p>
            <a:pPr lvl="0"/>
            <a:r>
              <a:rPr lang="en-US"/>
              <a:t>stat description</a:t>
            </a:r>
          </a:p>
        </p:txBody>
      </p:sp>
      <p:sp>
        <p:nvSpPr>
          <p:cNvPr id="30" name="Text Placeholder 7">
            <a:extLst>
              <a:ext uri="{FF2B5EF4-FFF2-40B4-BE49-F238E27FC236}">
                <a16:creationId xmlns:a16="http://schemas.microsoft.com/office/drawing/2014/main" id="{CF9061BF-56D6-2C2B-A62D-E89DA75FBE7C}"/>
              </a:ext>
            </a:extLst>
          </p:cNvPr>
          <p:cNvSpPr>
            <a:spLocks noGrp="1"/>
          </p:cNvSpPr>
          <p:nvPr>
            <p:ph type="body" sz="quarter" idx="27" hasCustomPrompt="1"/>
          </p:nvPr>
        </p:nvSpPr>
        <p:spPr>
          <a:xfrm>
            <a:off x="9635005" y="4039150"/>
            <a:ext cx="2580603" cy="2127583"/>
          </a:xfrm>
        </p:spPr>
        <p:txBody>
          <a:bodyPr/>
          <a:lstStyle>
            <a:lvl1pPr marL="194310" indent="-194310">
              <a:buFont typeface="Arial" panose="020B0604020202020204" pitchFamily="34" charset="0"/>
              <a:buChar char="•"/>
              <a:defRPr b="0"/>
            </a:lvl1pPr>
          </a:lstStyle>
          <a:p>
            <a:pPr lvl="0"/>
            <a:r>
              <a:rPr lang="en-US"/>
              <a:t>Stat here</a:t>
            </a:r>
          </a:p>
          <a:p>
            <a:pPr lvl="0"/>
            <a:r>
              <a:rPr lang="en-US"/>
              <a:t>Stat here</a:t>
            </a:r>
          </a:p>
          <a:p>
            <a:pPr lvl="0"/>
            <a:r>
              <a:rPr lang="en-US"/>
              <a:t>Stat here</a:t>
            </a:r>
          </a:p>
          <a:p>
            <a:pPr lvl="0"/>
            <a:r>
              <a:rPr lang="en-US"/>
              <a:t>Stat here</a:t>
            </a:r>
          </a:p>
          <a:p>
            <a:pPr lvl="0"/>
            <a:r>
              <a:rPr lang="en-US"/>
              <a:t>Stat here</a:t>
            </a:r>
          </a:p>
          <a:p>
            <a:pPr lvl="0"/>
            <a:r>
              <a:rPr lang="en-US"/>
              <a:t>Stat here</a:t>
            </a:r>
          </a:p>
        </p:txBody>
      </p:sp>
      <p:sp>
        <p:nvSpPr>
          <p:cNvPr id="32" name="Text Placeholder 23">
            <a:extLst>
              <a:ext uri="{FF2B5EF4-FFF2-40B4-BE49-F238E27FC236}">
                <a16:creationId xmlns:a16="http://schemas.microsoft.com/office/drawing/2014/main" id="{9522F0A4-C94E-1AED-E693-6A641A5875ED}"/>
              </a:ext>
            </a:extLst>
          </p:cNvPr>
          <p:cNvSpPr>
            <a:spLocks noGrp="1"/>
          </p:cNvSpPr>
          <p:nvPr>
            <p:ph type="body" sz="quarter" idx="28" hasCustomPrompt="1"/>
          </p:nvPr>
        </p:nvSpPr>
        <p:spPr>
          <a:xfrm>
            <a:off x="7478714" y="4810982"/>
            <a:ext cx="1316027" cy="660747"/>
          </a:xfrm>
        </p:spPr>
        <p:txBody>
          <a:bodyPr/>
          <a:lstStyle>
            <a:lvl1pPr marL="0" indent="0" algn="ctr">
              <a:buFontTx/>
              <a:buNone/>
              <a:defRPr sz="4000" b="1">
                <a:solidFill>
                  <a:schemeClr val="accent4"/>
                </a:solidFill>
              </a:defRPr>
            </a:lvl1pPr>
          </a:lstStyle>
          <a:p>
            <a:pPr lvl="0"/>
            <a:r>
              <a:rPr lang="en-US"/>
              <a:t>00</a:t>
            </a:r>
          </a:p>
        </p:txBody>
      </p:sp>
      <p:sp>
        <p:nvSpPr>
          <p:cNvPr id="33" name="Text Placeholder 23">
            <a:extLst>
              <a:ext uri="{FF2B5EF4-FFF2-40B4-BE49-F238E27FC236}">
                <a16:creationId xmlns:a16="http://schemas.microsoft.com/office/drawing/2014/main" id="{C81686CD-FDE5-943D-739D-955F5EF1C30F}"/>
              </a:ext>
            </a:extLst>
          </p:cNvPr>
          <p:cNvSpPr>
            <a:spLocks noGrp="1"/>
          </p:cNvSpPr>
          <p:nvPr>
            <p:ph type="body" sz="quarter" idx="29" hasCustomPrompt="1"/>
          </p:nvPr>
        </p:nvSpPr>
        <p:spPr>
          <a:xfrm>
            <a:off x="7478714" y="5471729"/>
            <a:ext cx="1316027" cy="660748"/>
          </a:xfrm>
        </p:spPr>
        <p:txBody>
          <a:bodyPr/>
          <a:lstStyle>
            <a:lvl1pPr marL="0" indent="0" algn="ctr">
              <a:buFontTx/>
              <a:buNone/>
              <a:defRPr sz="1400" b="0">
                <a:solidFill>
                  <a:schemeClr val="tx1"/>
                </a:solidFill>
              </a:defRPr>
            </a:lvl1pPr>
          </a:lstStyle>
          <a:p>
            <a:pPr lvl="0"/>
            <a:r>
              <a:rPr lang="en-US"/>
              <a:t>stat description</a:t>
            </a:r>
          </a:p>
        </p:txBody>
      </p:sp>
    </p:spTree>
    <p:extLst>
      <p:ext uri="{BB962C8B-B14F-4D97-AF65-F5344CB8AC3E}">
        <p14:creationId xmlns:p14="http://schemas.microsoft.com/office/powerpoint/2010/main" val="386896396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Case Study- RS">
    <p:bg>
      <p:bgPr>
        <a:solidFill>
          <a:schemeClr val="bg1"/>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05E56E41-2CC3-BD52-2543-1ECCC9F28F5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85250" y="0"/>
            <a:ext cx="4424765" cy="5139700"/>
          </a:xfrm>
          <a:prstGeom prst="rect">
            <a:avLst/>
          </a:prstGeom>
        </p:spPr>
      </p:pic>
      <p:pic>
        <p:nvPicPr>
          <p:cNvPr id="18" name="Graphic 17">
            <a:extLst>
              <a:ext uri="{FF2B5EF4-FFF2-40B4-BE49-F238E27FC236}">
                <a16:creationId xmlns:a16="http://schemas.microsoft.com/office/drawing/2014/main" id="{E5F50D35-0193-F105-AC13-CB10EAAD2AE8}"/>
              </a:ext>
            </a:extLst>
          </p:cNvPr>
          <p:cNvPicPr>
            <a:picLocks noChangeAspect="1"/>
          </p:cNvPicPr>
          <p:nvPr userDrawn="1"/>
        </p:nvPicPr>
        <p:blipFill>
          <a:blip>
            <a:extLst>
              <a:ext uri="{96DAC541-7B7A-43D3-8B79-37D633B846F1}">
                <asvg:svgBlip xmlns:asvg="http://schemas.microsoft.com/office/drawing/2016/SVG/main" r:embed="rId3"/>
              </a:ext>
            </a:extLst>
          </a:blip>
          <a:srcRect l="11090" r="-2246"/>
          <a:stretch/>
        </p:blipFill>
        <p:spPr>
          <a:xfrm>
            <a:off x="0" y="2628297"/>
            <a:ext cx="4079355" cy="4054346"/>
          </a:xfrm>
          <a:prstGeom prst="rect">
            <a:avLst/>
          </a:prstGeom>
        </p:spPr>
      </p:pic>
      <p:sp>
        <p:nvSpPr>
          <p:cNvPr id="9" name="Text Placeholder 8">
            <a:extLst>
              <a:ext uri="{FF2B5EF4-FFF2-40B4-BE49-F238E27FC236}">
                <a16:creationId xmlns:a16="http://schemas.microsoft.com/office/drawing/2014/main" id="{784F0D64-5F5D-42E6-42CA-E0F39C445398}"/>
              </a:ext>
            </a:extLst>
          </p:cNvPr>
          <p:cNvSpPr>
            <a:spLocks noGrp="1"/>
          </p:cNvSpPr>
          <p:nvPr>
            <p:ph type="body" sz="quarter" idx="10" hasCustomPrompt="1"/>
          </p:nvPr>
        </p:nvSpPr>
        <p:spPr>
          <a:xfrm>
            <a:off x="566393" y="725523"/>
            <a:ext cx="2925583" cy="1406630"/>
          </a:xfrm>
        </p:spPr>
        <p:txBody>
          <a:bodyPr rIns="0" anchor="t" anchorCtr="0">
            <a:noAutofit/>
          </a:bodyPr>
          <a:lstStyle>
            <a:lvl1pPr marL="0" indent="0">
              <a:buFontTx/>
              <a:buNone/>
              <a:defRPr sz="1800" b="1" i="0">
                <a:solidFill>
                  <a:schemeClr val="tx1"/>
                </a:solidFill>
                <a:latin typeface="Segoe UI Semibold" panose="020B0502040204020203" pitchFamily="34" charset="0"/>
                <a:cs typeface="Segoe UI Semibold" panose="020B0502040204020203" pitchFamily="34" charset="0"/>
              </a:defRPr>
            </a:lvl1pPr>
            <a:lvl2pPr marL="457200" indent="0">
              <a:buFontTx/>
              <a:buNone/>
              <a:defRPr sz="2000">
                <a:solidFill>
                  <a:schemeClr val="tx1"/>
                </a:solidFill>
                <a:latin typeface="Garamond" panose="02020404030301010803" pitchFamily="18" charset="0"/>
              </a:defRPr>
            </a:lvl2pPr>
            <a:lvl3pPr marL="914400" indent="0">
              <a:buFontTx/>
              <a:buNone/>
              <a:defRPr sz="2000">
                <a:solidFill>
                  <a:schemeClr val="tx1"/>
                </a:solidFill>
                <a:latin typeface="Garamond" panose="02020404030301010803" pitchFamily="18" charset="0"/>
              </a:defRPr>
            </a:lvl3pPr>
            <a:lvl4pPr marL="1371600" indent="0">
              <a:buFontTx/>
              <a:buNone/>
              <a:defRPr sz="2000">
                <a:solidFill>
                  <a:schemeClr val="tx1"/>
                </a:solidFill>
                <a:latin typeface="Garamond" panose="02020404030301010803" pitchFamily="18" charset="0"/>
              </a:defRPr>
            </a:lvl4pPr>
            <a:lvl5pPr marL="1828800" indent="0">
              <a:buFontTx/>
              <a:buNone/>
              <a:defRPr sz="2000">
                <a:solidFill>
                  <a:schemeClr val="tx1"/>
                </a:solidFill>
                <a:latin typeface="Garamond" panose="02020404030301010803" pitchFamily="18" charset="0"/>
              </a:defRPr>
            </a:lvl5pPr>
          </a:lstStyle>
          <a:p>
            <a:pPr lvl="0"/>
            <a:r>
              <a:rPr lang="en-US"/>
              <a:t>“Click to edit quote. Click to edit quote. Click to edit quote. Click to edit quote.</a:t>
            </a:r>
            <a:r>
              <a:rPr lang="en-US" baseline="30000"/>
              <a:t>”</a:t>
            </a:r>
          </a:p>
        </p:txBody>
      </p:sp>
      <p:sp>
        <p:nvSpPr>
          <p:cNvPr id="6" name="Text Placeholder 5">
            <a:extLst>
              <a:ext uri="{FF2B5EF4-FFF2-40B4-BE49-F238E27FC236}">
                <a16:creationId xmlns:a16="http://schemas.microsoft.com/office/drawing/2014/main" id="{0E8271AB-FD78-147D-EBD0-F3F74EBE1131}"/>
              </a:ext>
            </a:extLst>
          </p:cNvPr>
          <p:cNvSpPr>
            <a:spLocks noGrp="1"/>
          </p:cNvSpPr>
          <p:nvPr>
            <p:ph type="body" sz="quarter" idx="12" hasCustomPrompt="1"/>
          </p:nvPr>
        </p:nvSpPr>
        <p:spPr>
          <a:xfrm>
            <a:off x="566393" y="2223833"/>
            <a:ext cx="2925583" cy="312905"/>
          </a:xfrm>
        </p:spPr>
        <p:txBody>
          <a:bodyPr>
            <a:noAutofit/>
          </a:bodyPr>
          <a:lstStyle>
            <a:lvl1pPr marL="0" indent="0">
              <a:lnSpc>
                <a:spcPct val="100000"/>
              </a:lnSpc>
              <a:buFontTx/>
              <a:buNone/>
              <a:defRPr sz="1400" b="1">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Name</a:t>
            </a:r>
          </a:p>
        </p:txBody>
      </p:sp>
      <p:sp>
        <p:nvSpPr>
          <p:cNvPr id="7" name="Text Placeholder 5">
            <a:extLst>
              <a:ext uri="{FF2B5EF4-FFF2-40B4-BE49-F238E27FC236}">
                <a16:creationId xmlns:a16="http://schemas.microsoft.com/office/drawing/2014/main" id="{971BCE3B-6E85-9FFE-7606-DD99E9DCC387}"/>
              </a:ext>
            </a:extLst>
          </p:cNvPr>
          <p:cNvSpPr>
            <a:spLocks noGrp="1"/>
          </p:cNvSpPr>
          <p:nvPr>
            <p:ph type="body" sz="quarter" idx="13" hasCustomPrompt="1"/>
          </p:nvPr>
        </p:nvSpPr>
        <p:spPr>
          <a:xfrm>
            <a:off x="566393" y="2554699"/>
            <a:ext cx="2925583" cy="238201"/>
          </a:xfrm>
        </p:spPr>
        <p:txBody>
          <a:bodyPr>
            <a:noAutofit/>
          </a:bodyPr>
          <a:lstStyle>
            <a:lvl1pPr marL="0" indent="0">
              <a:lnSpc>
                <a:spcPct val="100000"/>
              </a:lnSpc>
              <a:buFontTx/>
              <a:buNone/>
              <a:defRPr sz="1200" b="0">
                <a:solidFill>
                  <a:schemeClr val="tx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Title</a:t>
            </a:r>
          </a:p>
        </p:txBody>
      </p:sp>
      <p:sp>
        <p:nvSpPr>
          <p:cNvPr id="13" name="Slide Number Placeholder 7">
            <a:extLst>
              <a:ext uri="{FF2B5EF4-FFF2-40B4-BE49-F238E27FC236}">
                <a16:creationId xmlns:a16="http://schemas.microsoft.com/office/drawing/2014/main" id="{B3F39D8B-3B99-4E3E-0FD6-F4EDA24CB633}"/>
              </a:ext>
            </a:extLst>
          </p:cNvPr>
          <p:cNvSpPr>
            <a:spLocks noGrp="1"/>
          </p:cNvSpPr>
          <p:nvPr>
            <p:ph type="sldNum" sz="quarter" idx="4"/>
          </p:nvPr>
        </p:nvSpPr>
        <p:spPr>
          <a:xfrm>
            <a:off x="11253127" y="6488472"/>
            <a:ext cx="329273" cy="226028"/>
          </a:xfrm>
          <a:prstGeom prst="rect">
            <a:avLst/>
          </a:prstGeom>
        </p:spPr>
        <p:txBody>
          <a:bodyPr lIns="0" rIns="0"/>
          <a:lstStyle>
            <a:lvl1pPr algn="r">
              <a:defRPr sz="800">
                <a:latin typeface="Segoe UI" panose="020B0502040204020203" pitchFamily="34" charset="0"/>
                <a:cs typeface="Segoe UI" panose="020B0502040204020203" pitchFamily="34" charset="0"/>
              </a:defRPr>
            </a:lvl1pPr>
          </a:lstStyle>
          <a:p>
            <a:fld id="{F71C0B42-4AEE-41DE-B077-4156AA01E9D4}" type="slidenum">
              <a:rPr lang="en-US" smtClean="0"/>
              <a:pPr/>
              <a:t>‹#›</a:t>
            </a:fld>
            <a:endParaRPr lang="en-US"/>
          </a:p>
        </p:txBody>
      </p:sp>
      <p:sp>
        <p:nvSpPr>
          <p:cNvPr id="14" name="Content Placeholder 2">
            <a:extLst>
              <a:ext uri="{FF2B5EF4-FFF2-40B4-BE49-F238E27FC236}">
                <a16:creationId xmlns:a16="http://schemas.microsoft.com/office/drawing/2014/main" id="{8E06F748-9ED1-D5AE-CFAF-2B88111EAD22}"/>
              </a:ext>
            </a:extLst>
          </p:cNvPr>
          <p:cNvSpPr>
            <a:spLocks noGrp="1"/>
          </p:cNvSpPr>
          <p:nvPr>
            <p:ph idx="1" hasCustomPrompt="1"/>
          </p:nvPr>
        </p:nvSpPr>
        <p:spPr>
          <a:xfrm>
            <a:off x="4081696" y="1874058"/>
            <a:ext cx="7557185" cy="963049"/>
          </a:xfrm>
        </p:spPr>
        <p:txBody>
          <a:bodyPr>
            <a:noAutofit/>
          </a:bodyPr>
          <a:lstStyle>
            <a:lvl1pPr marL="194310" indent="-194310">
              <a:buFont typeface="Arial" panose="020B0604020202020204" pitchFamily="34" charset="0"/>
              <a:buChar char="•"/>
              <a:defRPr sz="1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bullet point challenge 1</a:t>
            </a:r>
          </a:p>
          <a:p>
            <a:pPr lvl="0"/>
            <a:r>
              <a:rPr lang="en-US"/>
              <a:t>Click to add bullet point challenge 2</a:t>
            </a:r>
          </a:p>
          <a:p>
            <a:pPr lvl="0"/>
            <a:r>
              <a:rPr lang="en-US"/>
              <a:t>Click to add bullet point challenge 3</a:t>
            </a:r>
          </a:p>
        </p:txBody>
      </p:sp>
      <p:sp>
        <p:nvSpPr>
          <p:cNvPr id="15" name="Text Placeholder 13">
            <a:extLst>
              <a:ext uri="{FF2B5EF4-FFF2-40B4-BE49-F238E27FC236}">
                <a16:creationId xmlns:a16="http://schemas.microsoft.com/office/drawing/2014/main" id="{0073BB35-2105-4321-5C11-E77A83AC1BF6}"/>
              </a:ext>
            </a:extLst>
          </p:cNvPr>
          <p:cNvSpPr>
            <a:spLocks noGrp="1"/>
          </p:cNvSpPr>
          <p:nvPr>
            <p:ph type="body" sz="quarter" idx="14" hasCustomPrompt="1"/>
          </p:nvPr>
        </p:nvSpPr>
        <p:spPr>
          <a:xfrm>
            <a:off x="4081696" y="1506110"/>
            <a:ext cx="7557181" cy="358775"/>
          </a:xfrm>
        </p:spPr>
        <p:txBody>
          <a:bodyPr>
            <a:noAutofit/>
          </a:bodyPr>
          <a:lstStyle>
            <a:lvl1pPr marL="0" indent="0">
              <a:buFontTx/>
              <a:buNone/>
              <a:defRPr sz="1800" b="1" i="0">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add Challenge Subhead</a:t>
            </a:r>
          </a:p>
        </p:txBody>
      </p:sp>
      <p:sp>
        <p:nvSpPr>
          <p:cNvPr id="16" name="Text Placeholder 7">
            <a:extLst>
              <a:ext uri="{FF2B5EF4-FFF2-40B4-BE49-F238E27FC236}">
                <a16:creationId xmlns:a16="http://schemas.microsoft.com/office/drawing/2014/main" id="{38B099E2-A64B-29F5-2660-AE71EFCFCF25}"/>
              </a:ext>
            </a:extLst>
          </p:cNvPr>
          <p:cNvSpPr>
            <a:spLocks noGrp="1"/>
          </p:cNvSpPr>
          <p:nvPr>
            <p:ph type="body" sz="quarter" idx="15" hasCustomPrompt="1"/>
          </p:nvPr>
        </p:nvSpPr>
        <p:spPr>
          <a:xfrm>
            <a:off x="4081695" y="433201"/>
            <a:ext cx="3352800" cy="888605"/>
          </a:xfrm>
        </p:spPr>
        <p:txBody>
          <a:bodyPr>
            <a:noAutofit/>
          </a:bodyPr>
          <a:lstStyle>
            <a:lvl1pPr marL="0" marR="0" indent="0" algn="l" defTabSz="914400" rtl="0" eaLnBrk="1" fontAlgn="auto" latinLnBrk="0" hangingPunct="1">
              <a:lnSpc>
                <a:spcPct val="110000"/>
              </a:lnSpc>
              <a:spcBef>
                <a:spcPts val="0"/>
              </a:spcBef>
              <a:spcAft>
                <a:spcPts val="600"/>
              </a:spcAft>
              <a:buClr>
                <a:srgbClr val="1BAAC1"/>
              </a:buClr>
              <a:buSzPct val="90000"/>
              <a:buFontTx/>
              <a:buNone/>
              <a:tabLst/>
              <a:defRPr sz="1100" b="1">
                <a:solidFill>
                  <a:schemeClr val="accent2"/>
                </a:solidFill>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10000"/>
              </a:lnSpc>
              <a:spcBef>
                <a:spcPts val="0"/>
              </a:spcBef>
              <a:spcAft>
                <a:spcPts val="600"/>
              </a:spcAft>
              <a:buClr>
                <a:srgbClr val="1BAAC1"/>
              </a:buClr>
              <a:buSzPct val="90000"/>
              <a:buFontTx/>
              <a:buNone/>
              <a:tabLst/>
              <a:defRPr/>
            </a:pPr>
            <a:r>
              <a:rPr lang="en-US"/>
              <a:t>Click to add Case Study:</a:t>
            </a:r>
            <a:br>
              <a:rPr lang="en-US"/>
            </a:br>
            <a:r>
              <a:rPr lang="en-US"/>
              <a:t>&lt;Insert Name of Customer here&gt;</a:t>
            </a:r>
          </a:p>
          <a:p>
            <a:pPr lvl="0"/>
            <a:endParaRPr lang="en-US"/>
          </a:p>
        </p:txBody>
      </p:sp>
      <p:sp>
        <p:nvSpPr>
          <p:cNvPr id="3" name="Picture Placeholder 2">
            <a:extLst>
              <a:ext uri="{FF2B5EF4-FFF2-40B4-BE49-F238E27FC236}">
                <a16:creationId xmlns:a16="http://schemas.microsoft.com/office/drawing/2014/main" id="{02B3F9BB-5832-87C3-0609-08DDDFEFA749}"/>
              </a:ext>
            </a:extLst>
          </p:cNvPr>
          <p:cNvSpPr>
            <a:spLocks noGrp="1"/>
          </p:cNvSpPr>
          <p:nvPr>
            <p:ph type="pic" sz="quarter" idx="16" hasCustomPrompt="1"/>
          </p:nvPr>
        </p:nvSpPr>
        <p:spPr>
          <a:xfrm>
            <a:off x="7601447" y="426172"/>
            <a:ext cx="3654376" cy="895634"/>
          </a:xfrm>
        </p:spPr>
        <p:txBody>
          <a:bodyPr anchor="ctr" anchorCtr="0">
            <a:noAutofit/>
          </a:bodyPr>
          <a:lstStyle>
            <a:lvl1pPr marL="0" indent="0" algn="ctr">
              <a:buFontTx/>
              <a:buNone/>
              <a:defRPr/>
            </a:lvl1pPr>
          </a:lstStyle>
          <a:p>
            <a:r>
              <a:rPr lang="en-US"/>
              <a:t>Add logo here</a:t>
            </a:r>
          </a:p>
        </p:txBody>
      </p:sp>
      <p:sp>
        <p:nvSpPr>
          <p:cNvPr id="8" name="Text Placeholder 7">
            <a:extLst>
              <a:ext uri="{FF2B5EF4-FFF2-40B4-BE49-F238E27FC236}">
                <a16:creationId xmlns:a16="http://schemas.microsoft.com/office/drawing/2014/main" id="{52635F2B-8A8D-1A38-A484-73A8F7A7FC57}"/>
              </a:ext>
            </a:extLst>
          </p:cNvPr>
          <p:cNvSpPr>
            <a:spLocks noGrp="1"/>
          </p:cNvSpPr>
          <p:nvPr>
            <p:ph type="body" sz="quarter" idx="17" hasCustomPrompt="1"/>
          </p:nvPr>
        </p:nvSpPr>
        <p:spPr>
          <a:xfrm>
            <a:off x="566393" y="3633604"/>
            <a:ext cx="2556995" cy="387585"/>
          </a:xfrm>
        </p:spPr>
        <p:txBody>
          <a:bodyPr/>
          <a:lstStyle>
            <a:lvl1pPr marL="0" indent="0">
              <a:buFontTx/>
              <a:buNone/>
              <a:defRPr b="1"/>
            </a:lvl1pPr>
          </a:lstStyle>
          <a:p>
            <a:pPr lvl="0"/>
            <a:r>
              <a:rPr lang="en-US"/>
              <a:t>Click to add at a glance</a:t>
            </a:r>
          </a:p>
        </p:txBody>
      </p:sp>
      <p:sp>
        <p:nvSpPr>
          <p:cNvPr id="11" name="Content Placeholder 2">
            <a:extLst>
              <a:ext uri="{FF2B5EF4-FFF2-40B4-BE49-F238E27FC236}">
                <a16:creationId xmlns:a16="http://schemas.microsoft.com/office/drawing/2014/main" id="{0AA6B7BA-9E44-5A48-F09D-04D01C80B615}"/>
              </a:ext>
            </a:extLst>
          </p:cNvPr>
          <p:cNvSpPr>
            <a:spLocks noGrp="1"/>
          </p:cNvSpPr>
          <p:nvPr>
            <p:ph idx="18" hasCustomPrompt="1"/>
          </p:nvPr>
        </p:nvSpPr>
        <p:spPr>
          <a:xfrm>
            <a:off x="4081694" y="3388343"/>
            <a:ext cx="7557184" cy="1135596"/>
          </a:xfrm>
        </p:spPr>
        <p:txBody>
          <a:bodyPr>
            <a:noAutofit/>
          </a:bodyPr>
          <a:lstStyle>
            <a:lvl1pPr marL="0" indent="0">
              <a:buFontTx/>
              <a:buNone/>
              <a:defRPr sz="1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bullet points or paragraph</a:t>
            </a:r>
          </a:p>
        </p:txBody>
      </p:sp>
      <p:sp>
        <p:nvSpPr>
          <p:cNvPr id="12" name="Text Placeholder 13">
            <a:extLst>
              <a:ext uri="{FF2B5EF4-FFF2-40B4-BE49-F238E27FC236}">
                <a16:creationId xmlns:a16="http://schemas.microsoft.com/office/drawing/2014/main" id="{6447EC51-D8B8-25A0-8F8F-F57A5484E3EC}"/>
              </a:ext>
            </a:extLst>
          </p:cNvPr>
          <p:cNvSpPr>
            <a:spLocks noGrp="1"/>
          </p:cNvSpPr>
          <p:nvPr>
            <p:ph type="body" sz="quarter" idx="19" hasCustomPrompt="1"/>
          </p:nvPr>
        </p:nvSpPr>
        <p:spPr>
          <a:xfrm>
            <a:off x="4081694" y="2992497"/>
            <a:ext cx="7557183" cy="358775"/>
          </a:xfrm>
        </p:spPr>
        <p:txBody>
          <a:bodyPr>
            <a:noAutofit/>
          </a:bodyPr>
          <a:lstStyle>
            <a:lvl1pPr marL="0" indent="0">
              <a:buFontTx/>
              <a:buNone/>
              <a:defRPr sz="1800" b="1" i="0">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add Solution Subhead</a:t>
            </a:r>
          </a:p>
        </p:txBody>
      </p:sp>
      <p:sp>
        <p:nvSpPr>
          <p:cNvPr id="20" name="Text Placeholder 13">
            <a:extLst>
              <a:ext uri="{FF2B5EF4-FFF2-40B4-BE49-F238E27FC236}">
                <a16:creationId xmlns:a16="http://schemas.microsoft.com/office/drawing/2014/main" id="{D6400538-B07D-11D0-1705-D64A59B08F6A}"/>
              </a:ext>
            </a:extLst>
          </p:cNvPr>
          <p:cNvSpPr>
            <a:spLocks noGrp="1"/>
          </p:cNvSpPr>
          <p:nvPr>
            <p:ph type="body" sz="quarter" idx="21" hasCustomPrompt="1"/>
          </p:nvPr>
        </p:nvSpPr>
        <p:spPr>
          <a:xfrm>
            <a:off x="4081695" y="4695342"/>
            <a:ext cx="3844917" cy="358775"/>
          </a:xfrm>
        </p:spPr>
        <p:txBody>
          <a:bodyPr>
            <a:noAutofit/>
          </a:bodyPr>
          <a:lstStyle>
            <a:lvl1pPr marL="0" indent="0">
              <a:buFontTx/>
              <a:buNone/>
              <a:defRPr sz="1800" b="1" i="0">
                <a:solidFill>
                  <a:schemeClr val="tx1"/>
                </a:solidFill>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add Outcome Subhead</a:t>
            </a:r>
          </a:p>
        </p:txBody>
      </p:sp>
      <p:sp>
        <p:nvSpPr>
          <p:cNvPr id="22" name="Content Placeholder 2">
            <a:extLst>
              <a:ext uri="{FF2B5EF4-FFF2-40B4-BE49-F238E27FC236}">
                <a16:creationId xmlns:a16="http://schemas.microsoft.com/office/drawing/2014/main" id="{79577E65-108D-3051-D25A-BF042B045737}"/>
              </a:ext>
            </a:extLst>
          </p:cNvPr>
          <p:cNvSpPr>
            <a:spLocks noGrp="1"/>
          </p:cNvSpPr>
          <p:nvPr>
            <p:ph idx="22" hasCustomPrompt="1"/>
          </p:nvPr>
        </p:nvSpPr>
        <p:spPr>
          <a:xfrm>
            <a:off x="4081697" y="5060622"/>
            <a:ext cx="3844918" cy="1115891"/>
          </a:xfrm>
        </p:spPr>
        <p:txBody>
          <a:bodyPr>
            <a:noAutofit/>
          </a:bodyPr>
          <a:lstStyle>
            <a:lvl1pPr marL="194310" indent="-194310">
              <a:buFont typeface="Arial" panose="020B0604020202020204" pitchFamily="34" charset="0"/>
              <a:buChar char="•"/>
              <a:defRPr sz="1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bullet point challenge 1</a:t>
            </a:r>
          </a:p>
          <a:p>
            <a:pPr lvl="0"/>
            <a:r>
              <a:rPr lang="en-US"/>
              <a:t>Click to add bullet point challenge 2</a:t>
            </a:r>
          </a:p>
          <a:p>
            <a:pPr lvl="0"/>
            <a:r>
              <a:rPr lang="en-US"/>
              <a:t>Click to add bullet point challenge 3</a:t>
            </a:r>
          </a:p>
        </p:txBody>
      </p:sp>
      <p:sp>
        <p:nvSpPr>
          <p:cNvPr id="24" name="Text Placeholder 23">
            <a:extLst>
              <a:ext uri="{FF2B5EF4-FFF2-40B4-BE49-F238E27FC236}">
                <a16:creationId xmlns:a16="http://schemas.microsoft.com/office/drawing/2014/main" id="{BD134B27-C634-024C-53A1-4B0FA77C84E8}"/>
              </a:ext>
            </a:extLst>
          </p:cNvPr>
          <p:cNvSpPr>
            <a:spLocks noGrp="1"/>
          </p:cNvSpPr>
          <p:nvPr>
            <p:ph type="body" sz="quarter" idx="23" hasCustomPrompt="1"/>
          </p:nvPr>
        </p:nvSpPr>
        <p:spPr>
          <a:xfrm>
            <a:off x="7635786" y="4810982"/>
            <a:ext cx="1316027" cy="660747"/>
          </a:xfrm>
        </p:spPr>
        <p:txBody>
          <a:bodyPr/>
          <a:lstStyle>
            <a:lvl1pPr marL="0" indent="0" algn="ctr">
              <a:buFontTx/>
              <a:buNone/>
              <a:defRPr sz="4000" b="1">
                <a:solidFill>
                  <a:schemeClr val="accent4"/>
                </a:solidFill>
              </a:defRPr>
            </a:lvl1pPr>
          </a:lstStyle>
          <a:p>
            <a:pPr lvl="0"/>
            <a:r>
              <a:rPr lang="en-US"/>
              <a:t>00</a:t>
            </a:r>
          </a:p>
        </p:txBody>
      </p:sp>
      <p:sp>
        <p:nvSpPr>
          <p:cNvPr id="25" name="Text Placeholder 23">
            <a:extLst>
              <a:ext uri="{FF2B5EF4-FFF2-40B4-BE49-F238E27FC236}">
                <a16:creationId xmlns:a16="http://schemas.microsoft.com/office/drawing/2014/main" id="{5F216CD8-4EA8-A235-BA98-9D0EA57432DA}"/>
              </a:ext>
            </a:extLst>
          </p:cNvPr>
          <p:cNvSpPr>
            <a:spLocks noGrp="1"/>
          </p:cNvSpPr>
          <p:nvPr>
            <p:ph type="body" sz="quarter" idx="24" hasCustomPrompt="1"/>
          </p:nvPr>
        </p:nvSpPr>
        <p:spPr>
          <a:xfrm>
            <a:off x="7635786" y="5471729"/>
            <a:ext cx="1316027" cy="660748"/>
          </a:xfrm>
        </p:spPr>
        <p:txBody>
          <a:bodyPr/>
          <a:lstStyle>
            <a:lvl1pPr marL="0" indent="0" algn="ctr">
              <a:buFontTx/>
              <a:buNone/>
              <a:defRPr sz="1400" b="0">
                <a:solidFill>
                  <a:schemeClr val="tx1"/>
                </a:solidFill>
              </a:defRPr>
            </a:lvl1pPr>
          </a:lstStyle>
          <a:p>
            <a:pPr lvl="0"/>
            <a:r>
              <a:rPr lang="en-US"/>
              <a:t>stat description</a:t>
            </a:r>
          </a:p>
        </p:txBody>
      </p:sp>
      <p:sp>
        <p:nvSpPr>
          <p:cNvPr id="28" name="Text Placeholder 23">
            <a:extLst>
              <a:ext uri="{FF2B5EF4-FFF2-40B4-BE49-F238E27FC236}">
                <a16:creationId xmlns:a16="http://schemas.microsoft.com/office/drawing/2014/main" id="{F2356EEE-8C62-2789-B087-1ADE54F4A0CD}"/>
              </a:ext>
            </a:extLst>
          </p:cNvPr>
          <p:cNvSpPr>
            <a:spLocks noGrp="1"/>
          </p:cNvSpPr>
          <p:nvPr>
            <p:ph type="body" sz="quarter" idx="25" hasCustomPrompt="1"/>
          </p:nvPr>
        </p:nvSpPr>
        <p:spPr>
          <a:xfrm>
            <a:off x="9077407" y="4810982"/>
            <a:ext cx="1316027" cy="660747"/>
          </a:xfrm>
        </p:spPr>
        <p:txBody>
          <a:bodyPr/>
          <a:lstStyle>
            <a:lvl1pPr marL="0" indent="0" algn="ctr">
              <a:buFontTx/>
              <a:buNone/>
              <a:defRPr sz="4000" b="1">
                <a:solidFill>
                  <a:schemeClr val="accent4"/>
                </a:solidFill>
              </a:defRPr>
            </a:lvl1pPr>
          </a:lstStyle>
          <a:p>
            <a:pPr lvl="0"/>
            <a:r>
              <a:rPr lang="en-US"/>
              <a:t>00</a:t>
            </a:r>
          </a:p>
        </p:txBody>
      </p:sp>
      <p:sp>
        <p:nvSpPr>
          <p:cNvPr id="29" name="Text Placeholder 23">
            <a:extLst>
              <a:ext uri="{FF2B5EF4-FFF2-40B4-BE49-F238E27FC236}">
                <a16:creationId xmlns:a16="http://schemas.microsoft.com/office/drawing/2014/main" id="{67B9DE8C-20A3-D9C6-FD8D-2ED712F8DF93}"/>
              </a:ext>
            </a:extLst>
          </p:cNvPr>
          <p:cNvSpPr>
            <a:spLocks noGrp="1"/>
          </p:cNvSpPr>
          <p:nvPr>
            <p:ph type="body" sz="quarter" idx="26" hasCustomPrompt="1"/>
          </p:nvPr>
        </p:nvSpPr>
        <p:spPr>
          <a:xfrm>
            <a:off x="9077407" y="5471729"/>
            <a:ext cx="1316027" cy="660748"/>
          </a:xfrm>
        </p:spPr>
        <p:txBody>
          <a:bodyPr/>
          <a:lstStyle>
            <a:lvl1pPr marL="0" indent="0" algn="ctr">
              <a:buFontTx/>
              <a:buNone/>
              <a:defRPr sz="1400" b="0">
                <a:solidFill>
                  <a:schemeClr val="tx1"/>
                </a:solidFill>
              </a:defRPr>
            </a:lvl1pPr>
          </a:lstStyle>
          <a:p>
            <a:pPr lvl="0"/>
            <a:r>
              <a:rPr lang="en-US"/>
              <a:t>stat description</a:t>
            </a:r>
          </a:p>
        </p:txBody>
      </p:sp>
      <p:sp>
        <p:nvSpPr>
          <p:cNvPr id="30" name="Text Placeholder 7">
            <a:extLst>
              <a:ext uri="{FF2B5EF4-FFF2-40B4-BE49-F238E27FC236}">
                <a16:creationId xmlns:a16="http://schemas.microsoft.com/office/drawing/2014/main" id="{CF9061BF-56D6-2C2B-A62D-E89DA75FBE7C}"/>
              </a:ext>
            </a:extLst>
          </p:cNvPr>
          <p:cNvSpPr>
            <a:spLocks noGrp="1"/>
          </p:cNvSpPr>
          <p:nvPr>
            <p:ph type="body" sz="quarter" idx="27" hasCustomPrompt="1"/>
          </p:nvPr>
        </p:nvSpPr>
        <p:spPr>
          <a:xfrm>
            <a:off x="566393" y="4039151"/>
            <a:ext cx="2556995" cy="1941254"/>
          </a:xfrm>
        </p:spPr>
        <p:txBody>
          <a:bodyPr/>
          <a:lstStyle>
            <a:lvl1pPr marL="194310" indent="-194310">
              <a:buFont typeface="Arial" panose="020B0604020202020204" pitchFamily="34" charset="0"/>
              <a:buChar char="•"/>
              <a:defRPr b="0"/>
            </a:lvl1pPr>
          </a:lstStyle>
          <a:p>
            <a:pPr lvl="0"/>
            <a:r>
              <a:rPr lang="en-US"/>
              <a:t>Stat here</a:t>
            </a:r>
          </a:p>
          <a:p>
            <a:pPr lvl="0"/>
            <a:r>
              <a:rPr lang="en-US"/>
              <a:t>Stat here</a:t>
            </a:r>
          </a:p>
          <a:p>
            <a:pPr lvl="0"/>
            <a:r>
              <a:rPr lang="en-US"/>
              <a:t>Stat here</a:t>
            </a:r>
          </a:p>
          <a:p>
            <a:pPr lvl="0"/>
            <a:r>
              <a:rPr lang="en-US"/>
              <a:t>Stat here</a:t>
            </a:r>
          </a:p>
          <a:p>
            <a:pPr lvl="0"/>
            <a:r>
              <a:rPr lang="en-US"/>
              <a:t>Stat here</a:t>
            </a:r>
          </a:p>
          <a:p>
            <a:pPr lvl="0"/>
            <a:r>
              <a:rPr lang="en-US"/>
              <a:t>Stat here</a:t>
            </a:r>
          </a:p>
        </p:txBody>
      </p:sp>
      <p:sp>
        <p:nvSpPr>
          <p:cNvPr id="32" name="Text Placeholder 23">
            <a:extLst>
              <a:ext uri="{FF2B5EF4-FFF2-40B4-BE49-F238E27FC236}">
                <a16:creationId xmlns:a16="http://schemas.microsoft.com/office/drawing/2014/main" id="{9522F0A4-C94E-1AED-E693-6A641A5875ED}"/>
              </a:ext>
            </a:extLst>
          </p:cNvPr>
          <p:cNvSpPr>
            <a:spLocks noGrp="1"/>
          </p:cNvSpPr>
          <p:nvPr>
            <p:ph type="body" sz="quarter" idx="28" hasCustomPrompt="1"/>
          </p:nvPr>
        </p:nvSpPr>
        <p:spPr>
          <a:xfrm>
            <a:off x="10496287" y="4810982"/>
            <a:ext cx="1316027" cy="660747"/>
          </a:xfrm>
        </p:spPr>
        <p:txBody>
          <a:bodyPr/>
          <a:lstStyle>
            <a:lvl1pPr marL="0" indent="0" algn="ctr">
              <a:buFontTx/>
              <a:buNone/>
              <a:defRPr sz="4000" b="1">
                <a:solidFill>
                  <a:schemeClr val="accent4"/>
                </a:solidFill>
              </a:defRPr>
            </a:lvl1pPr>
          </a:lstStyle>
          <a:p>
            <a:pPr lvl="0"/>
            <a:r>
              <a:rPr lang="en-US"/>
              <a:t>00</a:t>
            </a:r>
          </a:p>
        </p:txBody>
      </p:sp>
      <p:sp>
        <p:nvSpPr>
          <p:cNvPr id="33" name="Text Placeholder 23">
            <a:extLst>
              <a:ext uri="{FF2B5EF4-FFF2-40B4-BE49-F238E27FC236}">
                <a16:creationId xmlns:a16="http://schemas.microsoft.com/office/drawing/2014/main" id="{C81686CD-FDE5-943D-739D-955F5EF1C30F}"/>
              </a:ext>
            </a:extLst>
          </p:cNvPr>
          <p:cNvSpPr>
            <a:spLocks noGrp="1"/>
          </p:cNvSpPr>
          <p:nvPr>
            <p:ph type="body" sz="quarter" idx="29" hasCustomPrompt="1"/>
          </p:nvPr>
        </p:nvSpPr>
        <p:spPr>
          <a:xfrm>
            <a:off x="10496287" y="5471729"/>
            <a:ext cx="1316027" cy="660748"/>
          </a:xfrm>
        </p:spPr>
        <p:txBody>
          <a:bodyPr/>
          <a:lstStyle>
            <a:lvl1pPr marL="0" indent="0" algn="ctr">
              <a:buFontTx/>
              <a:buNone/>
              <a:defRPr sz="1400" b="0">
                <a:solidFill>
                  <a:schemeClr val="tx1"/>
                </a:solidFill>
              </a:defRPr>
            </a:lvl1pPr>
          </a:lstStyle>
          <a:p>
            <a:pPr lvl="0"/>
            <a:r>
              <a:rPr lang="en-US"/>
              <a:t>stat description</a:t>
            </a:r>
          </a:p>
        </p:txBody>
      </p:sp>
    </p:spTree>
    <p:extLst>
      <p:ext uri="{BB962C8B-B14F-4D97-AF65-F5344CB8AC3E}">
        <p14:creationId xmlns:p14="http://schemas.microsoft.com/office/powerpoint/2010/main" val="263412221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ection Slide - Locker">
    <p:bg>
      <p:bgPr>
        <a:solidFill>
          <a:schemeClr val="bg2"/>
        </a:solidFill>
        <a:effectLst/>
      </p:bgPr>
    </p:bg>
    <p:spTree>
      <p:nvGrpSpPr>
        <p:cNvPr id="1" name=""/>
        <p:cNvGrpSpPr/>
        <p:nvPr/>
      </p:nvGrpSpPr>
      <p:grpSpPr>
        <a:xfrm>
          <a:off x="0" y="0"/>
          <a:ext cx="0" cy="0"/>
          <a:chOff x="0" y="0"/>
          <a:chExt cx="0" cy="0"/>
        </a:xfrm>
      </p:grpSpPr>
      <p:pic>
        <p:nvPicPr>
          <p:cNvPr id="4" name="Picture 3" descr="A row of lockers in different colors&#10;&#10;Description automatically generated">
            <a:extLst>
              <a:ext uri="{FF2B5EF4-FFF2-40B4-BE49-F238E27FC236}">
                <a16:creationId xmlns:a16="http://schemas.microsoft.com/office/drawing/2014/main" id="{A90A4A08-5650-BCC0-AB0D-27F53E3BA1B8}"/>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3792" r="22243" b="2199"/>
          <a:stretch/>
        </p:blipFill>
        <p:spPr>
          <a:xfrm>
            <a:off x="5261503" y="0"/>
            <a:ext cx="6930497" cy="6871996"/>
          </a:xfrm>
          <a:prstGeom prst="rect">
            <a:avLst/>
          </a:prstGeom>
          <a:ln>
            <a:noFill/>
          </a:ln>
        </p:spPr>
      </p:pic>
      <p:sp>
        <p:nvSpPr>
          <p:cNvPr id="12" name="Freeform 11">
            <a:extLst>
              <a:ext uri="{FF2B5EF4-FFF2-40B4-BE49-F238E27FC236}">
                <a16:creationId xmlns:a16="http://schemas.microsoft.com/office/drawing/2014/main" id="{A71BE1C5-5E87-7C08-8C4E-196673384976}"/>
              </a:ext>
            </a:extLst>
          </p:cNvPr>
          <p:cNvSpPr/>
          <p:nvPr userDrawn="1"/>
        </p:nvSpPr>
        <p:spPr>
          <a:xfrm>
            <a:off x="0" y="-12908"/>
            <a:ext cx="6386743" cy="6903566"/>
          </a:xfrm>
          <a:custGeom>
            <a:avLst/>
            <a:gdLst>
              <a:gd name="connsiteX0" fmla="*/ 0 w 6486374"/>
              <a:gd name="connsiteY0" fmla="*/ 0 h 6871996"/>
              <a:gd name="connsiteX1" fmla="*/ 6486374 w 6486374"/>
              <a:gd name="connsiteY1" fmla="*/ 0 h 6871996"/>
              <a:gd name="connsiteX2" fmla="*/ 6464163 w 6486374"/>
              <a:gd name="connsiteY2" fmla="*/ 20187 h 6871996"/>
              <a:gd name="connsiteX3" fmla="*/ 6125321 w 6486374"/>
              <a:gd name="connsiteY3" fmla="*/ 838223 h 6871996"/>
              <a:gd name="connsiteX4" fmla="*/ 6125321 w 6486374"/>
              <a:gd name="connsiteY4" fmla="*/ 6532395 h 6871996"/>
              <a:gd name="connsiteX5" fmla="*/ 6148825 w 6486374"/>
              <a:gd name="connsiteY5" fmla="*/ 6765546 h 6871996"/>
              <a:gd name="connsiteX6" fmla="*/ 6181869 w 6486374"/>
              <a:gd name="connsiteY6" fmla="*/ 6871996 h 6871996"/>
              <a:gd name="connsiteX7" fmla="*/ 0 w 6486374"/>
              <a:gd name="connsiteY7" fmla="*/ 6871996 h 6871996"/>
              <a:gd name="connsiteX0" fmla="*/ 0 w 6486374"/>
              <a:gd name="connsiteY0" fmla="*/ 0 h 6871996"/>
              <a:gd name="connsiteX1" fmla="*/ 6486374 w 6486374"/>
              <a:gd name="connsiteY1" fmla="*/ 0 h 6871996"/>
              <a:gd name="connsiteX2" fmla="*/ 6464163 w 6486374"/>
              <a:gd name="connsiteY2" fmla="*/ 20187 h 6871996"/>
              <a:gd name="connsiteX3" fmla="*/ 6236157 w 6486374"/>
              <a:gd name="connsiteY3" fmla="*/ 1724914 h 6871996"/>
              <a:gd name="connsiteX4" fmla="*/ 6125321 w 6486374"/>
              <a:gd name="connsiteY4" fmla="*/ 6532395 h 6871996"/>
              <a:gd name="connsiteX5" fmla="*/ 6148825 w 6486374"/>
              <a:gd name="connsiteY5" fmla="*/ 6765546 h 6871996"/>
              <a:gd name="connsiteX6" fmla="*/ 6181869 w 6486374"/>
              <a:gd name="connsiteY6" fmla="*/ 6871996 h 6871996"/>
              <a:gd name="connsiteX7" fmla="*/ 0 w 6486374"/>
              <a:gd name="connsiteY7" fmla="*/ 6871996 h 6871996"/>
              <a:gd name="connsiteX8" fmla="*/ 0 w 6486374"/>
              <a:gd name="connsiteY8" fmla="*/ 0 h 6871996"/>
              <a:gd name="connsiteX0" fmla="*/ 0 w 6486374"/>
              <a:gd name="connsiteY0" fmla="*/ 0 h 6871996"/>
              <a:gd name="connsiteX1" fmla="*/ 6486374 w 6486374"/>
              <a:gd name="connsiteY1" fmla="*/ 0 h 6871996"/>
              <a:gd name="connsiteX2" fmla="*/ 6464163 w 6486374"/>
              <a:gd name="connsiteY2" fmla="*/ 20187 h 6871996"/>
              <a:gd name="connsiteX3" fmla="*/ 6236157 w 6486374"/>
              <a:gd name="connsiteY3" fmla="*/ 1724914 h 6871996"/>
              <a:gd name="connsiteX4" fmla="*/ 6042194 w 6486374"/>
              <a:gd name="connsiteY4" fmla="*/ 5922795 h 6871996"/>
              <a:gd name="connsiteX5" fmla="*/ 6148825 w 6486374"/>
              <a:gd name="connsiteY5" fmla="*/ 6765546 h 6871996"/>
              <a:gd name="connsiteX6" fmla="*/ 6181869 w 6486374"/>
              <a:gd name="connsiteY6" fmla="*/ 6871996 h 6871996"/>
              <a:gd name="connsiteX7" fmla="*/ 0 w 6486374"/>
              <a:gd name="connsiteY7" fmla="*/ 6871996 h 6871996"/>
              <a:gd name="connsiteX8" fmla="*/ 0 w 6486374"/>
              <a:gd name="connsiteY8" fmla="*/ 0 h 6871996"/>
              <a:gd name="connsiteX0" fmla="*/ 0 w 6486374"/>
              <a:gd name="connsiteY0" fmla="*/ 0 h 6871996"/>
              <a:gd name="connsiteX1" fmla="*/ 6486374 w 6486374"/>
              <a:gd name="connsiteY1" fmla="*/ 0 h 6871996"/>
              <a:gd name="connsiteX2" fmla="*/ 6464163 w 6486374"/>
              <a:gd name="connsiteY2" fmla="*/ 20187 h 6871996"/>
              <a:gd name="connsiteX3" fmla="*/ 6236157 w 6486374"/>
              <a:gd name="connsiteY3" fmla="*/ 1724914 h 6871996"/>
              <a:gd name="connsiteX4" fmla="*/ 6028340 w 6486374"/>
              <a:gd name="connsiteY4" fmla="*/ 5673413 h 6871996"/>
              <a:gd name="connsiteX5" fmla="*/ 6148825 w 6486374"/>
              <a:gd name="connsiteY5" fmla="*/ 6765546 h 6871996"/>
              <a:gd name="connsiteX6" fmla="*/ 6181869 w 6486374"/>
              <a:gd name="connsiteY6" fmla="*/ 6871996 h 6871996"/>
              <a:gd name="connsiteX7" fmla="*/ 0 w 6486374"/>
              <a:gd name="connsiteY7" fmla="*/ 6871996 h 6871996"/>
              <a:gd name="connsiteX8" fmla="*/ 0 w 6486374"/>
              <a:gd name="connsiteY8" fmla="*/ 0 h 6871996"/>
              <a:gd name="connsiteX0" fmla="*/ 0 w 6486374"/>
              <a:gd name="connsiteY0" fmla="*/ 0 h 6871996"/>
              <a:gd name="connsiteX1" fmla="*/ 6486374 w 6486374"/>
              <a:gd name="connsiteY1" fmla="*/ 0 h 6871996"/>
              <a:gd name="connsiteX2" fmla="*/ 6464163 w 6486374"/>
              <a:gd name="connsiteY2" fmla="*/ 20187 h 6871996"/>
              <a:gd name="connsiteX3" fmla="*/ 6236157 w 6486374"/>
              <a:gd name="connsiteY3" fmla="*/ 1724914 h 6871996"/>
              <a:gd name="connsiteX4" fmla="*/ 6028340 w 6486374"/>
              <a:gd name="connsiteY4" fmla="*/ 5673413 h 6871996"/>
              <a:gd name="connsiteX5" fmla="*/ 6121116 w 6486374"/>
              <a:gd name="connsiteY5" fmla="*/ 6211364 h 6871996"/>
              <a:gd name="connsiteX6" fmla="*/ 6181869 w 6486374"/>
              <a:gd name="connsiteY6" fmla="*/ 6871996 h 6871996"/>
              <a:gd name="connsiteX7" fmla="*/ 0 w 6486374"/>
              <a:gd name="connsiteY7" fmla="*/ 6871996 h 6871996"/>
              <a:gd name="connsiteX8" fmla="*/ 0 w 6486374"/>
              <a:gd name="connsiteY8" fmla="*/ 0 h 6871996"/>
              <a:gd name="connsiteX0" fmla="*/ 0 w 6486374"/>
              <a:gd name="connsiteY0" fmla="*/ 0 h 6871996"/>
              <a:gd name="connsiteX1" fmla="*/ 6486374 w 6486374"/>
              <a:gd name="connsiteY1" fmla="*/ 0 h 6871996"/>
              <a:gd name="connsiteX2" fmla="*/ 6464163 w 6486374"/>
              <a:gd name="connsiteY2" fmla="*/ 20187 h 6871996"/>
              <a:gd name="connsiteX3" fmla="*/ 6236157 w 6486374"/>
              <a:gd name="connsiteY3" fmla="*/ 1724914 h 6871996"/>
              <a:gd name="connsiteX4" fmla="*/ 6125322 w 6486374"/>
              <a:gd name="connsiteY4" fmla="*/ 5049958 h 6871996"/>
              <a:gd name="connsiteX5" fmla="*/ 6121116 w 6486374"/>
              <a:gd name="connsiteY5" fmla="*/ 6211364 h 6871996"/>
              <a:gd name="connsiteX6" fmla="*/ 6181869 w 6486374"/>
              <a:gd name="connsiteY6" fmla="*/ 6871996 h 6871996"/>
              <a:gd name="connsiteX7" fmla="*/ 0 w 6486374"/>
              <a:gd name="connsiteY7" fmla="*/ 6871996 h 6871996"/>
              <a:gd name="connsiteX8" fmla="*/ 0 w 6486374"/>
              <a:gd name="connsiteY8" fmla="*/ 0 h 6871996"/>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125322 w 6486374"/>
              <a:gd name="connsiteY4" fmla="*/ 5049958 h 6885850"/>
              <a:gd name="connsiteX5" fmla="*/ 6121116 w 6486374"/>
              <a:gd name="connsiteY5" fmla="*/ 6211364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125322 w 6486374"/>
              <a:gd name="connsiteY4" fmla="*/ 5049958 h 6885850"/>
              <a:gd name="connsiteX5" fmla="*/ 6218098 w 6486374"/>
              <a:gd name="connsiteY5" fmla="*/ 6225218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18098 w 6486374"/>
              <a:gd name="connsiteY5" fmla="*/ 6225218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43701 w 6486374"/>
              <a:gd name="connsiteY5" fmla="*/ 6032035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43701 w 6486374"/>
              <a:gd name="connsiteY5" fmla="*/ 6032035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43702 w 6486374"/>
              <a:gd name="connsiteY5" fmla="*/ 6019156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56504 w 6486374"/>
              <a:gd name="connsiteY5" fmla="*/ 5993398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30902 w 6486374"/>
              <a:gd name="connsiteY5" fmla="*/ 5890367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30902 w 6486374"/>
              <a:gd name="connsiteY5" fmla="*/ 5890367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30902 w 6486374"/>
              <a:gd name="connsiteY5" fmla="*/ 5890367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91261"/>
              <a:gd name="connsiteX1" fmla="*/ 6486374 w 6486374"/>
              <a:gd name="connsiteY1" fmla="*/ 0 h 6891261"/>
              <a:gd name="connsiteX2" fmla="*/ 6464163 w 6486374"/>
              <a:gd name="connsiteY2" fmla="*/ 20187 h 6891261"/>
              <a:gd name="connsiteX3" fmla="*/ 6236157 w 6486374"/>
              <a:gd name="connsiteY3" fmla="*/ 1724914 h 6891261"/>
              <a:gd name="connsiteX4" fmla="*/ 6214935 w 6486374"/>
              <a:gd name="connsiteY4" fmla="*/ 4921170 h 6891261"/>
              <a:gd name="connsiteX5" fmla="*/ 6230902 w 6486374"/>
              <a:gd name="connsiteY5" fmla="*/ 5890367 h 6891261"/>
              <a:gd name="connsiteX6" fmla="*/ 6228167 w 6486374"/>
              <a:gd name="connsiteY6" fmla="*/ 6891261 h 6891261"/>
              <a:gd name="connsiteX7" fmla="*/ 0 w 6486374"/>
              <a:gd name="connsiteY7" fmla="*/ 6871996 h 6891261"/>
              <a:gd name="connsiteX8" fmla="*/ 0 w 6486374"/>
              <a:gd name="connsiteY8" fmla="*/ 0 h 6891261"/>
              <a:gd name="connsiteX0" fmla="*/ 0 w 6486374"/>
              <a:gd name="connsiteY0" fmla="*/ 0 h 6891261"/>
              <a:gd name="connsiteX1" fmla="*/ 6486374 w 6486374"/>
              <a:gd name="connsiteY1" fmla="*/ 0 h 6891261"/>
              <a:gd name="connsiteX2" fmla="*/ 6464163 w 6486374"/>
              <a:gd name="connsiteY2" fmla="*/ 20187 h 6891261"/>
              <a:gd name="connsiteX3" fmla="*/ 6236157 w 6486374"/>
              <a:gd name="connsiteY3" fmla="*/ 1724914 h 6891261"/>
              <a:gd name="connsiteX4" fmla="*/ 6227974 w 6486374"/>
              <a:gd name="connsiteY4" fmla="*/ 3435763 h 6891261"/>
              <a:gd name="connsiteX5" fmla="*/ 6214935 w 6486374"/>
              <a:gd name="connsiteY5" fmla="*/ 4921170 h 6891261"/>
              <a:gd name="connsiteX6" fmla="*/ 6230902 w 6486374"/>
              <a:gd name="connsiteY6" fmla="*/ 5890367 h 6891261"/>
              <a:gd name="connsiteX7" fmla="*/ 6228167 w 6486374"/>
              <a:gd name="connsiteY7" fmla="*/ 6891261 h 6891261"/>
              <a:gd name="connsiteX8" fmla="*/ 0 w 6486374"/>
              <a:gd name="connsiteY8" fmla="*/ 6871996 h 6891261"/>
              <a:gd name="connsiteX9" fmla="*/ 0 w 6486374"/>
              <a:gd name="connsiteY9" fmla="*/ 0 h 6891261"/>
              <a:gd name="connsiteX0" fmla="*/ 0 w 6486374"/>
              <a:gd name="connsiteY0" fmla="*/ 0 h 6891261"/>
              <a:gd name="connsiteX1" fmla="*/ 6486374 w 6486374"/>
              <a:gd name="connsiteY1" fmla="*/ 0 h 6891261"/>
              <a:gd name="connsiteX2" fmla="*/ 6464163 w 6486374"/>
              <a:gd name="connsiteY2" fmla="*/ 20187 h 6891261"/>
              <a:gd name="connsiteX3" fmla="*/ 6236157 w 6486374"/>
              <a:gd name="connsiteY3" fmla="*/ 1724914 h 6891261"/>
              <a:gd name="connsiteX4" fmla="*/ 6201083 w 6486374"/>
              <a:gd name="connsiteY4" fmla="*/ 3408709 h 6891261"/>
              <a:gd name="connsiteX5" fmla="*/ 6214935 w 6486374"/>
              <a:gd name="connsiteY5" fmla="*/ 4921170 h 6891261"/>
              <a:gd name="connsiteX6" fmla="*/ 6230902 w 6486374"/>
              <a:gd name="connsiteY6" fmla="*/ 5890367 h 6891261"/>
              <a:gd name="connsiteX7" fmla="*/ 6228167 w 6486374"/>
              <a:gd name="connsiteY7" fmla="*/ 6891261 h 6891261"/>
              <a:gd name="connsiteX8" fmla="*/ 0 w 6486374"/>
              <a:gd name="connsiteY8" fmla="*/ 6871996 h 6891261"/>
              <a:gd name="connsiteX9" fmla="*/ 0 w 6486374"/>
              <a:gd name="connsiteY9" fmla="*/ 0 h 6891261"/>
              <a:gd name="connsiteX0" fmla="*/ 0 w 6486374"/>
              <a:gd name="connsiteY0" fmla="*/ 0 h 6891261"/>
              <a:gd name="connsiteX1" fmla="*/ 6486374 w 6486374"/>
              <a:gd name="connsiteY1" fmla="*/ 0 h 6891261"/>
              <a:gd name="connsiteX2" fmla="*/ 6464163 w 6486374"/>
              <a:gd name="connsiteY2" fmla="*/ 20187 h 6891261"/>
              <a:gd name="connsiteX3" fmla="*/ 6198509 w 6486374"/>
              <a:gd name="connsiteY3" fmla="*/ 1530131 h 6891261"/>
              <a:gd name="connsiteX4" fmla="*/ 6201083 w 6486374"/>
              <a:gd name="connsiteY4" fmla="*/ 3408709 h 6891261"/>
              <a:gd name="connsiteX5" fmla="*/ 6214935 w 6486374"/>
              <a:gd name="connsiteY5" fmla="*/ 4921170 h 6891261"/>
              <a:gd name="connsiteX6" fmla="*/ 6230902 w 6486374"/>
              <a:gd name="connsiteY6" fmla="*/ 5890367 h 6891261"/>
              <a:gd name="connsiteX7" fmla="*/ 6228167 w 6486374"/>
              <a:gd name="connsiteY7" fmla="*/ 6891261 h 6891261"/>
              <a:gd name="connsiteX8" fmla="*/ 0 w 6486374"/>
              <a:gd name="connsiteY8" fmla="*/ 6871996 h 6891261"/>
              <a:gd name="connsiteX9" fmla="*/ 0 w 6486374"/>
              <a:gd name="connsiteY9" fmla="*/ 0 h 6891261"/>
              <a:gd name="connsiteX0" fmla="*/ 0 w 6486374"/>
              <a:gd name="connsiteY0" fmla="*/ 0 h 6891261"/>
              <a:gd name="connsiteX1" fmla="*/ 6486374 w 6486374"/>
              <a:gd name="connsiteY1" fmla="*/ 0 h 6891261"/>
              <a:gd name="connsiteX2" fmla="*/ 6464163 w 6486374"/>
              <a:gd name="connsiteY2" fmla="*/ 20187 h 6891261"/>
              <a:gd name="connsiteX3" fmla="*/ 6198509 w 6486374"/>
              <a:gd name="connsiteY3" fmla="*/ 1530131 h 6891261"/>
              <a:gd name="connsiteX4" fmla="*/ 6201083 w 6486374"/>
              <a:gd name="connsiteY4" fmla="*/ 3408709 h 6891261"/>
              <a:gd name="connsiteX5" fmla="*/ 6214935 w 6486374"/>
              <a:gd name="connsiteY5" fmla="*/ 4921170 h 6891261"/>
              <a:gd name="connsiteX6" fmla="*/ 6230902 w 6486374"/>
              <a:gd name="connsiteY6" fmla="*/ 5890367 h 6891261"/>
              <a:gd name="connsiteX7" fmla="*/ 6228167 w 6486374"/>
              <a:gd name="connsiteY7" fmla="*/ 6891261 h 6891261"/>
              <a:gd name="connsiteX8" fmla="*/ 0 w 6486374"/>
              <a:gd name="connsiteY8" fmla="*/ 6871996 h 6891261"/>
              <a:gd name="connsiteX9" fmla="*/ 0 w 6486374"/>
              <a:gd name="connsiteY9" fmla="*/ 0 h 6891261"/>
              <a:gd name="connsiteX0" fmla="*/ 0 w 6486374"/>
              <a:gd name="connsiteY0" fmla="*/ 0 h 6891261"/>
              <a:gd name="connsiteX1" fmla="*/ 6486374 w 6486374"/>
              <a:gd name="connsiteY1" fmla="*/ 0 h 6891261"/>
              <a:gd name="connsiteX2" fmla="*/ 6464163 w 6486374"/>
              <a:gd name="connsiteY2" fmla="*/ 20187 h 6891261"/>
              <a:gd name="connsiteX3" fmla="*/ 6281756 w 6486374"/>
              <a:gd name="connsiteY3" fmla="*/ 416620 h 6891261"/>
              <a:gd name="connsiteX4" fmla="*/ 6198509 w 6486374"/>
              <a:gd name="connsiteY4" fmla="*/ 1530131 h 6891261"/>
              <a:gd name="connsiteX5" fmla="*/ 6201083 w 6486374"/>
              <a:gd name="connsiteY5" fmla="*/ 3408709 h 6891261"/>
              <a:gd name="connsiteX6" fmla="*/ 6214935 w 6486374"/>
              <a:gd name="connsiteY6" fmla="*/ 4921170 h 6891261"/>
              <a:gd name="connsiteX7" fmla="*/ 6230902 w 6486374"/>
              <a:gd name="connsiteY7" fmla="*/ 5890367 h 6891261"/>
              <a:gd name="connsiteX8" fmla="*/ 6228167 w 6486374"/>
              <a:gd name="connsiteY8" fmla="*/ 6891261 h 6891261"/>
              <a:gd name="connsiteX9" fmla="*/ 0 w 6486374"/>
              <a:gd name="connsiteY9" fmla="*/ 6871996 h 6891261"/>
              <a:gd name="connsiteX10" fmla="*/ 0 w 6486374"/>
              <a:gd name="connsiteY10" fmla="*/ 0 h 6891261"/>
              <a:gd name="connsiteX0" fmla="*/ 0 w 6486374"/>
              <a:gd name="connsiteY0" fmla="*/ 0 h 6891261"/>
              <a:gd name="connsiteX1" fmla="*/ 6486374 w 6486374"/>
              <a:gd name="connsiteY1" fmla="*/ 0 h 6891261"/>
              <a:gd name="connsiteX2" fmla="*/ 6464163 w 6486374"/>
              <a:gd name="connsiteY2" fmla="*/ 20187 h 6891261"/>
              <a:gd name="connsiteX3" fmla="*/ 6249487 w 6486374"/>
              <a:gd name="connsiteY3" fmla="*/ 459905 h 6891261"/>
              <a:gd name="connsiteX4" fmla="*/ 6198509 w 6486374"/>
              <a:gd name="connsiteY4" fmla="*/ 1530131 h 6891261"/>
              <a:gd name="connsiteX5" fmla="*/ 6201083 w 6486374"/>
              <a:gd name="connsiteY5" fmla="*/ 3408709 h 6891261"/>
              <a:gd name="connsiteX6" fmla="*/ 6214935 w 6486374"/>
              <a:gd name="connsiteY6" fmla="*/ 4921170 h 6891261"/>
              <a:gd name="connsiteX7" fmla="*/ 6230902 w 6486374"/>
              <a:gd name="connsiteY7" fmla="*/ 5890367 h 6891261"/>
              <a:gd name="connsiteX8" fmla="*/ 6228167 w 6486374"/>
              <a:gd name="connsiteY8" fmla="*/ 6891261 h 6891261"/>
              <a:gd name="connsiteX9" fmla="*/ 0 w 6486374"/>
              <a:gd name="connsiteY9" fmla="*/ 6871996 h 6891261"/>
              <a:gd name="connsiteX10" fmla="*/ 0 w 6486374"/>
              <a:gd name="connsiteY10" fmla="*/ 0 h 6891261"/>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198509 w 6486374"/>
              <a:gd name="connsiteY4" fmla="*/ 1531587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198509 w 6486374"/>
              <a:gd name="connsiteY4" fmla="*/ 1531587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198509 w 6486374"/>
              <a:gd name="connsiteY4" fmla="*/ 1531587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198509 w 6486374"/>
              <a:gd name="connsiteY4" fmla="*/ 1531587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198509 w 6486374"/>
              <a:gd name="connsiteY4" fmla="*/ 1531587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49344 w 6486374"/>
              <a:gd name="connsiteY5" fmla="*/ 3466809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49344 w 6486374"/>
              <a:gd name="connsiteY5" fmla="*/ 3466809 h 6892717"/>
              <a:gd name="connsiteX6" fmla="*/ 6214935 w 6486374"/>
              <a:gd name="connsiteY6" fmla="*/ 4922626 h 6892717"/>
              <a:gd name="connsiteX7" fmla="*/ 6230902 w 6486374"/>
              <a:gd name="connsiteY7" fmla="*/ 5891823 h 6892717"/>
              <a:gd name="connsiteX8" fmla="*/ 6320210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49344 w 6486374"/>
              <a:gd name="connsiteY5" fmla="*/ 3466809 h 6892717"/>
              <a:gd name="connsiteX6" fmla="*/ 6214935 w 6486374"/>
              <a:gd name="connsiteY6" fmla="*/ 4922626 h 6892717"/>
              <a:gd name="connsiteX7" fmla="*/ 6230902 w 6486374"/>
              <a:gd name="connsiteY7" fmla="*/ 5891823 h 6892717"/>
              <a:gd name="connsiteX8" fmla="*/ 6320210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317301 w 6486374"/>
              <a:gd name="connsiteY5" fmla="*/ 3483900 h 6892717"/>
              <a:gd name="connsiteX6" fmla="*/ 6214935 w 6486374"/>
              <a:gd name="connsiteY6" fmla="*/ 4922626 h 6892717"/>
              <a:gd name="connsiteX7" fmla="*/ 6230902 w 6486374"/>
              <a:gd name="connsiteY7" fmla="*/ 5891823 h 6892717"/>
              <a:gd name="connsiteX8" fmla="*/ 6320210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74829 w 6486374"/>
              <a:gd name="connsiteY5" fmla="*/ 3483900 h 6892717"/>
              <a:gd name="connsiteX6" fmla="*/ 6214935 w 6486374"/>
              <a:gd name="connsiteY6" fmla="*/ 4922626 h 6892717"/>
              <a:gd name="connsiteX7" fmla="*/ 6230902 w 6486374"/>
              <a:gd name="connsiteY7" fmla="*/ 5891823 h 6892717"/>
              <a:gd name="connsiteX8" fmla="*/ 6320210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15366 w 6486374"/>
              <a:gd name="connsiteY5" fmla="*/ 3509538 h 6892717"/>
              <a:gd name="connsiteX6" fmla="*/ 6214935 w 6486374"/>
              <a:gd name="connsiteY6" fmla="*/ 4922626 h 6892717"/>
              <a:gd name="connsiteX7" fmla="*/ 6230902 w 6486374"/>
              <a:gd name="connsiteY7" fmla="*/ 5891823 h 6892717"/>
              <a:gd name="connsiteX8" fmla="*/ 6320210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74828 w 6486374"/>
              <a:gd name="connsiteY5" fmla="*/ 3500992 h 6892717"/>
              <a:gd name="connsiteX6" fmla="*/ 6214935 w 6486374"/>
              <a:gd name="connsiteY6" fmla="*/ 4922626 h 6892717"/>
              <a:gd name="connsiteX7" fmla="*/ 6230902 w 6486374"/>
              <a:gd name="connsiteY7" fmla="*/ 5891823 h 6892717"/>
              <a:gd name="connsiteX8" fmla="*/ 6320210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74828 w 6486374"/>
              <a:gd name="connsiteY5" fmla="*/ 3500992 h 6892717"/>
              <a:gd name="connsiteX6" fmla="*/ 6266579 w 6486374"/>
              <a:gd name="connsiteY6" fmla="*/ 4829108 h 6892717"/>
              <a:gd name="connsiteX7" fmla="*/ 6230902 w 6486374"/>
              <a:gd name="connsiteY7" fmla="*/ 5891823 h 6892717"/>
              <a:gd name="connsiteX8" fmla="*/ 6320210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74828 w 6486374"/>
              <a:gd name="connsiteY5" fmla="*/ 3500992 h 6892717"/>
              <a:gd name="connsiteX6" fmla="*/ 6266579 w 6486374"/>
              <a:gd name="connsiteY6" fmla="*/ 4829108 h 6892717"/>
              <a:gd name="connsiteX7" fmla="*/ 6313532 w 6486374"/>
              <a:gd name="connsiteY7" fmla="*/ 5995733 h 6892717"/>
              <a:gd name="connsiteX8" fmla="*/ 6320210 w 6486374"/>
              <a:gd name="connsiteY8" fmla="*/ 6892717 h 6892717"/>
              <a:gd name="connsiteX9" fmla="*/ 0 w 6486374"/>
              <a:gd name="connsiteY9" fmla="*/ 6873452 h 6892717"/>
              <a:gd name="connsiteX10" fmla="*/ 0 w 6486374"/>
              <a:gd name="connsiteY10" fmla="*/ 1456 h 6892717"/>
              <a:gd name="connsiteX0" fmla="*/ 0 w 6486374"/>
              <a:gd name="connsiteY0" fmla="*/ 11847 h 6903108"/>
              <a:gd name="connsiteX1" fmla="*/ 6486374 w 6486374"/>
              <a:gd name="connsiteY1" fmla="*/ 11847 h 6903108"/>
              <a:gd name="connsiteX2" fmla="*/ 6176062 w 6486374"/>
              <a:gd name="connsiteY2" fmla="*/ 0 h 6903108"/>
              <a:gd name="connsiteX3" fmla="*/ 6249487 w 6486374"/>
              <a:gd name="connsiteY3" fmla="*/ 471752 h 6903108"/>
              <a:gd name="connsiteX4" fmla="*/ 6246770 w 6486374"/>
              <a:gd name="connsiteY4" fmla="*/ 1598622 h 6903108"/>
              <a:gd name="connsiteX5" fmla="*/ 6274828 w 6486374"/>
              <a:gd name="connsiteY5" fmla="*/ 3511383 h 6903108"/>
              <a:gd name="connsiteX6" fmla="*/ 6266579 w 6486374"/>
              <a:gd name="connsiteY6" fmla="*/ 4839499 h 6903108"/>
              <a:gd name="connsiteX7" fmla="*/ 6313532 w 6486374"/>
              <a:gd name="connsiteY7" fmla="*/ 6006124 h 6903108"/>
              <a:gd name="connsiteX8" fmla="*/ 6320210 w 6486374"/>
              <a:gd name="connsiteY8" fmla="*/ 6903108 h 6903108"/>
              <a:gd name="connsiteX9" fmla="*/ 0 w 6486374"/>
              <a:gd name="connsiteY9" fmla="*/ 6883843 h 6903108"/>
              <a:gd name="connsiteX10" fmla="*/ 0 w 6486374"/>
              <a:gd name="connsiteY10" fmla="*/ 11847 h 6903108"/>
              <a:gd name="connsiteX0" fmla="*/ 0 w 6320210"/>
              <a:gd name="connsiteY0" fmla="*/ 11847 h 6903108"/>
              <a:gd name="connsiteX1" fmla="*/ 5536142 w 6320210"/>
              <a:gd name="connsiteY1" fmla="*/ 1456 h 6903108"/>
              <a:gd name="connsiteX2" fmla="*/ 6176062 w 6320210"/>
              <a:gd name="connsiteY2" fmla="*/ 0 h 6903108"/>
              <a:gd name="connsiteX3" fmla="*/ 6249487 w 6320210"/>
              <a:gd name="connsiteY3" fmla="*/ 471752 h 6903108"/>
              <a:gd name="connsiteX4" fmla="*/ 6246770 w 6320210"/>
              <a:gd name="connsiteY4" fmla="*/ 1598622 h 6903108"/>
              <a:gd name="connsiteX5" fmla="*/ 6274828 w 6320210"/>
              <a:gd name="connsiteY5" fmla="*/ 3511383 h 6903108"/>
              <a:gd name="connsiteX6" fmla="*/ 6266579 w 6320210"/>
              <a:gd name="connsiteY6" fmla="*/ 4839499 h 6903108"/>
              <a:gd name="connsiteX7" fmla="*/ 6313532 w 6320210"/>
              <a:gd name="connsiteY7" fmla="*/ 6006124 h 6903108"/>
              <a:gd name="connsiteX8" fmla="*/ 6320210 w 6320210"/>
              <a:gd name="connsiteY8" fmla="*/ 6903108 h 6903108"/>
              <a:gd name="connsiteX9" fmla="*/ 0 w 6320210"/>
              <a:gd name="connsiteY9" fmla="*/ 6883843 h 6903108"/>
              <a:gd name="connsiteX10" fmla="*/ 0 w 6320210"/>
              <a:gd name="connsiteY10" fmla="*/ 11847 h 6903108"/>
              <a:gd name="connsiteX0" fmla="*/ 0 w 6320210"/>
              <a:gd name="connsiteY0" fmla="*/ 10391 h 6901652"/>
              <a:gd name="connsiteX1" fmla="*/ 5536142 w 6320210"/>
              <a:gd name="connsiteY1" fmla="*/ 0 h 6901652"/>
              <a:gd name="connsiteX2" fmla="*/ 6248362 w 6320210"/>
              <a:gd name="connsiteY2" fmla="*/ 8935 h 6901652"/>
              <a:gd name="connsiteX3" fmla="*/ 6249487 w 6320210"/>
              <a:gd name="connsiteY3" fmla="*/ 470296 h 6901652"/>
              <a:gd name="connsiteX4" fmla="*/ 6246770 w 6320210"/>
              <a:gd name="connsiteY4" fmla="*/ 1597166 h 6901652"/>
              <a:gd name="connsiteX5" fmla="*/ 6274828 w 6320210"/>
              <a:gd name="connsiteY5" fmla="*/ 3509927 h 6901652"/>
              <a:gd name="connsiteX6" fmla="*/ 6266579 w 6320210"/>
              <a:gd name="connsiteY6" fmla="*/ 4838043 h 6901652"/>
              <a:gd name="connsiteX7" fmla="*/ 6313532 w 6320210"/>
              <a:gd name="connsiteY7" fmla="*/ 6004668 h 6901652"/>
              <a:gd name="connsiteX8" fmla="*/ 6320210 w 6320210"/>
              <a:gd name="connsiteY8" fmla="*/ 6901652 h 6901652"/>
              <a:gd name="connsiteX9" fmla="*/ 0 w 6320210"/>
              <a:gd name="connsiteY9" fmla="*/ 6882387 h 6901652"/>
              <a:gd name="connsiteX10" fmla="*/ 0 w 6320210"/>
              <a:gd name="connsiteY10" fmla="*/ 10391 h 6901652"/>
              <a:gd name="connsiteX0" fmla="*/ 0 w 6347223"/>
              <a:gd name="connsiteY0" fmla="*/ 10391 h 6901652"/>
              <a:gd name="connsiteX1" fmla="*/ 5536142 w 6347223"/>
              <a:gd name="connsiteY1" fmla="*/ 0 h 6901652"/>
              <a:gd name="connsiteX2" fmla="*/ 6248362 w 6347223"/>
              <a:gd name="connsiteY2" fmla="*/ 8935 h 6901652"/>
              <a:gd name="connsiteX3" fmla="*/ 6249487 w 6347223"/>
              <a:gd name="connsiteY3" fmla="*/ 470296 h 6901652"/>
              <a:gd name="connsiteX4" fmla="*/ 6246770 w 6347223"/>
              <a:gd name="connsiteY4" fmla="*/ 1597166 h 6901652"/>
              <a:gd name="connsiteX5" fmla="*/ 6347129 w 6347223"/>
              <a:gd name="connsiteY5" fmla="*/ 3499536 h 6901652"/>
              <a:gd name="connsiteX6" fmla="*/ 6266579 w 6347223"/>
              <a:gd name="connsiteY6" fmla="*/ 4838043 h 6901652"/>
              <a:gd name="connsiteX7" fmla="*/ 6313532 w 6347223"/>
              <a:gd name="connsiteY7" fmla="*/ 6004668 h 6901652"/>
              <a:gd name="connsiteX8" fmla="*/ 6320210 w 6347223"/>
              <a:gd name="connsiteY8" fmla="*/ 6901652 h 6901652"/>
              <a:gd name="connsiteX9" fmla="*/ 0 w 6347223"/>
              <a:gd name="connsiteY9" fmla="*/ 6882387 h 6901652"/>
              <a:gd name="connsiteX10" fmla="*/ 0 w 6347223"/>
              <a:gd name="connsiteY10" fmla="*/ 10391 h 6901652"/>
              <a:gd name="connsiteX0" fmla="*/ 0 w 6320210"/>
              <a:gd name="connsiteY0" fmla="*/ 10391 h 6901652"/>
              <a:gd name="connsiteX1" fmla="*/ 5536142 w 6320210"/>
              <a:gd name="connsiteY1" fmla="*/ 0 h 6901652"/>
              <a:gd name="connsiteX2" fmla="*/ 6248362 w 6320210"/>
              <a:gd name="connsiteY2" fmla="*/ 8935 h 6901652"/>
              <a:gd name="connsiteX3" fmla="*/ 6249487 w 6320210"/>
              <a:gd name="connsiteY3" fmla="*/ 470296 h 6901652"/>
              <a:gd name="connsiteX4" fmla="*/ 6246770 w 6320210"/>
              <a:gd name="connsiteY4" fmla="*/ 1597166 h 6901652"/>
              <a:gd name="connsiteX5" fmla="*/ 6305815 w 6320210"/>
              <a:gd name="connsiteY5" fmla="*/ 3374845 h 6901652"/>
              <a:gd name="connsiteX6" fmla="*/ 6266579 w 6320210"/>
              <a:gd name="connsiteY6" fmla="*/ 4838043 h 6901652"/>
              <a:gd name="connsiteX7" fmla="*/ 6313532 w 6320210"/>
              <a:gd name="connsiteY7" fmla="*/ 6004668 h 6901652"/>
              <a:gd name="connsiteX8" fmla="*/ 6320210 w 6320210"/>
              <a:gd name="connsiteY8" fmla="*/ 6901652 h 6901652"/>
              <a:gd name="connsiteX9" fmla="*/ 0 w 6320210"/>
              <a:gd name="connsiteY9" fmla="*/ 6882387 h 6901652"/>
              <a:gd name="connsiteX10" fmla="*/ 0 w 6320210"/>
              <a:gd name="connsiteY10" fmla="*/ 10391 h 6901652"/>
              <a:gd name="connsiteX0" fmla="*/ 0 w 6320210"/>
              <a:gd name="connsiteY0" fmla="*/ 10391 h 6901652"/>
              <a:gd name="connsiteX1" fmla="*/ 5536142 w 6320210"/>
              <a:gd name="connsiteY1" fmla="*/ 0 h 6901652"/>
              <a:gd name="connsiteX2" fmla="*/ 6248362 w 6320210"/>
              <a:gd name="connsiteY2" fmla="*/ 8935 h 6901652"/>
              <a:gd name="connsiteX3" fmla="*/ 6249487 w 6320210"/>
              <a:gd name="connsiteY3" fmla="*/ 470296 h 6901652"/>
              <a:gd name="connsiteX4" fmla="*/ 6246770 w 6320210"/>
              <a:gd name="connsiteY4" fmla="*/ 1597166 h 6901652"/>
              <a:gd name="connsiteX5" fmla="*/ 6305815 w 6320210"/>
              <a:gd name="connsiteY5" fmla="*/ 3374845 h 6901652"/>
              <a:gd name="connsiteX6" fmla="*/ 6266579 w 6320210"/>
              <a:gd name="connsiteY6" fmla="*/ 4838043 h 6901652"/>
              <a:gd name="connsiteX7" fmla="*/ 6292876 w 6320210"/>
              <a:gd name="connsiteY7" fmla="*/ 5921541 h 6901652"/>
              <a:gd name="connsiteX8" fmla="*/ 6320210 w 6320210"/>
              <a:gd name="connsiteY8" fmla="*/ 6901652 h 6901652"/>
              <a:gd name="connsiteX9" fmla="*/ 0 w 6320210"/>
              <a:gd name="connsiteY9" fmla="*/ 6882387 h 6901652"/>
              <a:gd name="connsiteX10" fmla="*/ 0 w 6320210"/>
              <a:gd name="connsiteY10" fmla="*/ 10391 h 6901652"/>
              <a:gd name="connsiteX0" fmla="*/ 0 w 6320210"/>
              <a:gd name="connsiteY0" fmla="*/ 10391 h 6901652"/>
              <a:gd name="connsiteX1" fmla="*/ 5536142 w 6320210"/>
              <a:gd name="connsiteY1" fmla="*/ 0 h 6901652"/>
              <a:gd name="connsiteX2" fmla="*/ 6248362 w 6320210"/>
              <a:gd name="connsiteY2" fmla="*/ 8935 h 6901652"/>
              <a:gd name="connsiteX3" fmla="*/ 6249487 w 6320210"/>
              <a:gd name="connsiteY3" fmla="*/ 470296 h 6901652"/>
              <a:gd name="connsiteX4" fmla="*/ 6246770 w 6320210"/>
              <a:gd name="connsiteY4" fmla="*/ 1597166 h 6901652"/>
              <a:gd name="connsiteX5" fmla="*/ 6305815 w 6320210"/>
              <a:gd name="connsiteY5" fmla="*/ 3374845 h 6901652"/>
              <a:gd name="connsiteX6" fmla="*/ 6266579 w 6320210"/>
              <a:gd name="connsiteY6" fmla="*/ 4838043 h 6901652"/>
              <a:gd name="connsiteX7" fmla="*/ 6292876 w 6320210"/>
              <a:gd name="connsiteY7" fmla="*/ 5921541 h 6901652"/>
              <a:gd name="connsiteX8" fmla="*/ 6320210 w 6320210"/>
              <a:gd name="connsiteY8" fmla="*/ 6901652 h 6901652"/>
              <a:gd name="connsiteX9" fmla="*/ 0 w 6320210"/>
              <a:gd name="connsiteY9" fmla="*/ 6882387 h 6901652"/>
              <a:gd name="connsiteX10" fmla="*/ 0 w 6320210"/>
              <a:gd name="connsiteY10" fmla="*/ 10391 h 6901652"/>
              <a:gd name="connsiteX0" fmla="*/ 0 w 6320210"/>
              <a:gd name="connsiteY0" fmla="*/ 10391 h 6901652"/>
              <a:gd name="connsiteX1" fmla="*/ 5536142 w 6320210"/>
              <a:gd name="connsiteY1" fmla="*/ 0 h 6901652"/>
              <a:gd name="connsiteX2" fmla="*/ 6248362 w 6320210"/>
              <a:gd name="connsiteY2" fmla="*/ 8935 h 6901652"/>
              <a:gd name="connsiteX3" fmla="*/ 6249487 w 6320210"/>
              <a:gd name="connsiteY3" fmla="*/ 470296 h 6901652"/>
              <a:gd name="connsiteX4" fmla="*/ 6246770 w 6320210"/>
              <a:gd name="connsiteY4" fmla="*/ 1597166 h 6901652"/>
              <a:gd name="connsiteX5" fmla="*/ 6305815 w 6320210"/>
              <a:gd name="connsiteY5" fmla="*/ 3374845 h 6901652"/>
              <a:gd name="connsiteX6" fmla="*/ 6266579 w 6320210"/>
              <a:gd name="connsiteY6" fmla="*/ 4838043 h 6901652"/>
              <a:gd name="connsiteX7" fmla="*/ 6261890 w 6320210"/>
              <a:gd name="connsiteY7" fmla="*/ 5921541 h 6901652"/>
              <a:gd name="connsiteX8" fmla="*/ 6320210 w 6320210"/>
              <a:gd name="connsiteY8" fmla="*/ 6901652 h 6901652"/>
              <a:gd name="connsiteX9" fmla="*/ 0 w 6320210"/>
              <a:gd name="connsiteY9" fmla="*/ 6882387 h 6901652"/>
              <a:gd name="connsiteX10" fmla="*/ 0 w 6320210"/>
              <a:gd name="connsiteY10" fmla="*/ 10391 h 6901652"/>
              <a:gd name="connsiteX0" fmla="*/ 0 w 6357542"/>
              <a:gd name="connsiteY0" fmla="*/ 10391 h 6901652"/>
              <a:gd name="connsiteX1" fmla="*/ 5536142 w 6357542"/>
              <a:gd name="connsiteY1" fmla="*/ 0 h 6901652"/>
              <a:gd name="connsiteX2" fmla="*/ 6248362 w 6357542"/>
              <a:gd name="connsiteY2" fmla="*/ 8935 h 6901652"/>
              <a:gd name="connsiteX3" fmla="*/ 6249487 w 6357542"/>
              <a:gd name="connsiteY3" fmla="*/ 470296 h 6901652"/>
              <a:gd name="connsiteX4" fmla="*/ 6246770 w 6357542"/>
              <a:gd name="connsiteY4" fmla="*/ 1597166 h 6901652"/>
              <a:gd name="connsiteX5" fmla="*/ 6357458 w 6357542"/>
              <a:gd name="connsiteY5" fmla="*/ 3374845 h 6901652"/>
              <a:gd name="connsiteX6" fmla="*/ 6266579 w 6357542"/>
              <a:gd name="connsiteY6" fmla="*/ 4838043 h 6901652"/>
              <a:gd name="connsiteX7" fmla="*/ 6261890 w 6357542"/>
              <a:gd name="connsiteY7" fmla="*/ 5921541 h 6901652"/>
              <a:gd name="connsiteX8" fmla="*/ 6320210 w 6357542"/>
              <a:gd name="connsiteY8" fmla="*/ 6901652 h 6901652"/>
              <a:gd name="connsiteX9" fmla="*/ 0 w 6357542"/>
              <a:gd name="connsiteY9" fmla="*/ 6882387 h 6901652"/>
              <a:gd name="connsiteX10" fmla="*/ 0 w 6357542"/>
              <a:gd name="connsiteY10" fmla="*/ 10391 h 6901652"/>
              <a:gd name="connsiteX0" fmla="*/ 0 w 6357542"/>
              <a:gd name="connsiteY0" fmla="*/ 10391 h 6901652"/>
              <a:gd name="connsiteX1" fmla="*/ 5536142 w 6357542"/>
              <a:gd name="connsiteY1" fmla="*/ 0 h 6901652"/>
              <a:gd name="connsiteX2" fmla="*/ 6248362 w 6357542"/>
              <a:gd name="connsiteY2" fmla="*/ 8935 h 6901652"/>
              <a:gd name="connsiteX3" fmla="*/ 6249487 w 6357542"/>
              <a:gd name="connsiteY3" fmla="*/ 470296 h 6901652"/>
              <a:gd name="connsiteX4" fmla="*/ 6246770 w 6357542"/>
              <a:gd name="connsiteY4" fmla="*/ 1597166 h 6901652"/>
              <a:gd name="connsiteX5" fmla="*/ 6357458 w 6357542"/>
              <a:gd name="connsiteY5" fmla="*/ 3374845 h 6901652"/>
              <a:gd name="connsiteX6" fmla="*/ 6266579 w 6357542"/>
              <a:gd name="connsiteY6" fmla="*/ 4838043 h 6901652"/>
              <a:gd name="connsiteX7" fmla="*/ 6261890 w 6357542"/>
              <a:gd name="connsiteY7" fmla="*/ 5921541 h 6901652"/>
              <a:gd name="connsiteX8" fmla="*/ 6320210 w 6357542"/>
              <a:gd name="connsiteY8" fmla="*/ 6901652 h 6901652"/>
              <a:gd name="connsiteX9" fmla="*/ 0 w 6357542"/>
              <a:gd name="connsiteY9" fmla="*/ 6882387 h 6901652"/>
              <a:gd name="connsiteX10" fmla="*/ 0 w 6357542"/>
              <a:gd name="connsiteY10" fmla="*/ 10391 h 6901652"/>
              <a:gd name="connsiteX0" fmla="*/ 0 w 6357554"/>
              <a:gd name="connsiteY0" fmla="*/ 10391 h 6901652"/>
              <a:gd name="connsiteX1" fmla="*/ 5536142 w 6357554"/>
              <a:gd name="connsiteY1" fmla="*/ 0 h 6901652"/>
              <a:gd name="connsiteX2" fmla="*/ 6248362 w 6357554"/>
              <a:gd name="connsiteY2" fmla="*/ 8935 h 6901652"/>
              <a:gd name="connsiteX3" fmla="*/ 6249487 w 6357554"/>
              <a:gd name="connsiteY3" fmla="*/ 470296 h 6901652"/>
              <a:gd name="connsiteX4" fmla="*/ 6246770 w 6357554"/>
              <a:gd name="connsiteY4" fmla="*/ 1597166 h 6901652"/>
              <a:gd name="connsiteX5" fmla="*/ 6357458 w 6357554"/>
              <a:gd name="connsiteY5" fmla="*/ 3374845 h 6901652"/>
              <a:gd name="connsiteX6" fmla="*/ 6225265 w 6357554"/>
              <a:gd name="connsiteY6" fmla="*/ 4910780 h 6901652"/>
              <a:gd name="connsiteX7" fmla="*/ 6261890 w 6357554"/>
              <a:gd name="connsiteY7" fmla="*/ 5921541 h 6901652"/>
              <a:gd name="connsiteX8" fmla="*/ 6320210 w 6357554"/>
              <a:gd name="connsiteY8" fmla="*/ 6901652 h 6901652"/>
              <a:gd name="connsiteX9" fmla="*/ 0 w 6357554"/>
              <a:gd name="connsiteY9" fmla="*/ 6882387 h 6901652"/>
              <a:gd name="connsiteX10" fmla="*/ 0 w 6357554"/>
              <a:gd name="connsiteY10" fmla="*/ 10391 h 6901652"/>
              <a:gd name="connsiteX0" fmla="*/ 0 w 6506126"/>
              <a:gd name="connsiteY0" fmla="*/ 10391 h 6891261"/>
              <a:gd name="connsiteX1" fmla="*/ 5536142 w 6506126"/>
              <a:gd name="connsiteY1" fmla="*/ 0 h 6891261"/>
              <a:gd name="connsiteX2" fmla="*/ 6248362 w 6506126"/>
              <a:gd name="connsiteY2" fmla="*/ 8935 h 6891261"/>
              <a:gd name="connsiteX3" fmla="*/ 6249487 w 6506126"/>
              <a:gd name="connsiteY3" fmla="*/ 470296 h 6891261"/>
              <a:gd name="connsiteX4" fmla="*/ 6246770 w 6506126"/>
              <a:gd name="connsiteY4" fmla="*/ 1597166 h 6891261"/>
              <a:gd name="connsiteX5" fmla="*/ 6357458 w 6506126"/>
              <a:gd name="connsiteY5" fmla="*/ 3374845 h 6891261"/>
              <a:gd name="connsiteX6" fmla="*/ 6225265 w 6506126"/>
              <a:gd name="connsiteY6" fmla="*/ 4910780 h 6891261"/>
              <a:gd name="connsiteX7" fmla="*/ 6261890 w 6506126"/>
              <a:gd name="connsiteY7" fmla="*/ 5921541 h 6891261"/>
              <a:gd name="connsiteX8" fmla="*/ 6506126 w 6506126"/>
              <a:gd name="connsiteY8" fmla="*/ 6891261 h 6891261"/>
              <a:gd name="connsiteX9" fmla="*/ 0 w 6506126"/>
              <a:gd name="connsiteY9" fmla="*/ 6882387 h 6891261"/>
              <a:gd name="connsiteX10" fmla="*/ 0 w 6506126"/>
              <a:gd name="connsiteY10" fmla="*/ 10391 h 6891261"/>
              <a:gd name="connsiteX0" fmla="*/ 0 w 6506126"/>
              <a:gd name="connsiteY0" fmla="*/ 10391 h 6891261"/>
              <a:gd name="connsiteX1" fmla="*/ 5536142 w 6506126"/>
              <a:gd name="connsiteY1" fmla="*/ 0 h 6891261"/>
              <a:gd name="connsiteX2" fmla="*/ 6248362 w 6506126"/>
              <a:gd name="connsiteY2" fmla="*/ 8935 h 6891261"/>
              <a:gd name="connsiteX3" fmla="*/ 6249487 w 6506126"/>
              <a:gd name="connsiteY3" fmla="*/ 470296 h 6891261"/>
              <a:gd name="connsiteX4" fmla="*/ 6246770 w 6506126"/>
              <a:gd name="connsiteY4" fmla="*/ 1597166 h 6891261"/>
              <a:gd name="connsiteX5" fmla="*/ 6357458 w 6506126"/>
              <a:gd name="connsiteY5" fmla="*/ 3374845 h 6891261"/>
              <a:gd name="connsiteX6" fmla="*/ 6225265 w 6506126"/>
              <a:gd name="connsiteY6" fmla="*/ 4910780 h 6891261"/>
              <a:gd name="connsiteX7" fmla="*/ 6261890 w 6506126"/>
              <a:gd name="connsiteY7" fmla="*/ 5921541 h 6891261"/>
              <a:gd name="connsiteX8" fmla="*/ 6506126 w 6506126"/>
              <a:gd name="connsiteY8" fmla="*/ 6891261 h 6891261"/>
              <a:gd name="connsiteX9" fmla="*/ 0 w 6506126"/>
              <a:gd name="connsiteY9" fmla="*/ 6882387 h 6891261"/>
              <a:gd name="connsiteX10" fmla="*/ 0 w 6506126"/>
              <a:gd name="connsiteY10" fmla="*/ 10391 h 6891261"/>
              <a:gd name="connsiteX0" fmla="*/ 0 w 6506126"/>
              <a:gd name="connsiteY0" fmla="*/ 22238 h 6903108"/>
              <a:gd name="connsiteX1" fmla="*/ 5536142 w 6506126"/>
              <a:gd name="connsiteY1" fmla="*/ 11847 h 6903108"/>
              <a:gd name="connsiteX2" fmla="*/ 6454935 w 6506126"/>
              <a:gd name="connsiteY2" fmla="*/ 0 h 6903108"/>
              <a:gd name="connsiteX3" fmla="*/ 6249487 w 6506126"/>
              <a:gd name="connsiteY3" fmla="*/ 482143 h 6903108"/>
              <a:gd name="connsiteX4" fmla="*/ 6246770 w 6506126"/>
              <a:gd name="connsiteY4" fmla="*/ 1609013 h 6903108"/>
              <a:gd name="connsiteX5" fmla="*/ 6357458 w 6506126"/>
              <a:gd name="connsiteY5" fmla="*/ 3386692 h 6903108"/>
              <a:gd name="connsiteX6" fmla="*/ 6225265 w 6506126"/>
              <a:gd name="connsiteY6" fmla="*/ 4922627 h 6903108"/>
              <a:gd name="connsiteX7" fmla="*/ 6261890 w 6506126"/>
              <a:gd name="connsiteY7" fmla="*/ 5933388 h 6903108"/>
              <a:gd name="connsiteX8" fmla="*/ 6506126 w 6506126"/>
              <a:gd name="connsiteY8" fmla="*/ 6903108 h 6903108"/>
              <a:gd name="connsiteX9" fmla="*/ 0 w 6506126"/>
              <a:gd name="connsiteY9" fmla="*/ 6894234 h 6903108"/>
              <a:gd name="connsiteX10" fmla="*/ 0 w 6506126"/>
              <a:gd name="connsiteY10" fmla="*/ 22238 h 6903108"/>
              <a:gd name="connsiteX0" fmla="*/ 0 w 6506126"/>
              <a:gd name="connsiteY0" fmla="*/ 22238 h 6903108"/>
              <a:gd name="connsiteX1" fmla="*/ 5536142 w 6506126"/>
              <a:gd name="connsiteY1" fmla="*/ 11847 h 6903108"/>
              <a:gd name="connsiteX2" fmla="*/ 6454935 w 6506126"/>
              <a:gd name="connsiteY2" fmla="*/ 0 h 6903108"/>
              <a:gd name="connsiteX3" fmla="*/ 6249487 w 6506126"/>
              <a:gd name="connsiteY3" fmla="*/ 482143 h 6903108"/>
              <a:gd name="connsiteX4" fmla="*/ 6246770 w 6506126"/>
              <a:gd name="connsiteY4" fmla="*/ 1609013 h 6903108"/>
              <a:gd name="connsiteX5" fmla="*/ 6285159 w 6506126"/>
              <a:gd name="connsiteY5" fmla="*/ 3397083 h 6903108"/>
              <a:gd name="connsiteX6" fmla="*/ 6225265 w 6506126"/>
              <a:gd name="connsiteY6" fmla="*/ 4922627 h 6903108"/>
              <a:gd name="connsiteX7" fmla="*/ 6261890 w 6506126"/>
              <a:gd name="connsiteY7" fmla="*/ 5933388 h 6903108"/>
              <a:gd name="connsiteX8" fmla="*/ 6506126 w 6506126"/>
              <a:gd name="connsiteY8" fmla="*/ 6903108 h 6903108"/>
              <a:gd name="connsiteX9" fmla="*/ 0 w 6506126"/>
              <a:gd name="connsiteY9" fmla="*/ 6894234 h 6903108"/>
              <a:gd name="connsiteX10" fmla="*/ 0 w 6506126"/>
              <a:gd name="connsiteY10" fmla="*/ 22238 h 6903108"/>
              <a:gd name="connsiteX0" fmla="*/ 0 w 6469028"/>
              <a:gd name="connsiteY0" fmla="*/ 22238 h 6912451"/>
              <a:gd name="connsiteX1" fmla="*/ 5536142 w 6469028"/>
              <a:gd name="connsiteY1" fmla="*/ 11847 h 6912451"/>
              <a:gd name="connsiteX2" fmla="*/ 6454935 w 6469028"/>
              <a:gd name="connsiteY2" fmla="*/ 0 h 6912451"/>
              <a:gd name="connsiteX3" fmla="*/ 6249487 w 6469028"/>
              <a:gd name="connsiteY3" fmla="*/ 482143 h 6912451"/>
              <a:gd name="connsiteX4" fmla="*/ 6246770 w 6469028"/>
              <a:gd name="connsiteY4" fmla="*/ 1609013 h 6912451"/>
              <a:gd name="connsiteX5" fmla="*/ 6285159 w 6469028"/>
              <a:gd name="connsiteY5" fmla="*/ 3397083 h 6912451"/>
              <a:gd name="connsiteX6" fmla="*/ 6225265 w 6469028"/>
              <a:gd name="connsiteY6" fmla="*/ 4922627 h 6912451"/>
              <a:gd name="connsiteX7" fmla="*/ 6261890 w 6469028"/>
              <a:gd name="connsiteY7" fmla="*/ 5933388 h 6912451"/>
              <a:gd name="connsiteX8" fmla="*/ 6469028 w 6469028"/>
              <a:gd name="connsiteY8" fmla="*/ 6912451 h 6912451"/>
              <a:gd name="connsiteX9" fmla="*/ 0 w 6469028"/>
              <a:gd name="connsiteY9" fmla="*/ 6894234 h 6912451"/>
              <a:gd name="connsiteX10" fmla="*/ 0 w 6469028"/>
              <a:gd name="connsiteY10" fmla="*/ 22238 h 6912451"/>
              <a:gd name="connsiteX0" fmla="*/ 0 w 6454935"/>
              <a:gd name="connsiteY0" fmla="*/ 22238 h 6921793"/>
              <a:gd name="connsiteX1" fmla="*/ 5536142 w 6454935"/>
              <a:gd name="connsiteY1" fmla="*/ 11847 h 6921793"/>
              <a:gd name="connsiteX2" fmla="*/ 6454935 w 6454935"/>
              <a:gd name="connsiteY2" fmla="*/ 0 h 6921793"/>
              <a:gd name="connsiteX3" fmla="*/ 6249487 w 6454935"/>
              <a:gd name="connsiteY3" fmla="*/ 482143 h 6921793"/>
              <a:gd name="connsiteX4" fmla="*/ 6246770 w 6454935"/>
              <a:gd name="connsiteY4" fmla="*/ 1609013 h 6921793"/>
              <a:gd name="connsiteX5" fmla="*/ 6285159 w 6454935"/>
              <a:gd name="connsiteY5" fmla="*/ 3397083 h 6921793"/>
              <a:gd name="connsiteX6" fmla="*/ 6225265 w 6454935"/>
              <a:gd name="connsiteY6" fmla="*/ 4922627 h 6921793"/>
              <a:gd name="connsiteX7" fmla="*/ 6261890 w 6454935"/>
              <a:gd name="connsiteY7" fmla="*/ 5933388 h 6921793"/>
              <a:gd name="connsiteX8" fmla="*/ 6348457 w 6454935"/>
              <a:gd name="connsiteY8" fmla="*/ 6921793 h 6921793"/>
              <a:gd name="connsiteX9" fmla="*/ 0 w 6454935"/>
              <a:gd name="connsiteY9" fmla="*/ 6894234 h 6921793"/>
              <a:gd name="connsiteX10" fmla="*/ 0 w 6454935"/>
              <a:gd name="connsiteY10" fmla="*/ 22238 h 6921793"/>
              <a:gd name="connsiteX0" fmla="*/ 0 w 6454935"/>
              <a:gd name="connsiteY0" fmla="*/ 22238 h 6921793"/>
              <a:gd name="connsiteX1" fmla="*/ 5536142 w 6454935"/>
              <a:gd name="connsiteY1" fmla="*/ 11847 h 6921793"/>
              <a:gd name="connsiteX2" fmla="*/ 6454935 w 6454935"/>
              <a:gd name="connsiteY2" fmla="*/ 0 h 6921793"/>
              <a:gd name="connsiteX3" fmla="*/ 6249487 w 6454935"/>
              <a:gd name="connsiteY3" fmla="*/ 482143 h 6921793"/>
              <a:gd name="connsiteX4" fmla="*/ 6246770 w 6454935"/>
              <a:gd name="connsiteY4" fmla="*/ 1609013 h 6921793"/>
              <a:gd name="connsiteX5" fmla="*/ 6285159 w 6454935"/>
              <a:gd name="connsiteY5" fmla="*/ 3397083 h 6921793"/>
              <a:gd name="connsiteX6" fmla="*/ 6225265 w 6454935"/>
              <a:gd name="connsiteY6" fmla="*/ 4922627 h 6921793"/>
              <a:gd name="connsiteX7" fmla="*/ 6261890 w 6454935"/>
              <a:gd name="connsiteY7" fmla="*/ 5933388 h 6921793"/>
              <a:gd name="connsiteX8" fmla="*/ 6348457 w 6454935"/>
              <a:gd name="connsiteY8" fmla="*/ 6921793 h 6921793"/>
              <a:gd name="connsiteX9" fmla="*/ 0 w 6454935"/>
              <a:gd name="connsiteY9" fmla="*/ 6894234 h 6921793"/>
              <a:gd name="connsiteX10" fmla="*/ 0 w 6454935"/>
              <a:gd name="connsiteY10" fmla="*/ 22238 h 6921793"/>
              <a:gd name="connsiteX0" fmla="*/ 0 w 6348457"/>
              <a:gd name="connsiteY0" fmla="*/ 12896 h 6912451"/>
              <a:gd name="connsiteX1" fmla="*/ 5536142 w 6348457"/>
              <a:gd name="connsiteY1" fmla="*/ 2505 h 6912451"/>
              <a:gd name="connsiteX2" fmla="*/ 6343638 w 6348457"/>
              <a:gd name="connsiteY2" fmla="*/ 0 h 6912451"/>
              <a:gd name="connsiteX3" fmla="*/ 6249487 w 6348457"/>
              <a:gd name="connsiteY3" fmla="*/ 472801 h 6912451"/>
              <a:gd name="connsiteX4" fmla="*/ 6246770 w 6348457"/>
              <a:gd name="connsiteY4" fmla="*/ 1599671 h 6912451"/>
              <a:gd name="connsiteX5" fmla="*/ 6285159 w 6348457"/>
              <a:gd name="connsiteY5" fmla="*/ 3387741 h 6912451"/>
              <a:gd name="connsiteX6" fmla="*/ 6225265 w 6348457"/>
              <a:gd name="connsiteY6" fmla="*/ 4913285 h 6912451"/>
              <a:gd name="connsiteX7" fmla="*/ 6261890 w 6348457"/>
              <a:gd name="connsiteY7" fmla="*/ 5924046 h 6912451"/>
              <a:gd name="connsiteX8" fmla="*/ 6348457 w 6348457"/>
              <a:gd name="connsiteY8" fmla="*/ 6912451 h 6912451"/>
              <a:gd name="connsiteX9" fmla="*/ 0 w 6348457"/>
              <a:gd name="connsiteY9" fmla="*/ 6884892 h 6912451"/>
              <a:gd name="connsiteX10" fmla="*/ 0 w 6348457"/>
              <a:gd name="connsiteY10" fmla="*/ 12896 h 6912451"/>
              <a:gd name="connsiteX0" fmla="*/ 0 w 6348457"/>
              <a:gd name="connsiteY0" fmla="*/ 12896 h 6912451"/>
              <a:gd name="connsiteX1" fmla="*/ 6343638 w 6348457"/>
              <a:gd name="connsiteY1" fmla="*/ 0 h 6912451"/>
              <a:gd name="connsiteX2" fmla="*/ 6249487 w 6348457"/>
              <a:gd name="connsiteY2" fmla="*/ 472801 h 6912451"/>
              <a:gd name="connsiteX3" fmla="*/ 6246770 w 6348457"/>
              <a:gd name="connsiteY3" fmla="*/ 1599671 h 6912451"/>
              <a:gd name="connsiteX4" fmla="*/ 6285159 w 6348457"/>
              <a:gd name="connsiteY4" fmla="*/ 3387741 h 6912451"/>
              <a:gd name="connsiteX5" fmla="*/ 6225265 w 6348457"/>
              <a:gd name="connsiteY5" fmla="*/ 4913285 h 6912451"/>
              <a:gd name="connsiteX6" fmla="*/ 6261890 w 6348457"/>
              <a:gd name="connsiteY6" fmla="*/ 5924046 h 6912451"/>
              <a:gd name="connsiteX7" fmla="*/ 6348457 w 6348457"/>
              <a:gd name="connsiteY7" fmla="*/ 6912451 h 6912451"/>
              <a:gd name="connsiteX8" fmla="*/ 0 w 6348457"/>
              <a:gd name="connsiteY8" fmla="*/ 6884892 h 6912451"/>
              <a:gd name="connsiteX9" fmla="*/ 0 w 6348457"/>
              <a:gd name="connsiteY9" fmla="*/ 12896 h 6912451"/>
              <a:gd name="connsiteX0" fmla="*/ 0 w 6348457"/>
              <a:gd name="connsiteY0" fmla="*/ 12896 h 6912451"/>
              <a:gd name="connsiteX1" fmla="*/ 6241616 w 6348457"/>
              <a:gd name="connsiteY1" fmla="*/ 0 h 6912451"/>
              <a:gd name="connsiteX2" fmla="*/ 6249487 w 6348457"/>
              <a:gd name="connsiteY2" fmla="*/ 472801 h 6912451"/>
              <a:gd name="connsiteX3" fmla="*/ 6246770 w 6348457"/>
              <a:gd name="connsiteY3" fmla="*/ 1599671 h 6912451"/>
              <a:gd name="connsiteX4" fmla="*/ 6285159 w 6348457"/>
              <a:gd name="connsiteY4" fmla="*/ 3387741 h 6912451"/>
              <a:gd name="connsiteX5" fmla="*/ 6225265 w 6348457"/>
              <a:gd name="connsiteY5" fmla="*/ 4913285 h 6912451"/>
              <a:gd name="connsiteX6" fmla="*/ 6261890 w 6348457"/>
              <a:gd name="connsiteY6" fmla="*/ 5924046 h 6912451"/>
              <a:gd name="connsiteX7" fmla="*/ 6348457 w 6348457"/>
              <a:gd name="connsiteY7" fmla="*/ 6912451 h 6912451"/>
              <a:gd name="connsiteX8" fmla="*/ 0 w 6348457"/>
              <a:gd name="connsiteY8" fmla="*/ 6884892 h 6912451"/>
              <a:gd name="connsiteX9" fmla="*/ 0 w 6348457"/>
              <a:gd name="connsiteY9" fmla="*/ 12896 h 6912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48457" h="6912451">
                <a:moveTo>
                  <a:pt x="0" y="12896"/>
                </a:moveTo>
                <a:lnTo>
                  <a:pt x="6241616" y="0"/>
                </a:lnTo>
                <a:cubicBezTo>
                  <a:pt x="6207513" y="69437"/>
                  <a:pt x="6256116" y="215734"/>
                  <a:pt x="6249487" y="472801"/>
                </a:cubicBezTo>
                <a:cubicBezTo>
                  <a:pt x="6258993" y="762332"/>
                  <a:pt x="6236083" y="1068622"/>
                  <a:pt x="6246770" y="1599671"/>
                </a:cubicBezTo>
                <a:cubicBezTo>
                  <a:pt x="6263710" y="2217486"/>
                  <a:pt x="6288743" y="2835472"/>
                  <a:pt x="6285159" y="3387741"/>
                </a:cubicBezTo>
                <a:cubicBezTo>
                  <a:pt x="6281575" y="3940010"/>
                  <a:pt x="6224777" y="4504184"/>
                  <a:pt x="6225265" y="4913285"/>
                </a:cubicBezTo>
                <a:cubicBezTo>
                  <a:pt x="6225265" y="4993151"/>
                  <a:pt x="6273370" y="5529509"/>
                  <a:pt x="6261890" y="5924046"/>
                </a:cubicBezTo>
                <a:cubicBezTo>
                  <a:pt x="6278755" y="6462647"/>
                  <a:pt x="6254414" y="6469977"/>
                  <a:pt x="6348457" y="6912451"/>
                </a:cubicBezTo>
                <a:lnTo>
                  <a:pt x="0" y="6884892"/>
                </a:lnTo>
                <a:lnTo>
                  <a:pt x="0" y="12896"/>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0453E92-BCC2-9294-50D4-E7DD10A7667B}"/>
              </a:ext>
            </a:extLst>
          </p:cNvPr>
          <p:cNvSpPr>
            <a:spLocks noGrp="1"/>
          </p:cNvSpPr>
          <p:nvPr>
            <p:ph type="title" hasCustomPrompt="1"/>
          </p:nvPr>
        </p:nvSpPr>
        <p:spPr>
          <a:xfrm>
            <a:off x="647700" y="1333500"/>
            <a:ext cx="5175031" cy="3196459"/>
          </a:xfrm>
          <a:prstGeom prst="rect">
            <a:avLst/>
          </a:prstGeom>
        </p:spPr>
        <p:txBody>
          <a:bodyPr>
            <a:noAutofit/>
          </a:bodyPr>
          <a:lstStyle>
            <a:lvl1pPr>
              <a:defRPr sz="5200">
                <a:solidFill>
                  <a:schemeClr val="tx1"/>
                </a:solidFill>
              </a:defRPr>
            </a:lvl1pPr>
          </a:lstStyle>
          <a:p>
            <a:r>
              <a:rPr lang="en-US"/>
              <a:t>Click to add section title (Segoe UI, 52pt)</a:t>
            </a:r>
          </a:p>
        </p:txBody>
      </p:sp>
      <p:sp>
        <p:nvSpPr>
          <p:cNvPr id="8" name="Text Placeholder 7">
            <a:extLst>
              <a:ext uri="{FF2B5EF4-FFF2-40B4-BE49-F238E27FC236}">
                <a16:creationId xmlns:a16="http://schemas.microsoft.com/office/drawing/2014/main" id="{350B01AA-0A09-3D6C-2BAC-EB151A034837}"/>
              </a:ext>
            </a:extLst>
          </p:cNvPr>
          <p:cNvSpPr>
            <a:spLocks noGrp="1"/>
          </p:cNvSpPr>
          <p:nvPr>
            <p:ph type="body" sz="quarter" idx="12" hasCustomPrompt="1"/>
          </p:nvPr>
        </p:nvSpPr>
        <p:spPr>
          <a:xfrm>
            <a:off x="647700" y="4678402"/>
            <a:ext cx="5228965" cy="536027"/>
          </a:xfrm>
        </p:spPr>
        <p:txBody>
          <a:bodyPr>
            <a:noAutofit/>
          </a:bodyPr>
          <a:lstStyle>
            <a:lvl1pPr marL="0" indent="0">
              <a:buFontTx/>
              <a:buNone/>
              <a:defRPr sz="1800" b="1" i="0">
                <a:latin typeface="Segoe UI Semibold" panose="020B0502040204020203" pitchFamily="34" charset="0"/>
                <a:cs typeface="Segoe UI Semibold" panose="020B0502040204020203" pitchFamily="34" charset="0"/>
              </a:defRPr>
            </a:lvl1pPr>
          </a:lstStyle>
          <a:p>
            <a:pPr lvl="0"/>
            <a:r>
              <a:rPr lang="en-US"/>
              <a:t>Click to add subhead text</a:t>
            </a:r>
          </a:p>
        </p:txBody>
      </p:sp>
      <p:graphicFrame>
        <p:nvGraphicFramePr>
          <p:cNvPr id="6" name="Table 5">
            <a:extLst>
              <a:ext uri="{FF2B5EF4-FFF2-40B4-BE49-F238E27FC236}">
                <a16:creationId xmlns:a16="http://schemas.microsoft.com/office/drawing/2014/main" id="{3BEA16C9-859A-8832-519A-9365DA1F1369}"/>
              </a:ext>
            </a:extLst>
          </p:cNvPr>
          <p:cNvGraphicFramePr>
            <a:graphicFrameLocks noGrp="1"/>
          </p:cNvGraphicFramePr>
          <p:nvPr userDrawn="1">
            <p:extLst>
              <p:ext uri="{D42A27DB-BD31-4B8C-83A1-F6EECF244321}">
                <p14:modId xmlns:p14="http://schemas.microsoft.com/office/powerpoint/2010/main" val="3518661644"/>
              </p:ext>
            </p:extLst>
          </p:nvPr>
        </p:nvGraphicFramePr>
        <p:xfrm>
          <a:off x="1667827" y="6488470"/>
          <a:ext cx="1932173" cy="255359"/>
        </p:xfrm>
        <a:graphic>
          <a:graphicData uri="http://schemas.openxmlformats.org/drawingml/2006/table">
            <a:tbl>
              <a:tblPr firstRow="1" bandRow="1">
                <a:tableStyleId>{5C22544A-7EE6-4342-B048-85BDC9FD1C3A}</a:tableStyleId>
              </a:tblPr>
              <a:tblGrid>
                <a:gridCol w="1932173">
                  <a:extLst>
                    <a:ext uri="{9D8B030D-6E8A-4147-A177-3AD203B41FA5}">
                      <a16:colId xmlns:a16="http://schemas.microsoft.com/office/drawing/2014/main" val="1979303119"/>
                    </a:ext>
                  </a:extLst>
                </a:gridCol>
              </a:tblGrid>
              <a:tr h="2553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50" b="0">
                          <a:solidFill>
                            <a:schemeClr val="bg1">
                              <a:lumMod val="50000"/>
                            </a:schemeClr>
                          </a:solidFill>
                        </a:rPr>
                        <a:t>© EMS LINQ, LLC. All rights reserved. </a:t>
                      </a:r>
                    </a:p>
                  </a:txBody>
                  <a:tcPr>
                    <a:lnL w="12700" cmpd="sng">
                      <a:noFill/>
                    </a:lnL>
                    <a:lnR w="12700" cmpd="sng">
                      <a:noFill/>
                    </a:lnR>
                    <a:lnT w="12700" cmpd="sng">
                      <a:noFill/>
                    </a:lnT>
                    <a:lnB w="38100" cmpd="sng">
                      <a:noFill/>
                    </a:lnB>
                    <a:noFill/>
                  </a:tcPr>
                </a:tc>
                <a:extLst>
                  <a:ext uri="{0D108BD9-81ED-4DB2-BD59-A6C34878D82A}">
                    <a16:rowId xmlns:a16="http://schemas.microsoft.com/office/drawing/2014/main" val="1911493861"/>
                  </a:ext>
                </a:extLst>
              </a:tr>
            </a:tbl>
          </a:graphicData>
        </a:graphic>
      </p:graphicFrame>
      <p:pic>
        <p:nvPicPr>
          <p:cNvPr id="7" name="Picture 6" descr="A blue and black logo&#10;&#10;Description automatically generated">
            <a:extLst>
              <a:ext uri="{FF2B5EF4-FFF2-40B4-BE49-F238E27FC236}">
                <a16:creationId xmlns:a16="http://schemas.microsoft.com/office/drawing/2014/main" id="{9369CD98-E3F9-C3AF-505A-A13644A8679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61119" y="6332798"/>
            <a:ext cx="1049020" cy="419608"/>
          </a:xfrm>
          <a:prstGeom prst="rect">
            <a:avLst/>
          </a:prstGeom>
        </p:spPr>
      </p:pic>
      <p:sp>
        <p:nvSpPr>
          <p:cNvPr id="9" name="Slide Number Placeholder 8">
            <a:extLst>
              <a:ext uri="{FF2B5EF4-FFF2-40B4-BE49-F238E27FC236}">
                <a16:creationId xmlns:a16="http://schemas.microsoft.com/office/drawing/2014/main" id="{37DA7FC5-84DC-02C7-BF0C-0614F49C198F}"/>
              </a:ext>
            </a:extLst>
          </p:cNvPr>
          <p:cNvSpPr>
            <a:spLocks noGrp="1"/>
          </p:cNvSpPr>
          <p:nvPr>
            <p:ph type="sldNum" sz="quarter" idx="13"/>
          </p:nvPr>
        </p:nvSpPr>
        <p:spPr/>
        <p:txBody>
          <a:bodyPr/>
          <a:lstStyle>
            <a:lvl1pPr>
              <a:defRPr>
                <a:solidFill>
                  <a:schemeClr val="bg1"/>
                </a:solidFill>
              </a:defRPr>
            </a:lvl1pPr>
          </a:lstStyle>
          <a:p>
            <a:fld id="{F71C0B42-4AEE-41DE-B077-4156AA01E9D4}" type="slidenum">
              <a:rPr lang="en-US" smtClean="0"/>
              <a:pPr/>
              <a:t>‹#›</a:t>
            </a:fld>
            <a:endParaRPr lang="en-US"/>
          </a:p>
        </p:txBody>
      </p:sp>
    </p:spTree>
    <p:extLst>
      <p:ext uri="{BB962C8B-B14F-4D97-AF65-F5344CB8AC3E}">
        <p14:creationId xmlns:p14="http://schemas.microsoft.com/office/powerpoint/2010/main" val="16288018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ection Slide - School Supplies">
    <p:bg>
      <p:bgPr>
        <a:solidFill>
          <a:schemeClr val="bg2"/>
        </a:solidFill>
        <a:effectLst/>
      </p:bgPr>
    </p:bg>
    <p:spTree>
      <p:nvGrpSpPr>
        <p:cNvPr id="1" name=""/>
        <p:cNvGrpSpPr/>
        <p:nvPr/>
      </p:nvGrpSpPr>
      <p:grpSpPr>
        <a:xfrm>
          <a:off x="0" y="0"/>
          <a:ext cx="0" cy="0"/>
          <a:chOff x="0" y="0"/>
          <a:chExt cx="0" cy="0"/>
        </a:xfrm>
      </p:grpSpPr>
      <p:pic>
        <p:nvPicPr>
          <p:cNvPr id="7" name="Picture 6" descr="A notebook and pencils on a wooden surface&#10;&#10;Description automatically generated">
            <a:extLst>
              <a:ext uri="{FF2B5EF4-FFF2-40B4-BE49-F238E27FC236}">
                <a16:creationId xmlns:a16="http://schemas.microsoft.com/office/drawing/2014/main" id="{D111BC1C-5440-A331-6D89-E19BC96ED2D9}"/>
              </a:ext>
            </a:extLst>
          </p:cNvPr>
          <p:cNvPicPr>
            <a:picLocks noChangeAspect="1"/>
          </p:cNvPicPr>
          <p:nvPr userDrawn="1"/>
        </p:nvPicPr>
        <p:blipFill>
          <a:blip r:embed="rId2">
            <a:extLst>
              <a:ext uri="{28A0092B-C50C-407E-A947-70E740481C1C}">
                <a14:useLocalDpi xmlns:a14="http://schemas.microsoft.com/office/drawing/2010/main" val="0"/>
              </a:ext>
            </a:extLst>
          </a:blip>
          <a:srcRect l="11957" t="23481" r="19536" b="23235"/>
          <a:stretch/>
        </p:blipFill>
        <p:spPr>
          <a:xfrm>
            <a:off x="5982435" y="-1456"/>
            <a:ext cx="6525492" cy="6892718"/>
          </a:xfrm>
          <a:prstGeom prst="rect">
            <a:avLst/>
          </a:prstGeom>
        </p:spPr>
      </p:pic>
      <p:sp>
        <p:nvSpPr>
          <p:cNvPr id="12" name="Freeform 11">
            <a:extLst>
              <a:ext uri="{FF2B5EF4-FFF2-40B4-BE49-F238E27FC236}">
                <a16:creationId xmlns:a16="http://schemas.microsoft.com/office/drawing/2014/main" id="{A71BE1C5-5E87-7C08-8C4E-196673384976}"/>
              </a:ext>
            </a:extLst>
          </p:cNvPr>
          <p:cNvSpPr/>
          <p:nvPr userDrawn="1"/>
        </p:nvSpPr>
        <p:spPr>
          <a:xfrm>
            <a:off x="-1" y="-10390"/>
            <a:ext cx="6410736" cy="6922434"/>
          </a:xfrm>
          <a:custGeom>
            <a:avLst/>
            <a:gdLst>
              <a:gd name="connsiteX0" fmla="*/ 0 w 6486374"/>
              <a:gd name="connsiteY0" fmla="*/ 0 h 6871996"/>
              <a:gd name="connsiteX1" fmla="*/ 6486374 w 6486374"/>
              <a:gd name="connsiteY1" fmla="*/ 0 h 6871996"/>
              <a:gd name="connsiteX2" fmla="*/ 6464163 w 6486374"/>
              <a:gd name="connsiteY2" fmla="*/ 20187 h 6871996"/>
              <a:gd name="connsiteX3" fmla="*/ 6125321 w 6486374"/>
              <a:gd name="connsiteY3" fmla="*/ 838223 h 6871996"/>
              <a:gd name="connsiteX4" fmla="*/ 6125321 w 6486374"/>
              <a:gd name="connsiteY4" fmla="*/ 6532395 h 6871996"/>
              <a:gd name="connsiteX5" fmla="*/ 6148825 w 6486374"/>
              <a:gd name="connsiteY5" fmla="*/ 6765546 h 6871996"/>
              <a:gd name="connsiteX6" fmla="*/ 6181869 w 6486374"/>
              <a:gd name="connsiteY6" fmla="*/ 6871996 h 6871996"/>
              <a:gd name="connsiteX7" fmla="*/ 0 w 6486374"/>
              <a:gd name="connsiteY7" fmla="*/ 6871996 h 6871996"/>
              <a:gd name="connsiteX0" fmla="*/ 0 w 6486374"/>
              <a:gd name="connsiteY0" fmla="*/ 0 h 6871996"/>
              <a:gd name="connsiteX1" fmla="*/ 6486374 w 6486374"/>
              <a:gd name="connsiteY1" fmla="*/ 0 h 6871996"/>
              <a:gd name="connsiteX2" fmla="*/ 6464163 w 6486374"/>
              <a:gd name="connsiteY2" fmla="*/ 20187 h 6871996"/>
              <a:gd name="connsiteX3" fmla="*/ 6236157 w 6486374"/>
              <a:gd name="connsiteY3" fmla="*/ 1724914 h 6871996"/>
              <a:gd name="connsiteX4" fmla="*/ 6125321 w 6486374"/>
              <a:gd name="connsiteY4" fmla="*/ 6532395 h 6871996"/>
              <a:gd name="connsiteX5" fmla="*/ 6148825 w 6486374"/>
              <a:gd name="connsiteY5" fmla="*/ 6765546 h 6871996"/>
              <a:gd name="connsiteX6" fmla="*/ 6181869 w 6486374"/>
              <a:gd name="connsiteY6" fmla="*/ 6871996 h 6871996"/>
              <a:gd name="connsiteX7" fmla="*/ 0 w 6486374"/>
              <a:gd name="connsiteY7" fmla="*/ 6871996 h 6871996"/>
              <a:gd name="connsiteX8" fmla="*/ 0 w 6486374"/>
              <a:gd name="connsiteY8" fmla="*/ 0 h 6871996"/>
              <a:gd name="connsiteX0" fmla="*/ 0 w 6486374"/>
              <a:gd name="connsiteY0" fmla="*/ 0 h 6871996"/>
              <a:gd name="connsiteX1" fmla="*/ 6486374 w 6486374"/>
              <a:gd name="connsiteY1" fmla="*/ 0 h 6871996"/>
              <a:gd name="connsiteX2" fmla="*/ 6464163 w 6486374"/>
              <a:gd name="connsiteY2" fmla="*/ 20187 h 6871996"/>
              <a:gd name="connsiteX3" fmla="*/ 6236157 w 6486374"/>
              <a:gd name="connsiteY3" fmla="*/ 1724914 h 6871996"/>
              <a:gd name="connsiteX4" fmla="*/ 6042194 w 6486374"/>
              <a:gd name="connsiteY4" fmla="*/ 5922795 h 6871996"/>
              <a:gd name="connsiteX5" fmla="*/ 6148825 w 6486374"/>
              <a:gd name="connsiteY5" fmla="*/ 6765546 h 6871996"/>
              <a:gd name="connsiteX6" fmla="*/ 6181869 w 6486374"/>
              <a:gd name="connsiteY6" fmla="*/ 6871996 h 6871996"/>
              <a:gd name="connsiteX7" fmla="*/ 0 w 6486374"/>
              <a:gd name="connsiteY7" fmla="*/ 6871996 h 6871996"/>
              <a:gd name="connsiteX8" fmla="*/ 0 w 6486374"/>
              <a:gd name="connsiteY8" fmla="*/ 0 h 6871996"/>
              <a:gd name="connsiteX0" fmla="*/ 0 w 6486374"/>
              <a:gd name="connsiteY0" fmla="*/ 0 h 6871996"/>
              <a:gd name="connsiteX1" fmla="*/ 6486374 w 6486374"/>
              <a:gd name="connsiteY1" fmla="*/ 0 h 6871996"/>
              <a:gd name="connsiteX2" fmla="*/ 6464163 w 6486374"/>
              <a:gd name="connsiteY2" fmla="*/ 20187 h 6871996"/>
              <a:gd name="connsiteX3" fmla="*/ 6236157 w 6486374"/>
              <a:gd name="connsiteY3" fmla="*/ 1724914 h 6871996"/>
              <a:gd name="connsiteX4" fmla="*/ 6028340 w 6486374"/>
              <a:gd name="connsiteY4" fmla="*/ 5673413 h 6871996"/>
              <a:gd name="connsiteX5" fmla="*/ 6148825 w 6486374"/>
              <a:gd name="connsiteY5" fmla="*/ 6765546 h 6871996"/>
              <a:gd name="connsiteX6" fmla="*/ 6181869 w 6486374"/>
              <a:gd name="connsiteY6" fmla="*/ 6871996 h 6871996"/>
              <a:gd name="connsiteX7" fmla="*/ 0 w 6486374"/>
              <a:gd name="connsiteY7" fmla="*/ 6871996 h 6871996"/>
              <a:gd name="connsiteX8" fmla="*/ 0 w 6486374"/>
              <a:gd name="connsiteY8" fmla="*/ 0 h 6871996"/>
              <a:gd name="connsiteX0" fmla="*/ 0 w 6486374"/>
              <a:gd name="connsiteY0" fmla="*/ 0 h 6871996"/>
              <a:gd name="connsiteX1" fmla="*/ 6486374 w 6486374"/>
              <a:gd name="connsiteY1" fmla="*/ 0 h 6871996"/>
              <a:gd name="connsiteX2" fmla="*/ 6464163 w 6486374"/>
              <a:gd name="connsiteY2" fmla="*/ 20187 h 6871996"/>
              <a:gd name="connsiteX3" fmla="*/ 6236157 w 6486374"/>
              <a:gd name="connsiteY3" fmla="*/ 1724914 h 6871996"/>
              <a:gd name="connsiteX4" fmla="*/ 6028340 w 6486374"/>
              <a:gd name="connsiteY4" fmla="*/ 5673413 h 6871996"/>
              <a:gd name="connsiteX5" fmla="*/ 6121116 w 6486374"/>
              <a:gd name="connsiteY5" fmla="*/ 6211364 h 6871996"/>
              <a:gd name="connsiteX6" fmla="*/ 6181869 w 6486374"/>
              <a:gd name="connsiteY6" fmla="*/ 6871996 h 6871996"/>
              <a:gd name="connsiteX7" fmla="*/ 0 w 6486374"/>
              <a:gd name="connsiteY7" fmla="*/ 6871996 h 6871996"/>
              <a:gd name="connsiteX8" fmla="*/ 0 w 6486374"/>
              <a:gd name="connsiteY8" fmla="*/ 0 h 6871996"/>
              <a:gd name="connsiteX0" fmla="*/ 0 w 6486374"/>
              <a:gd name="connsiteY0" fmla="*/ 0 h 6871996"/>
              <a:gd name="connsiteX1" fmla="*/ 6486374 w 6486374"/>
              <a:gd name="connsiteY1" fmla="*/ 0 h 6871996"/>
              <a:gd name="connsiteX2" fmla="*/ 6464163 w 6486374"/>
              <a:gd name="connsiteY2" fmla="*/ 20187 h 6871996"/>
              <a:gd name="connsiteX3" fmla="*/ 6236157 w 6486374"/>
              <a:gd name="connsiteY3" fmla="*/ 1724914 h 6871996"/>
              <a:gd name="connsiteX4" fmla="*/ 6125322 w 6486374"/>
              <a:gd name="connsiteY4" fmla="*/ 5049958 h 6871996"/>
              <a:gd name="connsiteX5" fmla="*/ 6121116 w 6486374"/>
              <a:gd name="connsiteY5" fmla="*/ 6211364 h 6871996"/>
              <a:gd name="connsiteX6" fmla="*/ 6181869 w 6486374"/>
              <a:gd name="connsiteY6" fmla="*/ 6871996 h 6871996"/>
              <a:gd name="connsiteX7" fmla="*/ 0 w 6486374"/>
              <a:gd name="connsiteY7" fmla="*/ 6871996 h 6871996"/>
              <a:gd name="connsiteX8" fmla="*/ 0 w 6486374"/>
              <a:gd name="connsiteY8" fmla="*/ 0 h 6871996"/>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125322 w 6486374"/>
              <a:gd name="connsiteY4" fmla="*/ 5049958 h 6885850"/>
              <a:gd name="connsiteX5" fmla="*/ 6121116 w 6486374"/>
              <a:gd name="connsiteY5" fmla="*/ 6211364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125322 w 6486374"/>
              <a:gd name="connsiteY4" fmla="*/ 5049958 h 6885850"/>
              <a:gd name="connsiteX5" fmla="*/ 6218098 w 6486374"/>
              <a:gd name="connsiteY5" fmla="*/ 6225218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18098 w 6486374"/>
              <a:gd name="connsiteY5" fmla="*/ 6225218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43701 w 6486374"/>
              <a:gd name="connsiteY5" fmla="*/ 6032035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43701 w 6486374"/>
              <a:gd name="connsiteY5" fmla="*/ 6032035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43702 w 6486374"/>
              <a:gd name="connsiteY5" fmla="*/ 6019156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56504 w 6486374"/>
              <a:gd name="connsiteY5" fmla="*/ 5993398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30902 w 6486374"/>
              <a:gd name="connsiteY5" fmla="*/ 5890367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30902 w 6486374"/>
              <a:gd name="connsiteY5" fmla="*/ 5890367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30902 w 6486374"/>
              <a:gd name="connsiteY5" fmla="*/ 5890367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91261"/>
              <a:gd name="connsiteX1" fmla="*/ 6486374 w 6486374"/>
              <a:gd name="connsiteY1" fmla="*/ 0 h 6891261"/>
              <a:gd name="connsiteX2" fmla="*/ 6464163 w 6486374"/>
              <a:gd name="connsiteY2" fmla="*/ 20187 h 6891261"/>
              <a:gd name="connsiteX3" fmla="*/ 6236157 w 6486374"/>
              <a:gd name="connsiteY3" fmla="*/ 1724914 h 6891261"/>
              <a:gd name="connsiteX4" fmla="*/ 6214935 w 6486374"/>
              <a:gd name="connsiteY4" fmla="*/ 4921170 h 6891261"/>
              <a:gd name="connsiteX5" fmla="*/ 6230902 w 6486374"/>
              <a:gd name="connsiteY5" fmla="*/ 5890367 h 6891261"/>
              <a:gd name="connsiteX6" fmla="*/ 6228167 w 6486374"/>
              <a:gd name="connsiteY6" fmla="*/ 6891261 h 6891261"/>
              <a:gd name="connsiteX7" fmla="*/ 0 w 6486374"/>
              <a:gd name="connsiteY7" fmla="*/ 6871996 h 6891261"/>
              <a:gd name="connsiteX8" fmla="*/ 0 w 6486374"/>
              <a:gd name="connsiteY8" fmla="*/ 0 h 6891261"/>
              <a:gd name="connsiteX0" fmla="*/ 0 w 6486374"/>
              <a:gd name="connsiteY0" fmla="*/ 0 h 6891261"/>
              <a:gd name="connsiteX1" fmla="*/ 6486374 w 6486374"/>
              <a:gd name="connsiteY1" fmla="*/ 0 h 6891261"/>
              <a:gd name="connsiteX2" fmla="*/ 6464163 w 6486374"/>
              <a:gd name="connsiteY2" fmla="*/ 20187 h 6891261"/>
              <a:gd name="connsiteX3" fmla="*/ 6236157 w 6486374"/>
              <a:gd name="connsiteY3" fmla="*/ 1724914 h 6891261"/>
              <a:gd name="connsiteX4" fmla="*/ 6227974 w 6486374"/>
              <a:gd name="connsiteY4" fmla="*/ 3435763 h 6891261"/>
              <a:gd name="connsiteX5" fmla="*/ 6214935 w 6486374"/>
              <a:gd name="connsiteY5" fmla="*/ 4921170 h 6891261"/>
              <a:gd name="connsiteX6" fmla="*/ 6230902 w 6486374"/>
              <a:gd name="connsiteY6" fmla="*/ 5890367 h 6891261"/>
              <a:gd name="connsiteX7" fmla="*/ 6228167 w 6486374"/>
              <a:gd name="connsiteY7" fmla="*/ 6891261 h 6891261"/>
              <a:gd name="connsiteX8" fmla="*/ 0 w 6486374"/>
              <a:gd name="connsiteY8" fmla="*/ 6871996 h 6891261"/>
              <a:gd name="connsiteX9" fmla="*/ 0 w 6486374"/>
              <a:gd name="connsiteY9" fmla="*/ 0 h 6891261"/>
              <a:gd name="connsiteX0" fmla="*/ 0 w 6486374"/>
              <a:gd name="connsiteY0" fmla="*/ 0 h 6891261"/>
              <a:gd name="connsiteX1" fmla="*/ 6486374 w 6486374"/>
              <a:gd name="connsiteY1" fmla="*/ 0 h 6891261"/>
              <a:gd name="connsiteX2" fmla="*/ 6464163 w 6486374"/>
              <a:gd name="connsiteY2" fmla="*/ 20187 h 6891261"/>
              <a:gd name="connsiteX3" fmla="*/ 6236157 w 6486374"/>
              <a:gd name="connsiteY3" fmla="*/ 1724914 h 6891261"/>
              <a:gd name="connsiteX4" fmla="*/ 6201083 w 6486374"/>
              <a:gd name="connsiteY4" fmla="*/ 3408709 h 6891261"/>
              <a:gd name="connsiteX5" fmla="*/ 6214935 w 6486374"/>
              <a:gd name="connsiteY5" fmla="*/ 4921170 h 6891261"/>
              <a:gd name="connsiteX6" fmla="*/ 6230902 w 6486374"/>
              <a:gd name="connsiteY6" fmla="*/ 5890367 h 6891261"/>
              <a:gd name="connsiteX7" fmla="*/ 6228167 w 6486374"/>
              <a:gd name="connsiteY7" fmla="*/ 6891261 h 6891261"/>
              <a:gd name="connsiteX8" fmla="*/ 0 w 6486374"/>
              <a:gd name="connsiteY8" fmla="*/ 6871996 h 6891261"/>
              <a:gd name="connsiteX9" fmla="*/ 0 w 6486374"/>
              <a:gd name="connsiteY9" fmla="*/ 0 h 6891261"/>
              <a:gd name="connsiteX0" fmla="*/ 0 w 6486374"/>
              <a:gd name="connsiteY0" fmla="*/ 0 h 6891261"/>
              <a:gd name="connsiteX1" fmla="*/ 6486374 w 6486374"/>
              <a:gd name="connsiteY1" fmla="*/ 0 h 6891261"/>
              <a:gd name="connsiteX2" fmla="*/ 6464163 w 6486374"/>
              <a:gd name="connsiteY2" fmla="*/ 20187 h 6891261"/>
              <a:gd name="connsiteX3" fmla="*/ 6198509 w 6486374"/>
              <a:gd name="connsiteY3" fmla="*/ 1530131 h 6891261"/>
              <a:gd name="connsiteX4" fmla="*/ 6201083 w 6486374"/>
              <a:gd name="connsiteY4" fmla="*/ 3408709 h 6891261"/>
              <a:gd name="connsiteX5" fmla="*/ 6214935 w 6486374"/>
              <a:gd name="connsiteY5" fmla="*/ 4921170 h 6891261"/>
              <a:gd name="connsiteX6" fmla="*/ 6230902 w 6486374"/>
              <a:gd name="connsiteY6" fmla="*/ 5890367 h 6891261"/>
              <a:gd name="connsiteX7" fmla="*/ 6228167 w 6486374"/>
              <a:gd name="connsiteY7" fmla="*/ 6891261 h 6891261"/>
              <a:gd name="connsiteX8" fmla="*/ 0 w 6486374"/>
              <a:gd name="connsiteY8" fmla="*/ 6871996 h 6891261"/>
              <a:gd name="connsiteX9" fmla="*/ 0 w 6486374"/>
              <a:gd name="connsiteY9" fmla="*/ 0 h 6891261"/>
              <a:gd name="connsiteX0" fmla="*/ 0 w 6486374"/>
              <a:gd name="connsiteY0" fmla="*/ 0 h 6891261"/>
              <a:gd name="connsiteX1" fmla="*/ 6486374 w 6486374"/>
              <a:gd name="connsiteY1" fmla="*/ 0 h 6891261"/>
              <a:gd name="connsiteX2" fmla="*/ 6464163 w 6486374"/>
              <a:gd name="connsiteY2" fmla="*/ 20187 h 6891261"/>
              <a:gd name="connsiteX3" fmla="*/ 6198509 w 6486374"/>
              <a:gd name="connsiteY3" fmla="*/ 1530131 h 6891261"/>
              <a:gd name="connsiteX4" fmla="*/ 6201083 w 6486374"/>
              <a:gd name="connsiteY4" fmla="*/ 3408709 h 6891261"/>
              <a:gd name="connsiteX5" fmla="*/ 6214935 w 6486374"/>
              <a:gd name="connsiteY5" fmla="*/ 4921170 h 6891261"/>
              <a:gd name="connsiteX6" fmla="*/ 6230902 w 6486374"/>
              <a:gd name="connsiteY6" fmla="*/ 5890367 h 6891261"/>
              <a:gd name="connsiteX7" fmla="*/ 6228167 w 6486374"/>
              <a:gd name="connsiteY7" fmla="*/ 6891261 h 6891261"/>
              <a:gd name="connsiteX8" fmla="*/ 0 w 6486374"/>
              <a:gd name="connsiteY8" fmla="*/ 6871996 h 6891261"/>
              <a:gd name="connsiteX9" fmla="*/ 0 w 6486374"/>
              <a:gd name="connsiteY9" fmla="*/ 0 h 6891261"/>
              <a:gd name="connsiteX0" fmla="*/ 0 w 6486374"/>
              <a:gd name="connsiteY0" fmla="*/ 0 h 6891261"/>
              <a:gd name="connsiteX1" fmla="*/ 6486374 w 6486374"/>
              <a:gd name="connsiteY1" fmla="*/ 0 h 6891261"/>
              <a:gd name="connsiteX2" fmla="*/ 6464163 w 6486374"/>
              <a:gd name="connsiteY2" fmla="*/ 20187 h 6891261"/>
              <a:gd name="connsiteX3" fmla="*/ 6281756 w 6486374"/>
              <a:gd name="connsiteY3" fmla="*/ 416620 h 6891261"/>
              <a:gd name="connsiteX4" fmla="*/ 6198509 w 6486374"/>
              <a:gd name="connsiteY4" fmla="*/ 1530131 h 6891261"/>
              <a:gd name="connsiteX5" fmla="*/ 6201083 w 6486374"/>
              <a:gd name="connsiteY5" fmla="*/ 3408709 h 6891261"/>
              <a:gd name="connsiteX6" fmla="*/ 6214935 w 6486374"/>
              <a:gd name="connsiteY6" fmla="*/ 4921170 h 6891261"/>
              <a:gd name="connsiteX7" fmla="*/ 6230902 w 6486374"/>
              <a:gd name="connsiteY7" fmla="*/ 5890367 h 6891261"/>
              <a:gd name="connsiteX8" fmla="*/ 6228167 w 6486374"/>
              <a:gd name="connsiteY8" fmla="*/ 6891261 h 6891261"/>
              <a:gd name="connsiteX9" fmla="*/ 0 w 6486374"/>
              <a:gd name="connsiteY9" fmla="*/ 6871996 h 6891261"/>
              <a:gd name="connsiteX10" fmla="*/ 0 w 6486374"/>
              <a:gd name="connsiteY10" fmla="*/ 0 h 6891261"/>
              <a:gd name="connsiteX0" fmla="*/ 0 w 6486374"/>
              <a:gd name="connsiteY0" fmla="*/ 0 h 6891261"/>
              <a:gd name="connsiteX1" fmla="*/ 6486374 w 6486374"/>
              <a:gd name="connsiteY1" fmla="*/ 0 h 6891261"/>
              <a:gd name="connsiteX2" fmla="*/ 6464163 w 6486374"/>
              <a:gd name="connsiteY2" fmla="*/ 20187 h 6891261"/>
              <a:gd name="connsiteX3" fmla="*/ 6249487 w 6486374"/>
              <a:gd name="connsiteY3" fmla="*/ 459905 h 6891261"/>
              <a:gd name="connsiteX4" fmla="*/ 6198509 w 6486374"/>
              <a:gd name="connsiteY4" fmla="*/ 1530131 h 6891261"/>
              <a:gd name="connsiteX5" fmla="*/ 6201083 w 6486374"/>
              <a:gd name="connsiteY5" fmla="*/ 3408709 h 6891261"/>
              <a:gd name="connsiteX6" fmla="*/ 6214935 w 6486374"/>
              <a:gd name="connsiteY6" fmla="*/ 4921170 h 6891261"/>
              <a:gd name="connsiteX7" fmla="*/ 6230902 w 6486374"/>
              <a:gd name="connsiteY7" fmla="*/ 5890367 h 6891261"/>
              <a:gd name="connsiteX8" fmla="*/ 6228167 w 6486374"/>
              <a:gd name="connsiteY8" fmla="*/ 6891261 h 6891261"/>
              <a:gd name="connsiteX9" fmla="*/ 0 w 6486374"/>
              <a:gd name="connsiteY9" fmla="*/ 6871996 h 6891261"/>
              <a:gd name="connsiteX10" fmla="*/ 0 w 6486374"/>
              <a:gd name="connsiteY10" fmla="*/ 0 h 6891261"/>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198509 w 6486374"/>
              <a:gd name="connsiteY4" fmla="*/ 1531587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198509 w 6486374"/>
              <a:gd name="connsiteY4" fmla="*/ 1531587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198509 w 6486374"/>
              <a:gd name="connsiteY4" fmla="*/ 1531587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198509 w 6486374"/>
              <a:gd name="connsiteY4" fmla="*/ 1531587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198509 w 6486374"/>
              <a:gd name="connsiteY4" fmla="*/ 1531587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49344 w 6486374"/>
              <a:gd name="connsiteY5" fmla="*/ 3466809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49344 w 6486374"/>
              <a:gd name="connsiteY5" fmla="*/ 3466809 h 6892717"/>
              <a:gd name="connsiteX6" fmla="*/ 6214935 w 6486374"/>
              <a:gd name="connsiteY6" fmla="*/ 4922626 h 6892717"/>
              <a:gd name="connsiteX7" fmla="*/ 6230902 w 6486374"/>
              <a:gd name="connsiteY7" fmla="*/ 5891823 h 6892717"/>
              <a:gd name="connsiteX8" fmla="*/ 6320210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49344 w 6486374"/>
              <a:gd name="connsiteY5" fmla="*/ 3466809 h 6892717"/>
              <a:gd name="connsiteX6" fmla="*/ 6214935 w 6486374"/>
              <a:gd name="connsiteY6" fmla="*/ 4922626 h 6892717"/>
              <a:gd name="connsiteX7" fmla="*/ 6230902 w 6486374"/>
              <a:gd name="connsiteY7" fmla="*/ 5891823 h 6892717"/>
              <a:gd name="connsiteX8" fmla="*/ 6320210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317301 w 6486374"/>
              <a:gd name="connsiteY5" fmla="*/ 3483900 h 6892717"/>
              <a:gd name="connsiteX6" fmla="*/ 6214935 w 6486374"/>
              <a:gd name="connsiteY6" fmla="*/ 4922626 h 6892717"/>
              <a:gd name="connsiteX7" fmla="*/ 6230902 w 6486374"/>
              <a:gd name="connsiteY7" fmla="*/ 5891823 h 6892717"/>
              <a:gd name="connsiteX8" fmla="*/ 6320210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74829 w 6486374"/>
              <a:gd name="connsiteY5" fmla="*/ 3483900 h 6892717"/>
              <a:gd name="connsiteX6" fmla="*/ 6214935 w 6486374"/>
              <a:gd name="connsiteY6" fmla="*/ 4922626 h 6892717"/>
              <a:gd name="connsiteX7" fmla="*/ 6230902 w 6486374"/>
              <a:gd name="connsiteY7" fmla="*/ 5891823 h 6892717"/>
              <a:gd name="connsiteX8" fmla="*/ 6320210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15366 w 6486374"/>
              <a:gd name="connsiteY5" fmla="*/ 3509538 h 6892717"/>
              <a:gd name="connsiteX6" fmla="*/ 6214935 w 6486374"/>
              <a:gd name="connsiteY6" fmla="*/ 4922626 h 6892717"/>
              <a:gd name="connsiteX7" fmla="*/ 6230902 w 6486374"/>
              <a:gd name="connsiteY7" fmla="*/ 5891823 h 6892717"/>
              <a:gd name="connsiteX8" fmla="*/ 6320210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74828 w 6486374"/>
              <a:gd name="connsiteY5" fmla="*/ 3500992 h 6892717"/>
              <a:gd name="connsiteX6" fmla="*/ 6214935 w 6486374"/>
              <a:gd name="connsiteY6" fmla="*/ 4922626 h 6892717"/>
              <a:gd name="connsiteX7" fmla="*/ 6230902 w 6486374"/>
              <a:gd name="connsiteY7" fmla="*/ 5891823 h 6892717"/>
              <a:gd name="connsiteX8" fmla="*/ 6320210 w 6486374"/>
              <a:gd name="connsiteY8" fmla="*/ 6892717 h 6892717"/>
              <a:gd name="connsiteX9" fmla="*/ 0 w 6486374"/>
              <a:gd name="connsiteY9" fmla="*/ 6873452 h 6892717"/>
              <a:gd name="connsiteX10" fmla="*/ 0 w 6486374"/>
              <a:gd name="connsiteY10" fmla="*/ 1456 h 6892717"/>
              <a:gd name="connsiteX0" fmla="*/ 0 w 6361977"/>
              <a:gd name="connsiteY0" fmla="*/ 10391 h 6901652"/>
              <a:gd name="connsiteX1" fmla="*/ 5928628 w 6361977"/>
              <a:gd name="connsiteY1" fmla="*/ 0 h 6901652"/>
              <a:gd name="connsiteX2" fmla="*/ 6361977 w 6361977"/>
              <a:gd name="connsiteY2" fmla="*/ 8935 h 6901652"/>
              <a:gd name="connsiteX3" fmla="*/ 6249487 w 6361977"/>
              <a:gd name="connsiteY3" fmla="*/ 470296 h 6901652"/>
              <a:gd name="connsiteX4" fmla="*/ 6246770 w 6361977"/>
              <a:gd name="connsiteY4" fmla="*/ 1597166 h 6901652"/>
              <a:gd name="connsiteX5" fmla="*/ 6274828 w 6361977"/>
              <a:gd name="connsiteY5" fmla="*/ 3509927 h 6901652"/>
              <a:gd name="connsiteX6" fmla="*/ 6214935 w 6361977"/>
              <a:gd name="connsiteY6" fmla="*/ 4931561 h 6901652"/>
              <a:gd name="connsiteX7" fmla="*/ 6230902 w 6361977"/>
              <a:gd name="connsiteY7" fmla="*/ 5900758 h 6901652"/>
              <a:gd name="connsiteX8" fmla="*/ 6320210 w 6361977"/>
              <a:gd name="connsiteY8" fmla="*/ 6901652 h 6901652"/>
              <a:gd name="connsiteX9" fmla="*/ 0 w 6361977"/>
              <a:gd name="connsiteY9" fmla="*/ 6882387 h 6901652"/>
              <a:gd name="connsiteX10" fmla="*/ 0 w 6361977"/>
              <a:gd name="connsiteY10" fmla="*/ 10391 h 6901652"/>
              <a:gd name="connsiteX0" fmla="*/ 0 w 6351648"/>
              <a:gd name="connsiteY0" fmla="*/ 10391 h 6901652"/>
              <a:gd name="connsiteX1" fmla="*/ 5928628 w 6351648"/>
              <a:gd name="connsiteY1" fmla="*/ 0 h 6901652"/>
              <a:gd name="connsiteX2" fmla="*/ 6351648 w 6351648"/>
              <a:gd name="connsiteY2" fmla="*/ 19326 h 6901652"/>
              <a:gd name="connsiteX3" fmla="*/ 6249487 w 6351648"/>
              <a:gd name="connsiteY3" fmla="*/ 470296 h 6901652"/>
              <a:gd name="connsiteX4" fmla="*/ 6246770 w 6351648"/>
              <a:gd name="connsiteY4" fmla="*/ 1597166 h 6901652"/>
              <a:gd name="connsiteX5" fmla="*/ 6274828 w 6351648"/>
              <a:gd name="connsiteY5" fmla="*/ 3509927 h 6901652"/>
              <a:gd name="connsiteX6" fmla="*/ 6214935 w 6351648"/>
              <a:gd name="connsiteY6" fmla="*/ 4931561 h 6901652"/>
              <a:gd name="connsiteX7" fmla="*/ 6230902 w 6351648"/>
              <a:gd name="connsiteY7" fmla="*/ 5900758 h 6901652"/>
              <a:gd name="connsiteX8" fmla="*/ 6320210 w 6351648"/>
              <a:gd name="connsiteY8" fmla="*/ 6901652 h 6901652"/>
              <a:gd name="connsiteX9" fmla="*/ 0 w 6351648"/>
              <a:gd name="connsiteY9" fmla="*/ 6882387 h 6901652"/>
              <a:gd name="connsiteX10" fmla="*/ 0 w 6351648"/>
              <a:gd name="connsiteY10" fmla="*/ 10391 h 6901652"/>
              <a:gd name="connsiteX0" fmla="*/ 0 w 6351648"/>
              <a:gd name="connsiteY0" fmla="*/ 10391 h 6901652"/>
              <a:gd name="connsiteX1" fmla="*/ 5928628 w 6351648"/>
              <a:gd name="connsiteY1" fmla="*/ 0 h 6901652"/>
              <a:gd name="connsiteX2" fmla="*/ 6351648 w 6351648"/>
              <a:gd name="connsiteY2" fmla="*/ 19326 h 6901652"/>
              <a:gd name="connsiteX3" fmla="*/ 6249487 w 6351648"/>
              <a:gd name="connsiteY3" fmla="*/ 470296 h 6901652"/>
              <a:gd name="connsiteX4" fmla="*/ 6246770 w 6351648"/>
              <a:gd name="connsiteY4" fmla="*/ 1597166 h 6901652"/>
              <a:gd name="connsiteX5" fmla="*/ 6212856 w 6351648"/>
              <a:gd name="connsiteY5" fmla="*/ 3322891 h 6901652"/>
              <a:gd name="connsiteX6" fmla="*/ 6214935 w 6351648"/>
              <a:gd name="connsiteY6" fmla="*/ 4931561 h 6901652"/>
              <a:gd name="connsiteX7" fmla="*/ 6230902 w 6351648"/>
              <a:gd name="connsiteY7" fmla="*/ 5900758 h 6901652"/>
              <a:gd name="connsiteX8" fmla="*/ 6320210 w 6351648"/>
              <a:gd name="connsiteY8" fmla="*/ 6901652 h 6901652"/>
              <a:gd name="connsiteX9" fmla="*/ 0 w 6351648"/>
              <a:gd name="connsiteY9" fmla="*/ 6882387 h 6901652"/>
              <a:gd name="connsiteX10" fmla="*/ 0 w 6351648"/>
              <a:gd name="connsiteY10" fmla="*/ 10391 h 6901652"/>
              <a:gd name="connsiteX0" fmla="*/ 0 w 6351648"/>
              <a:gd name="connsiteY0" fmla="*/ 10391 h 6901652"/>
              <a:gd name="connsiteX1" fmla="*/ 5928628 w 6351648"/>
              <a:gd name="connsiteY1" fmla="*/ 0 h 6901652"/>
              <a:gd name="connsiteX2" fmla="*/ 6351648 w 6351648"/>
              <a:gd name="connsiteY2" fmla="*/ 19326 h 6901652"/>
              <a:gd name="connsiteX3" fmla="*/ 6249487 w 6351648"/>
              <a:gd name="connsiteY3" fmla="*/ 470296 h 6901652"/>
              <a:gd name="connsiteX4" fmla="*/ 6298413 w 6351648"/>
              <a:gd name="connsiteY4" fmla="*/ 1680293 h 6901652"/>
              <a:gd name="connsiteX5" fmla="*/ 6212856 w 6351648"/>
              <a:gd name="connsiteY5" fmla="*/ 3322891 h 6901652"/>
              <a:gd name="connsiteX6" fmla="*/ 6214935 w 6351648"/>
              <a:gd name="connsiteY6" fmla="*/ 4931561 h 6901652"/>
              <a:gd name="connsiteX7" fmla="*/ 6230902 w 6351648"/>
              <a:gd name="connsiteY7" fmla="*/ 5900758 h 6901652"/>
              <a:gd name="connsiteX8" fmla="*/ 6320210 w 6351648"/>
              <a:gd name="connsiteY8" fmla="*/ 6901652 h 6901652"/>
              <a:gd name="connsiteX9" fmla="*/ 0 w 6351648"/>
              <a:gd name="connsiteY9" fmla="*/ 6882387 h 6901652"/>
              <a:gd name="connsiteX10" fmla="*/ 0 w 6351648"/>
              <a:gd name="connsiteY10" fmla="*/ 10391 h 6901652"/>
              <a:gd name="connsiteX0" fmla="*/ 0 w 6351648"/>
              <a:gd name="connsiteY0" fmla="*/ 10391 h 6901652"/>
              <a:gd name="connsiteX1" fmla="*/ 5928628 w 6351648"/>
              <a:gd name="connsiteY1" fmla="*/ 0 h 6901652"/>
              <a:gd name="connsiteX2" fmla="*/ 6351648 w 6351648"/>
              <a:gd name="connsiteY2" fmla="*/ 19326 h 6901652"/>
              <a:gd name="connsiteX3" fmla="*/ 6332116 w 6351648"/>
              <a:gd name="connsiteY3" fmla="*/ 480687 h 6901652"/>
              <a:gd name="connsiteX4" fmla="*/ 6298413 w 6351648"/>
              <a:gd name="connsiteY4" fmla="*/ 1680293 h 6901652"/>
              <a:gd name="connsiteX5" fmla="*/ 6212856 w 6351648"/>
              <a:gd name="connsiteY5" fmla="*/ 3322891 h 6901652"/>
              <a:gd name="connsiteX6" fmla="*/ 6214935 w 6351648"/>
              <a:gd name="connsiteY6" fmla="*/ 4931561 h 6901652"/>
              <a:gd name="connsiteX7" fmla="*/ 6230902 w 6351648"/>
              <a:gd name="connsiteY7" fmla="*/ 5900758 h 6901652"/>
              <a:gd name="connsiteX8" fmla="*/ 6320210 w 6351648"/>
              <a:gd name="connsiteY8" fmla="*/ 6901652 h 6901652"/>
              <a:gd name="connsiteX9" fmla="*/ 0 w 6351648"/>
              <a:gd name="connsiteY9" fmla="*/ 6882387 h 6901652"/>
              <a:gd name="connsiteX10" fmla="*/ 0 w 6351648"/>
              <a:gd name="connsiteY10" fmla="*/ 10391 h 6901652"/>
              <a:gd name="connsiteX0" fmla="*/ 0 w 6333246"/>
              <a:gd name="connsiteY0" fmla="*/ 11847 h 6903108"/>
              <a:gd name="connsiteX1" fmla="*/ 5928628 w 6333246"/>
              <a:gd name="connsiteY1" fmla="*/ 1456 h 6903108"/>
              <a:gd name="connsiteX2" fmla="*/ 6300005 w 6333246"/>
              <a:gd name="connsiteY2" fmla="*/ 0 h 6903108"/>
              <a:gd name="connsiteX3" fmla="*/ 6332116 w 6333246"/>
              <a:gd name="connsiteY3" fmla="*/ 482143 h 6903108"/>
              <a:gd name="connsiteX4" fmla="*/ 6298413 w 6333246"/>
              <a:gd name="connsiteY4" fmla="*/ 1681749 h 6903108"/>
              <a:gd name="connsiteX5" fmla="*/ 6212856 w 6333246"/>
              <a:gd name="connsiteY5" fmla="*/ 3324347 h 6903108"/>
              <a:gd name="connsiteX6" fmla="*/ 6214935 w 6333246"/>
              <a:gd name="connsiteY6" fmla="*/ 4933017 h 6903108"/>
              <a:gd name="connsiteX7" fmla="*/ 6230902 w 6333246"/>
              <a:gd name="connsiteY7" fmla="*/ 5902214 h 6903108"/>
              <a:gd name="connsiteX8" fmla="*/ 6320210 w 6333246"/>
              <a:gd name="connsiteY8" fmla="*/ 6903108 h 6903108"/>
              <a:gd name="connsiteX9" fmla="*/ 0 w 6333246"/>
              <a:gd name="connsiteY9" fmla="*/ 6883843 h 6903108"/>
              <a:gd name="connsiteX10" fmla="*/ 0 w 6333246"/>
              <a:gd name="connsiteY10" fmla="*/ 11847 h 6903108"/>
              <a:gd name="connsiteX0" fmla="*/ 0 w 6333246"/>
              <a:gd name="connsiteY0" fmla="*/ 11847 h 6913499"/>
              <a:gd name="connsiteX1" fmla="*/ 5928628 w 6333246"/>
              <a:gd name="connsiteY1" fmla="*/ 1456 h 6913499"/>
              <a:gd name="connsiteX2" fmla="*/ 6300005 w 6333246"/>
              <a:gd name="connsiteY2" fmla="*/ 0 h 6913499"/>
              <a:gd name="connsiteX3" fmla="*/ 6332116 w 6333246"/>
              <a:gd name="connsiteY3" fmla="*/ 482143 h 6913499"/>
              <a:gd name="connsiteX4" fmla="*/ 6298413 w 6333246"/>
              <a:gd name="connsiteY4" fmla="*/ 1681749 h 6913499"/>
              <a:gd name="connsiteX5" fmla="*/ 6212856 w 6333246"/>
              <a:gd name="connsiteY5" fmla="*/ 3324347 h 6913499"/>
              <a:gd name="connsiteX6" fmla="*/ 6214935 w 6333246"/>
              <a:gd name="connsiteY6" fmla="*/ 4933017 h 6913499"/>
              <a:gd name="connsiteX7" fmla="*/ 6230902 w 6333246"/>
              <a:gd name="connsiteY7" fmla="*/ 5902214 h 6913499"/>
              <a:gd name="connsiteX8" fmla="*/ 6237581 w 6333246"/>
              <a:gd name="connsiteY8" fmla="*/ 6913499 h 6913499"/>
              <a:gd name="connsiteX9" fmla="*/ 0 w 6333246"/>
              <a:gd name="connsiteY9" fmla="*/ 6883843 h 6913499"/>
              <a:gd name="connsiteX10" fmla="*/ 0 w 6333246"/>
              <a:gd name="connsiteY10" fmla="*/ 11847 h 6913499"/>
              <a:gd name="connsiteX0" fmla="*/ 0 w 6333246"/>
              <a:gd name="connsiteY0" fmla="*/ 11847 h 6913499"/>
              <a:gd name="connsiteX1" fmla="*/ 5928628 w 6333246"/>
              <a:gd name="connsiteY1" fmla="*/ 1456 h 6913499"/>
              <a:gd name="connsiteX2" fmla="*/ 6300005 w 6333246"/>
              <a:gd name="connsiteY2" fmla="*/ 0 h 6913499"/>
              <a:gd name="connsiteX3" fmla="*/ 6332116 w 6333246"/>
              <a:gd name="connsiteY3" fmla="*/ 482143 h 6913499"/>
              <a:gd name="connsiteX4" fmla="*/ 6298413 w 6333246"/>
              <a:gd name="connsiteY4" fmla="*/ 1681749 h 6913499"/>
              <a:gd name="connsiteX5" fmla="*/ 6212856 w 6333246"/>
              <a:gd name="connsiteY5" fmla="*/ 3324347 h 6913499"/>
              <a:gd name="connsiteX6" fmla="*/ 6214935 w 6333246"/>
              <a:gd name="connsiteY6" fmla="*/ 4933017 h 6913499"/>
              <a:gd name="connsiteX7" fmla="*/ 6230902 w 6333246"/>
              <a:gd name="connsiteY7" fmla="*/ 5902214 h 6913499"/>
              <a:gd name="connsiteX8" fmla="*/ 6237581 w 6333246"/>
              <a:gd name="connsiteY8" fmla="*/ 6913499 h 6913499"/>
              <a:gd name="connsiteX9" fmla="*/ 0 w 6333246"/>
              <a:gd name="connsiteY9" fmla="*/ 6883843 h 6913499"/>
              <a:gd name="connsiteX10" fmla="*/ 0 w 6333246"/>
              <a:gd name="connsiteY10" fmla="*/ 11847 h 6913499"/>
              <a:gd name="connsiteX0" fmla="*/ 0 w 6333246"/>
              <a:gd name="connsiteY0" fmla="*/ 11847 h 6913499"/>
              <a:gd name="connsiteX1" fmla="*/ 5928628 w 6333246"/>
              <a:gd name="connsiteY1" fmla="*/ 1456 h 6913499"/>
              <a:gd name="connsiteX2" fmla="*/ 6300005 w 6333246"/>
              <a:gd name="connsiteY2" fmla="*/ 0 h 6913499"/>
              <a:gd name="connsiteX3" fmla="*/ 6332116 w 6333246"/>
              <a:gd name="connsiteY3" fmla="*/ 482143 h 6913499"/>
              <a:gd name="connsiteX4" fmla="*/ 6298413 w 6333246"/>
              <a:gd name="connsiteY4" fmla="*/ 1681749 h 6913499"/>
              <a:gd name="connsiteX5" fmla="*/ 6212856 w 6333246"/>
              <a:gd name="connsiteY5" fmla="*/ 3324347 h 6913499"/>
              <a:gd name="connsiteX6" fmla="*/ 6214935 w 6333246"/>
              <a:gd name="connsiteY6" fmla="*/ 4933017 h 6913499"/>
              <a:gd name="connsiteX7" fmla="*/ 6230902 w 6333246"/>
              <a:gd name="connsiteY7" fmla="*/ 5902214 h 6913499"/>
              <a:gd name="connsiteX8" fmla="*/ 6237581 w 6333246"/>
              <a:gd name="connsiteY8" fmla="*/ 6913499 h 6913499"/>
              <a:gd name="connsiteX9" fmla="*/ 0 w 6333246"/>
              <a:gd name="connsiteY9" fmla="*/ 6883843 h 6913499"/>
              <a:gd name="connsiteX10" fmla="*/ 0 w 6333246"/>
              <a:gd name="connsiteY10" fmla="*/ 11847 h 6913499"/>
              <a:gd name="connsiteX0" fmla="*/ 0 w 6333246"/>
              <a:gd name="connsiteY0" fmla="*/ 11847 h 6913499"/>
              <a:gd name="connsiteX1" fmla="*/ 5928628 w 6333246"/>
              <a:gd name="connsiteY1" fmla="*/ 1456 h 6913499"/>
              <a:gd name="connsiteX2" fmla="*/ 6300005 w 6333246"/>
              <a:gd name="connsiteY2" fmla="*/ 0 h 6913499"/>
              <a:gd name="connsiteX3" fmla="*/ 6332116 w 6333246"/>
              <a:gd name="connsiteY3" fmla="*/ 482143 h 6913499"/>
              <a:gd name="connsiteX4" fmla="*/ 6298413 w 6333246"/>
              <a:gd name="connsiteY4" fmla="*/ 1681749 h 6913499"/>
              <a:gd name="connsiteX5" fmla="*/ 6212856 w 6333246"/>
              <a:gd name="connsiteY5" fmla="*/ 3324347 h 6913499"/>
              <a:gd name="connsiteX6" fmla="*/ 6214935 w 6333246"/>
              <a:gd name="connsiteY6" fmla="*/ 4933017 h 6913499"/>
              <a:gd name="connsiteX7" fmla="*/ 6272217 w 6333246"/>
              <a:gd name="connsiteY7" fmla="*/ 5985342 h 6913499"/>
              <a:gd name="connsiteX8" fmla="*/ 6237581 w 6333246"/>
              <a:gd name="connsiteY8" fmla="*/ 6913499 h 6913499"/>
              <a:gd name="connsiteX9" fmla="*/ 0 w 6333246"/>
              <a:gd name="connsiteY9" fmla="*/ 6883843 h 6913499"/>
              <a:gd name="connsiteX10" fmla="*/ 0 w 6333246"/>
              <a:gd name="connsiteY10" fmla="*/ 11847 h 6913499"/>
              <a:gd name="connsiteX0" fmla="*/ 0 w 6333246"/>
              <a:gd name="connsiteY0" fmla="*/ 11847 h 6913499"/>
              <a:gd name="connsiteX1" fmla="*/ 5928628 w 6333246"/>
              <a:gd name="connsiteY1" fmla="*/ 1456 h 6913499"/>
              <a:gd name="connsiteX2" fmla="*/ 6300005 w 6333246"/>
              <a:gd name="connsiteY2" fmla="*/ 0 h 6913499"/>
              <a:gd name="connsiteX3" fmla="*/ 6332116 w 6333246"/>
              <a:gd name="connsiteY3" fmla="*/ 482143 h 6913499"/>
              <a:gd name="connsiteX4" fmla="*/ 6298413 w 6333246"/>
              <a:gd name="connsiteY4" fmla="*/ 1681749 h 6913499"/>
              <a:gd name="connsiteX5" fmla="*/ 6212856 w 6333246"/>
              <a:gd name="connsiteY5" fmla="*/ 3324347 h 6913499"/>
              <a:gd name="connsiteX6" fmla="*/ 6214935 w 6333246"/>
              <a:gd name="connsiteY6" fmla="*/ 4933017 h 6913499"/>
              <a:gd name="connsiteX7" fmla="*/ 6292874 w 6333246"/>
              <a:gd name="connsiteY7" fmla="*/ 5995733 h 6913499"/>
              <a:gd name="connsiteX8" fmla="*/ 6237581 w 6333246"/>
              <a:gd name="connsiteY8" fmla="*/ 6913499 h 6913499"/>
              <a:gd name="connsiteX9" fmla="*/ 0 w 6333246"/>
              <a:gd name="connsiteY9" fmla="*/ 6883843 h 6913499"/>
              <a:gd name="connsiteX10" fmla="*/ 0 w 6333246"/>
              <a:gd name="connsiteY10" fmla="*/ 11847 h 6913499"/>
              <a:gd name="connsiteX0" fmla="*/ 0 w 6333246"/>
              <a:gd name="connsiteY0" fmla="*/ 11847 h 6913499"/>
              <a:gd name="connsiteX1" fmla="*/ 5928628 w 6333246"/>
              <a:gd name="connsiteY1" fmla="*/ 1456 h 6913499"/>
              <a:gd name="connsiteX2" fmla="*/ 6300005 w 6333246"/>
              <a:gd name="connsiteY2" fmla="*/ 0 h 6913499"/>
              <a:gd name="connsiteX3" fmla="*/ 6332116 w 6333246"/>
              <a:gd name="connsiteY3" fmla="*/ 482143 h 6913499"/>
              <a:gd name="connsiteX4" fmla="*/ 6298413 w 6333246"/>
              <a:gd name="connsiteY4" fmla="*/ 1681749 h 6913499"/>
              <a:gd name="connsiteX5" fmla="*/ 6212856 w 6333246"/>
              <a:gd name="connsiteY5" fmla="*/ 3324347 h 6913499"/>
              <a:gd name="connsiteX6" fmla="*/ 6256250 w 6333246"/>
              <a:gd name="connsiteY6" fmla="*/ 4881063 h 6913499"/>
              <a:gd name="connsiteX7" fmla="*/ 6292874 w 6333246"/>
              <a:gd name="connsiteY7" fmla="*/ 5995733 h 6913499"/>
              <a:gd name="connsiteX8" fmla="*/ 6237581 w 6333246"/>
              <a:gd name="connsiteY8" fmla="*/ 6913499 h 6913499"/>
              <a:gd name="connsiteX9" fmla="*/ 0 w 6333246"/>
              <a:gd name="connsiteY9" fmla="*/ 6883843 h 6913499"/>
              <a:gd name="connsiteX10" fmla="*/ 0 w 6333246"/>
              <a:gd name="connsiteY10" fmla="*/ 11847 h 6913499"/>
              <a:gd name="connsiteX0" fmla="*/ 0 w 6333246"/>
              <a:gd name="connsiteY0" fmla="*/ 11847 h 6923890"/>
              <a:gd name="connsiteX1" fmla="*/ 5928628 w 6333246"/>
              <a:gd name="connsiteY1" fmla="*/ 1456 h 6923890"/>
              <a:gd name="connsiteX2" fmla="*/ 6300005 w 6333246"/>
              <a:gd name="connsiteY2" fmla="*/ 0 h 6923890"/>
              <a:gd name="connsiteX3" fmla="*/ 6332116 w 6333246"/>
              <a:gd name="connsiteY3" fmla="*/ 482143 h 6923890"/>
              <a:gd name="connsiteX4" fmla="*/ 6298413 w 6333246"/>
              <a:gd name="connsiteY4" fmla="*/ 1681749 h 6923890"/>
              <a:gd name="connsiteX5" fmla="*/ 6212856 w 6333246"/>
              <a:gd name="connsiteY5" fmla="*/ 3324347 h 6923890"/>
              <a:gd name="connsiteX6" fmla="*/ 6256250 w 6333246"/>
              <a:gd name="connsiteY6" fmla="*/ 4881063 h 6923890"/>
              <a:gd name="connsiteX7" fmla="*/ 6292874 w 6333246"/>
              <a:gd name="connsiteY7" fmla="*/ 5995733 h 6923890"/>
              <a:gd name="connsiteX8" fmla="*/ 6278896 w 6333246"/>
              <a:gd name="connsiteY8" fmla="*/ 6923890 h 6923890"/>
              <a:gd name="connsiteX9" fmla="*/ 0 w 6333246"/>
              <a:gd name="connsiteY9" fmla="*/ 6883843 h 6923890"/>
              <a:gd name="connsiteX10" fmla="*/ 0 w 6333246"/>
              <a:gd name="connsiteY10" fmla="*/ 11847 h 6923890"/>
              <a:gd name="connsiteX0" fmla="*/ 0 w 6372305"/>
              <a:gd name="connsiteY0" fmla="*/ 10391 h 6922434"/>
              <a:gd name="connsiteX1" fmla="*/ 5928628 w 6372305"/>
              <a:gd name="connsiteY1" fmla="*/ 0 h 6922434"/>
              <a:gd name="connsiteX2" fmla="*/ 6372305 w 6372305"/>
              <a:gd name="connsiteY2" fmla="*/ 8935 h 6922434"/>
              <a:gd name="connsiteX3" fmla="*/ 6332116 w 6372305"/>
              <a:gd name="connsiteY3" fmla="*/ 480687 h 6922434"/>
              <a:gd name="connsiteX4" fmla="*/ 6298413 w 6372305"/>
              <a:gd name="connsiteY4" fmla="*/ 1680293 h 6922434"/>
              <a:gd name="connsiteX5" fmla="*/ 6212856 w 6372305"/>
              <a:gd name="connsiteY5" fmla="*/ 3322891 h 6922434"/>
              <a:gd name="connsiteX6" fmla="*/ 6256250 w 6372305"/>
              <a:gd name="connsiteY6" fmla="*/ 4879607 h 6922434"/>
              <a:gd name="connsiteX7" fmla="*/ 6292874 w 6372305"/>
              <a:gd name="connsiteY7" fmla="*/ 5994277 h 6922434"/>
              <a:gd name="connsiteX8" fmla="*/ 6278896 w 6372305"/>
              <a:gd name="connsiteY8" fmla="*/ 6922434 h 6922434"/>
              <a:gd name="connsiteX9" fmla="*/ 0 w 6372305"/>
              <a:gd name="connsiteY9" fmla="*/ 6882387 h 6922434"/>
              <a:gd name="connsiteX10" fmla="*/ 0 w 6372305"/>
              <a:gd name="connsiteY10" fmla="*/ 10391 h 692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72305" h="6922434">
                <a:moveTo>
                  <a:pt x="0" y="10391"/>
                </a:moveTo>
                <a:lnTo>
                  <a:pt x="5928628" y="0"/>
                </a:lnTo>
                <a:lnTo>
                  <a:pt x="6372305" y="8935"/>
                </a:lnTo>
                <a:cubicBezTo>
                  <a:pt x="6338202" y="78372"/>
                  <a:pt x="6338745" y="223620"/>
                  <a:pt x="6332116" y="480687"/>
                </a:cubicBezTo>
                <a:cubicBezTo>
                  <a:pt x="6341622" y="770218"/>
                  <a:pt x="6287726" y="1149244"/>
                  <a:pt x="6298413" y="1680293"/>
                </a:cubicBezTo>
                <a:cubicBezTo>
                  <a:pt x="6315353" y="2298108"/>
                  <a:pt x="6219883" y="2789672"/>
                  <a:pt x="6212856" y="3322891"/>
                </a:cubicBezTo>
                <a:cubicBezTo>
                  <a:pt x="6205829" y="3856110"/>
                  <a:pt x="6255762" y="4470506"/>
                  <a:pt x="6256250" y="4879607"/>
                </a:cubicBezTo>
                <a:cubicBezTo>
                  <a:pt x="6256250" y="4959473"/>
                  <a:pt x="6304354" y="5599740"/>
                  <a:pt x="6292874" y="5994277"/>
                </a:cubicBezTo>
                <a:cubicBezTo>
                  <a:pt x="6309739" y="6532878"/>
                  <a:pt x="6263478" y="6752129"/>
                  <a:pt x="6278896" y="6922434"/>
                </a:cubicBezTo>
                <a:lnTo>
                  <a:pt x="0" y="6882387"/>
                </a:lnTo>
                <a:lnTo>
                  <a:pt x="0" y="10391"/>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0453E92-BCC2-9294-50D4-E7DD10A7667B}"/>
              </a:ext>
            </a:extLst>
          </p:cNvPr>
          <p:cNvSpPr>
            <a:spLocks noGrp="1"/>
          </p:cNvSpPr>
          <p:nvPr>
            <p:ph type="title" hasCustomPrompt="1"/>
          </p:nvPr>
        </p:nvSpPr>
        <p:spPr>
          <a:xfrm>
            <a:off x="647700" y="1333500"/>
            <a:ext cx="5175031" cy="3196459"/>
          </a:xfrm>
          <a:prstGeom prst="rect">
            <a:avLst/>
          </a:prstGeom>
        </p:spPr>
        <p:txBody>
          <a:bodyPr>
            <a:noAutofit/>
          </a:bodyPr>
          <a:lstStyle>
            <a:lvl1pPr>
              <a:defRPr sz="5200">
                <a:solidFill>
                  <a:schemeClr val="tx1"/>
                </a:solidFill>
              </a:defRPr>
            </a:lvl1pPr>
          </a:lstStyle>
          <a:p>
            <a:r>
              <a:rPr lang="en-US"/>
              <a:t>Click to add section title (Segoe UI, 52pt)</a:t>
            </a:r>
          </a:p>
        </p:txBody>
      </p:sp>
      <p:pic>
        <p:nvPicPr>
          <p:cNvPr id="13" name="Picture 12" descr="A blue and black logo&#10;&#10;Description automatically generated">
            <a:extLst>
              <a:ext uri="{FF2B5EF4-FFF2-40B4-BE49-F238E27FC236}">
                <a16:creationId xmlns:a16="http://schemas.microsoft.com/office/drawing/2014/main" id="{728B8135-41D1-EAFD-7CB3-67BCE86E770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61119" y="6332798"/>
            <a:ext cx="1049020" cy="419608"/>
          </a:xfrm>
          <a:prstGeom prst="rect">
            <a:avLst/>
          </a:prstGeom>
        </p:spPr>
      </p:pic>
      <p:sp>
        <p:nvSpPr>
          <p:cNvPr id="8" name="Text Placeholder 7">
            <a:extLst>
              <a:ext uri="{FF2B5EF4-FFF2-40B4-BE49-F238E27FC236}">
                <a16:creationId xmlns:a16="http://schemas.microsoft.com/office/drawing/2014/main" id="{350B01AA-0A09-3D6C-2BAC-EB151A034837}"/>
              </a:ext>
            </a:extLst>
          </p:cNvPr>
          <p:cNvSpPr>
            <a:spLocks noGrp="1"/>
          </p:cNvSpPr>
          <p:nvPr>
            <p:ph type="body" sz="quarter" idx="12" hasCustomPrompt="1"/>
          </p:nvPr>
        </p:nvSpPr>
        <p:spPr>
          <a:xfrm>
            <a:off x="647700" y="4666594"/>
            <a:ext cx="5175031" cy="536027"/>
          </a:xfrm>
        </p:spPr>
        <p:txBody>
          <a:bodyPr>
            <a:noAutofit/>
          </a:bodyPr>
          <a:lstStyle>
            <a:lvl1pPr marL="0" indent="0">
              <a:buFontTx/>
              <a:buNone/>
              <a:defRPr sz="1800" b="1" i="0">
                <a:latin typeface="Segoe UI Semibold" panose="020B0502040204020203" pitchFamily="34" charset="0"/>
                <a:cs typeface="Segoe UI Semibold" panose="020B0502040204020203" pitchFamily="34" charset="0"/>
              </a:defRPr>
            </a:lvl1pPr>
          </a:lstStyle>
          <a:p>
            <a:pPr lvl="0"/>
            <a:r>
              <a:rPr lang="en-US"/>
              <a:t>Click to add subhead text</a:t>
            </a:r>
          </a:p>
        </p:txBody>
      </p:sp>
      <p:graphicFrame>
        <p:nvGraphicFramePr>
          <p:cNvPr id="4" name="Table 3">
            <a:extLst>
              <a:ext uri="{FF2B5EF4-FFF2-40B4-BE49-F238E27FC236}">
                <a16:creationId xmlns:a16="http://schemas.microsoft.com/office/drawing/2014/main" id="{69C15375-B10C-AD51-A222-BFCC41C4ADB2}"/>
              </a:ext>
            </a:extLst>
          </p:cNvPr>
          <p:cNvGraphicFramePr>
            <a:graphicFrameLocks noGrp="1"/>
          </p:cNvGraphicFramePr>
          <p:nvPr userDrawn="1">
            <p:extLst>
              <p:ext uri="{D42A27DB-BD31-4B8C-83A1-F6EECF244321}">
                <p14:modId xmlns:p14="http://schemas.microsoft.com/office/powerpoint/2010/main" val="780828895"/>
              </p:ext>
            </p:extLst>
          </p:nvPr>
        </p:nvGraphicFramePr>
        <p:xfrm>
          <a:off x="1667827" y="6488470"/>
          <a:ext cx="1932173" cy="255359"/>
        </p:xfrm>
        <a:graphic>
          <a:graphicData uri="http://schemas.openxmlformats.org/drawingml/2006/table">
            <a:tbl>
              <a:tblPr firstRow="1" bandRow="1">
                <a:tableStyleId>{5C22544A-7EE6-4342-B048-85BDC9FD1C3A}</a:tableStyleId>
              </a:tblPr>
              <a:tblGrid>
                <a:gridCol w="1932173">
                  <a:extLst>
                    <a:ext uri="{9D8B030D-6E8A-4147-A177-3AD203B41FA5}">
                      <a16:colId xmlns:a16="http://schemas.microsoft.com/office/drawing/2014/main" val="1979303119"/>
                    </a:ext>
                  </a:extLst>
                </a:gridCol>
              </a:tblGrid>
              <a:tr h="2553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50" b="0">
                          <a:solidFill>
                            <a:schemeClr val="bg1">
                              <a:lumMod val="50000"/>
                            </a:schemeClr>
                          </a:solidFill>
                        </a:rPr>
                        <a:t>© EMS LINQ, LLC. All rights reserved. </a:t>
                      </a:r>
                    </a:p>
                  </a:txBody>
                  <a:tcPr>
                    <a:lnL w="12700" cmpd="sng">
                      <a:noFill/>
                    </a:lnL>
                    <a:lnR w="12700" cmpd="sng">
                      <a:noFill/>
                    </a:lnR>
                    <a:lnT w="12700" cmpd="sng">
                      <a:noFill/>
                    </a:lnT>
                    <a:lnB w="38100" cmpd="sng">
                      <a:noFill/>
                    </a:lnB>
                    <a:noFill/>
                  </a:tcPr>
                </a:tc>
                <a:extLst>
                  <a:ext uri="{0D108BD9-81ED-4DB2-BD59-A6C34878D82A}">
                    <a16:rowId xmlns:a16="http://schemas.microsoft.com/office/drawing/2014/main" val="1911493861"/>
                  </a:ext>
                </a:extLst>
              </a:tr>
            </a:tbl>
          </a:graphicData>
        </a:graphic>
      </p:graphicFrame>
      <p:sp>
        <p:nvSpPr>
          <p:cNvPr id="6" name="Slide Number Placeholder 5">
            <a:extLst>
              <a:ext uri="{FF2B5EF4-FFF2-40B4-BE49-F238E27FC236}">
                <a16:creationId xmlns:a16="http://schemas.microsoft.com/office/drawing/2014/main" id="{860EF8E8-FAA6-F730-28EB-BA2A741C2769}"/>
              </a:ext>
            </a:extLst>
          </p:cNvPr>
          <p:cNvSpPr>
            <a:spLocks noGrp="1"/>
          </p:cNvSpPr>
          <p:nvPr>
            <p:ph type="sldNum" sz="quarter" idx="13"/>
          </p:nvPr>
        </p:nvSpPr>
        <p:spPr/>
        <p:txBody>
          <a:bodyPr/>
          <a:lstStyle>
            <a:lvl1pPr>
              <a:defRPr>
                <a:solidFill>
                  <a:schemeClr val="bg1"/>
                </a:solidFill>
              </a:defRPr>
            </a:lvl1pPr>
          </a:lstStyle>
          <a:p>
            <a:fld id="{F71C0B42-4AEE-41DE-B077-4156AA01E9D4}" type="slidenum">
              <a:rPr lang="en-US" smtClean="0"/>
              <a:pPr/>
              <a:t>‹#›</a:t>
            </a:fld>
            <a:endParaRPr lang="en-US"/>
          </a:p>
        </p:txBody>
      </p:sp>
    </p:spTree>
    <p:extLst>
      <p:ext uri="{BB962C8B-B14F-4D97-AF65-F5344CB8AC3E}">
        <p14:creationId xmlns:p14="http://schemas.microsoft.com/office/powerpoint/2010/main" val="328227192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Section Slide - School">
    <p:bg>
      <p:bgPr>
        <a:solidFill>
          <a:schemeClr val="bg2"/>
        </a:solidFill>
        <a:effectLst/>
      </p:bgPr>
    </p:bg>
    <p:spTree>
      <p:nvGrpSpPr>
        <p:cNvPr id="1" name=""/>
        <p:cNvGrpSpPr/>
        <p:nvPr/>
      </p:nvGrpSpPr>
      <p:grpSpPr>
        <a:xfrm>
          <a:off x="0" y="0"/>
          <a:ext cx="0" cy="0"/>
          <a:chOff x="0" y="0"/>
          <a:chExt cx="0" cy="0"/>
        </a:xfrm>
      </p:grpSpPr>
      <p:pic>
        <p:nvPicPr>
          <p:cNvPr id="7" name="Picture 6" descr="A classroom with desks and chairs&#10;&#10;Description automatically generated">
            <a:extLst>
              <a:ext uri="{FF2B5EF4-FFF2-40B4-BE49-F238E27FC236}">
                <a16:creationId xmlns:a16="http://schemas.microsoft.com/office/drawing/2014/main" id="{92EC9198-E1A7-8DC0-67B9-76B0ECBCB88C}"/>
              </a:ext>
            </a:extLst>
          </p:cNvPr>
          <p:cNvPicPr>
            <a:picLocks noChangeAspect="1"/>
          </p:cNvPicPr>
          <p:nvPr userDrawn="1"/>
        </p:nvPicPr>
        <p:blipFill>
          <a:blip r:embed="rId2">
            <a:extLst>
              <a:ext uri="{28A0092B-C50C-407E-A947-70E740481C1C}">
                <a14:useLocalDpi xmlns:a14="http://schemas.microsoft.com/office/drawing/2010/main" val="0"/>
              </a:ext>
            </a:extLst>
          </a:blip>
          <a:srcRect l="16633" t="14444" r="32025" b="-6"/>
          <a:stretch/>
        </p:blipFill>
        <p:spPr>
          <a:xfrm flipH="1">
            <a:off x="4760752" y="0"/>
            <a:ext cx="7431248" cy="6858000"/>
          </a:xfrm>
          <a:prstGeom prst="rect">
            <a:avLst/>
          </a:prstGeom>
        </p:spPr>
      </p:pic>
      <p:sp>
        <p:nvSpPr>
          <p:cNvPr id="12" name="Freeform 11">
            <a:extLst>
              <a:ext uri="{FF2B5EF4-FFF2-40B4-BE49-F238E27FC236}">
                <a16:creationId xmlns:a16="http://schemas.microsoft.com/office/drawing/2014/main" id="{A71BE1C5-5E87-7C08-8C4E-196673384976}"/>
              </a:ext>
            </a:extLst>
          </p:cNvPr>
          <p:cNvSpPr/>
          <p:nvPr userDrawn="1"/>
        </p:nvSpPr>
        <p:spPr>
          <a:xfrm>
            <a:off x="-3" y="0"/>
            <a:ext cx="6381069" cy="6858000"/>
          </a:xfrm>
          <a:custGeom>
            <a:avLst/>
            <a:gdLst>
              <a:gd name="connsiteX0" fmla="*/ 0 w 6486374"/>
              <a:gd name="connsiteY0" fmla="*/ 0 h 6871996"/>
              <a:gd name="connsiteX1" fmla="*/ 6486374 w 6486374"/>
              <a:gd name="connsiteY1" fmla="*/ 0 h 6871996"/>
              <a:gd name="connsiteX2" fmla="*/ 6464163 w 6486374"/>
              <a:gd name="connsiteY2" fmla="*/ 20187 h 6871996"/>
              <a:gd name="connsiteX3" fmla="*/ 6125321 w 6486374"/>
              <a:gd name="connsiteY3" fmla="*/ 838223 h 6871996"/>
              <a:gd name="connsiteX4" fmla="*/ 6125321 w 6486374"/>
              <a:gd name="connsiteY4" fmla="*/ 6532395 h 6871996"/>
              <a:gd name="connsiteX5" fmla="*/ 6148825 w 6486374"/>
              <a:gd name="connsiteY5" fmla="*/ 6765546 h 6871996"/>
              <a:gd name="connsiteX6" fmla="*/ 6181869 w 6486374"/>
              <a:gd name="connsiteY6" fmla="*/ 6871996 h 6871996"/>
              <a:gd name="connsiteX7" fmla="*/ 0 w 6486374"/>
              <a:gd name="connsiteY7" fmla="*/ 6871996 h 6871996"/>
              <a:gd name="connsiteX0" fmla="*/ 0 w 6486374"/>
              <a:gd name="connsiteY0" fmla="*/ 0 h 6871996"/>
              <a:gd name="connsiteX1" fmla="*/ 6486374 w 6486374"/>
              <a:gd name="connsiteY1" fmla="*/ 0 h 6871996"/>
              <a:gd name="connsiteX2" fmla="*/ 6464163 w 6486374"/>
              <a:gd name="connsiteY2" fmla="*/ 20187 h 6871996"/>
              <a:gd name="connsiteX3" fmla="*/ 6236157 w 6486374"/>
              <a:gd name="connsiteY3" fmla="*/ 1724914 h 6871996"/>
              <a:gd name="connsiteX4" fmla="*/ 6125321 w 6486374"/>
              <a:gd name="connsiteY4" fmla="*/ 6532395 h 6871996"/>
              <a:gd name="connsiteX5" fmla="*/ 6148825 w 6486374"/>
              <a:gd name="connsiteY5" fmla="*/ 6765546 h 6871996"/>
              <a:gd name="connsiteX6" fmla="*/ 6181869 w 6486374"/>
              <a:gd name="connsiteY6" fmla="*/ 6871996 h 6871996"/>
              <a:gd name="connsiteX7" fmla="*/ 0 w 6486374"/>
              <a:gd name="connsiteY7" fmla="*/ 6871996 h 6871996"/>
              <a:gd name="connsiteX8" fmla="*/ 0 w 6486374"/>
              <a:gd name="connsiteY8" fmla="*/ 0 h 6871996"/>
              <a:gd name="connsiteX0" fmla="*/ 0 w 6486374"/>
              <a:gd name="connsiteY0" fmla="*/ 0 h 6871996"/>
              <a:gd name="connsiteX1" fmla="*/ 6486374 w 6486374"/>
              <a:gd name="connsiteY1" fmla="*/ 0 h 6871996"/>
              <a:gd name="connsiteX2" fmla="*/ 6464163 w 6486374"/>
              <a:gd name="connsiteY2" fmla="*/ 20187 h 6871996"/>
              <a:gd name="connsiteX3" fmla="*/ 6236157 w 6486374"/>
              <a:gd name="connsiteY3" fmla="*/ 1724914 h 6871996"/>
              <a:gd name="connsiteX4" fmla="*/ 6042194 w 6486374"/>
              <a:gd name="connsiteY4" fmla="*/ 5922795 h 6871996"/>
              <a:gd name="connsiteX5" fmla="*/ 6148825 w 6486374"/>
              <a:gd name="connsiteY5" fmla="*/ 6765546 h 6871996"/>
              <a:gd name="connsiteX6" fmla="*/ 6181869 w 6486374"/>
              <a:gd name="connsiteY6" fmla="*/ 6871996 h 6871996"/>
              <a:gd name="connsiteX7" fmla="*/ 0 w 6486374"/>
              <a:gd name="connsiteY7" fmla="*/ 6871996 h 6871996"/>
              <a:gd name="connsiteX8" fmla="*/ 0 w 6486374"/>
              <a:gd name="connsiteY8" fmla="*/ 0 h 6871996"/>
              <a:gd name="connsiteX0" fmla="*/ 0 w 6486374"/>
              <a:gd name="connsiteY0" fmla="*/ 0 h 6871996"/>
              <a:gd name="connsiteX1" fmla="*/ 6486374 w 6486374"/>
              <a:gd name="connsiteY1" fmla="*/ 0 h 6871996"/>
              <a:gd name="connsiteX2" fmla="*/ 6464163 w 6486374"/>
              <a:gd name="connsiteY2" fmla="*/ 20187 h 6871996"/>
              <a:gd name="connsiteX3" fmla="*/ 6236157 w 6486374"/>
              <a:gd name="connsiteY3" fmla="*/ 1724914 h 6871996"/>
              <a:gd name="connsiteX4" fmla="*/ 6028340 w 6486374"/>
              <a:gd name="connsiteY4" fmla="*/ 5673413 h 6871996"/>
              <a:gd name="connsiteX5" fmla="*/ 6148825 w 6486374"/>
              <a:gd name="connsiteY5" fmla="*/ 6765546 h 6871996"/>
              <a:gd name="connsiteX6" fmla="*/ 6181869 w 6486374"/>
              <a:gd name="connsiteY6" fmla="*/ 6871996 h 6871996"/>
              <a:gd name="connsiteX7" fmla="*/ 0 w 6486374"/>
              <a:gd name="connsiteY7" fmla="*/ 6871996 h 6871996"/>
              <a:gd name="connsiteX8" fmla="*/ 0 w 6486374"/>
              <a:gd name="connsiteY8" fmla="*/ 0 h 6871996"/>
              <a:gd name="connsiteX0" fmla="*/ 0 w 6486374"/>
              <a:gd name="connsiteY0" fmla="*/ 0 h 6871996"/>
              <a:gd name="connsiteX1" fmla="*/ 6486374 w 6486374"/>
              <a:gd name="connsiteY1" fmla="*/ 0 h 6871996"/>
              <a:gd name="connsiteX2" fmla="*/ 6464163 w 6486374"/>
              <a:gd name="connsiteY2" fmla="*/ 20187 h 6871996"/>
              <a:gd name="connsiteX3" fmla="*/ 6236157 w 6486374"/>
              <a:gd name="connsiteY3" fmla="*/ 1724914 h 6871996"/>
              <a:gd name="connsiteX4" fmla="*/ 6028340 w 6486374"/>
              <a:gd name="connsiteY4" fmla="*/ 5673413 h 6871996"/>
              <a:gd name="connsiteX5" fmla="*/ 6121116 w 6486374"/>
              <a:gd name="connsiteY5" fmla="*/ 6211364 h 6871996"/>
              <a:gd name="connsiteX6" fmla="*/ 6181869 w 6486374"/>
              <a:gd name="connsiteY6" fmla="*/ 6871996 h 6871996"/>
              <a:gd name="connsiteX7" fmla="*/ 0 w 6486374"/>
              <a:gd name="connsiteY7" fmla="*/ 6871996 h 6871996"/>
              <a:gd name="connsiteX8" fmla="*/ 0 w 6486374"/>
              <a:gd name="connsiteY8" fmla="*/ 0 h 6871996"/>
              <a:gd name="connsiteX0" fmla="*/ 0 w 6486374"/>
              <a:gd name="connsiteY0" fmla="*/ 0 h 6871996"/>
              <a:gd name="connsiteX1" fmla="*/ 6486374 w 6486374"/>
              <a:gd name="connsiteY1" fmla="*/ 0 h 6871996"/>
              <a:gd name="connsiteX2" fmla="*/ 6464163 w 6486374"/>
              <a:gd name="connsiteY2" fmla="*/ 20187 h 6871996"/>
              <a:gd name="connsiteX3" fmla="*/ 6236157 w 6486374"/>
              <a:gd name="connsiteY3" fmla="*/ 1724914 h 6871996"/>
              <a:gd name="connsiteX4" fmla="*/ 6125322 w 6486374"/>
              <a:gd name="connsiteY4" fmla="*/ 5049958 h 6871996"/>
              <a:gd name="connsiteX5" fmla="*/ 6121116 w 6486374"/>
              <a:gd name="connsiteY5" fmla="*/ 6211364 h 6871996"/>
              <a:gd name="connsiteX6" fmla="*/ 6181869 w 6486374"/>
              <a:gd name="connsiteY6" fmla="*/ 6871996 h 6871996"/>
              <a:gd name="connsiteX7" fmla="*/ 0 w 6486374"/>
              <a:gd name="connsiteY7" fmla="*/ 6871996 h 6871996"/>
              <a:gd name="connsiteX8" fmla="*/ 0 w 6486374"/>
              <a:gd name="connsiteY8" fmla="*/ 0 h 6871996"/>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125322 w 6486374"/>
              <a:gd name="connsiteY4" fmla="*/ 5049958 h 6885850"/>
              <a:gd name="connsiteX5" fmla="*/ 6121116 w 6486374"/>
              <a:gd name="connsiteY5" fmla="*/ 6211364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125322 w 6486374"/>
              <a:gd name="connsiteY4" fmla="*/ 5049958 h 6885850"/>
              <a:gd name="connsiteX5" fmla="*/ 6218098 w 6486374"/>
              <a:gd name="connsiteY5" fmla="*/ 6225218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18098 w 6486374"/>
              <a:gd name="connsiteY5" fmla="*/ 6225218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43701 w 6486374"/>
              <a:gd name="connsiteY5" fmla="*/ 6032035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43701 w 6486374"/>
              <a:gd name="connsiteY5" fmla="*/ 6032035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43702 w 6486374"/>
              <a:gd name="connsiteY5" fmla="*/ 6019156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56504 w 6486374"/>
              <a:gd name="connsiteY5" fmla="*/ 5993398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30902 w 6486374"/>
              <a:gd name="connsiteY5" fmla="*/ 5890367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30902 w 6486374"/>
              <a:gd name="connsiteY5" fmla="*/ 5890367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30902 w 6486374"/>
              <a:gd name="connsiteY5" fmla="*/ 5890367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91261"/>
              <a:gd name="connsiteX1" fmla="*/ 6486374 w 6486374"/>
              <a:gd name="connsiteY1" fmla="*/ 0 h 6891261"/>
              <a:gd name="connsiteX2" fmla="*/ 6464163 w 6486374"/>
              <a:gd name="connsiteY2" fmla="*/ 20187 h 6891261"/>
              <a:gd name="connsiteX3" fmla="*/ 6236157 w 6486374"/>
              <a:gd name="connsiteY3" fmla="*/ 1724914 h 6891261"/>
              <a:gd name="connsiteX4" fmla="*/ 6214935 w 6486374"/>
              <a:gd name="connsiteY4" fmla="*/ 4921170 h 6891261"/>
              <a:gd name="connsiteX5" fmla="*/ 6230902 w 6486374"/>
              <a:gd name="connsiteY5" fmla="*/ 5890367 h 6891261"/>
              <a:gd name="connsiteX6" fmla="*/ 6228167 w 6486374"/>
              <a:gd name="connsiteY6" fmla="*/ 6891261 h 6891261"/>
              <a:gd name="connsiteX7" fmla="*/ 0 w 6486374"/>
              <a:gd name="connsiteY7" fmla="*/ 6871996 h 6891261"/>
              <a:gd name="connsiteX8" fmla="*/ 0 w 6486374"/>
              <a:gd name="connsiteY8" fmla="*/ 0 h 6891261"/>
              <a:gd name="connsiteX0" fmla="*/ 0 w 6486374"/>
              <a:gd name="connsiteY0" fmla="*/ 0 h 6891261"/>
              <a:gd name="connsiteX1" fmla="*/ 6486374 w 6486374"/>
              <a:gd name="connsiteY1" fmla="*/ 0 h 6891261"/>
              <a:gd name="connsiteX2" fmla="*/ 6464163 w 6486374"/>
              <a:gd name="connsiteY2" fmla="*/ 20187 h 6891261"/>
              <a:gd name="connsiteX3" fmla="*/ 6236157 w 6486374"/>
              <a:gd name="connsiteY3" fmla="*/ 1724914 h 6891261"/>
              <a:gd name="connsiteX4" fmla="*/ 6227974 w 6486374"/>
              <a:gd name="connsiteY4" fmla="*/ 3435763 h 6891261"/>
              <a:gd name="connsiteX5" fmla="*/ 6214935 w 6486374"/>
              <a:gd name="connsiteY5" fmla="*/ 4921170 h 6891261"/>
              <a:gd name="connsiteX6" fmla="*/ 6230902 w 6486374"/>
              <a:gd name="connsiteY6" fmla="*/ 5890367 h 6891261"/>
              <a:gd name="connsiteX7" fmla="*/ 6228167 w 6486374"/>
              <a:gd name="connsiteY7" fmla="*/ 6891261 h 6891261"/>
              <a:gd name="connsiteX8" fmla="*/ 0 w 6486374"/>
              <a:gd name="connsiteY8" fmla="*/ 6871996 h 6891261"/>
              <a:gd name="connsiteX9" fmla="*/ 0 w 6486374"/>
              <a:gd name="connsiteY9" fmla="*/ 0 h 6891261"/>
              <a:gd name="connsiteX0" fmla="*/ 0 w 6486374"/>
              <a:gd name="connsiteY0" fmla="*/ 0 h 6891261"/>
              <a:gd name="connsiteX1" fmla="*/ 6486374 w 6486374"/>
              <a:gd name="connsiteY1" fmla="*/ 0 h 6891261"/>
              <a:gd name="connsiteX2" fmla="*/ 6464163 w 6486374"/>
              <a:gd name="connsiteY2" fmla="*/ 20187 h 6891261"/>
              <a:gd name="connsiteX3" fmla="*/ 6236157 w 6486374"/>
              <a:gd name="connsiteY3" fmla="*/ 1724914 h 6891261"/>
              <a:gd name="connsiteX4" fmla="*/ 6201083 w 6486374"/>
              <a:gd name="connsiteY4" fmla="*/ 3408709 h 6891261"/>
              <a:gd name="connsiteX5" fmla="*/ 6214935 w 6486374"/>
              <a:gd name="connsiteY5" fmla="*/ 4921170 h 6891261"/>
              <a:gd name="connsiteX6" fmla="*/ 6230902 w 6486374"/>
              <a:gd name="connsiteY6" fmla="*/ 5890367 h 6891261"/>
              <a:gd name="connsiteX7" fmla="*/ 6228167 w 6486374"/>
              <a:gd name="connsiteY7" fmla="*/ 6891261 h 6891261"/>
              <a:gd name="connsiteX8" fmla="*/ 0 w 6486374"/>
              <a:gd name="connsiteY8" fmla="*/ 6871996 h 6891261"/>
              <a:gd name="connsiteX9" fmla="*/ 0 w 6486374"/>
              <a:gd name="connsiteY9" fmla="*/ 0 h 6891261"/>
              <a:gd name="connsiteX0" fmla="*/ 0 w 6486374"/>
              <a:gd name="connsiteY0" fmla="*/ 0 h 6891261"/>
              <a:gd name="connsiteX1" fmla="*/ 6486374 w 6486374"/>
              <a:gd name="connsiteY1" fmla="*/ 0 h 6891261"/>
              <a:gd name="connsiteX2" fmla="*/ 6464163 w 6486374"/>
              <a:gd name="connsiteY2" fmla="*/ 20187 h 6891261"/>
              <a:gd name="connsiteX3" fmla="*/ 6198509 w 6486374"/>
              <a:gd name="connsiteY3" fmla="*/ 1530131 h 6891261"/>
              <a:gd name="connsiteX4" fmla="*/ 6201083 w 6486374"/>
              <a:gd name="connsiteY4" fmla="*/ 3408709 h 6891261"/>
              <a:gd name="connsiteX5" fmla="*/ 6214935 w 6486374"/>
              <a:gd name="connsiteY5" fmla="*/ 4921170 h 6891261"/>
              <a:gd name="connsiteX6" fmla="*/ 6230902 w 6486374"/>
              <a:gd name="connsiteY6" fmla="*/ 5890367 h 6891261"/>
              <a:gd name="connsiteX7" fmla="*/ 6228167 w 6486374"/>
              <a:gd name="connsiteY7" fmla="*/ 6891261 h 6891261"/>
              <a:gd name="connsiteX8" fmla="*/ 0 w 6486374"/>
              <a:gd name="connsiteY8" fmla="*/ 6871996 h 6891261"/>
              <a:gd name="connsiteX9" fmla="*/ 0 w 6486374"/>
              <a:gd name="connsiteY9" fmla="*/ 0 h 6891261"/>
              <a:gd name="connsiteX0" fmla="*/ 0 w 6486374"/>
              <a:gd name="connsiteY0" fmla="*/ 0 h 6891261"/>
              <a:gd name="connsiteX1" fmla="*/ 6486374 w 6486374"/>
              <a:gd name="connsiteY1" fmla="*/ 0 h 6891261"/>
              <a:gd name="connsiteX2" fmla="*/ 6464163 w 6486374"/>
              <a:gd name="connsiteY2" fmla="*/ 20187 h 6891261"/>
              <a:gd name="connsiteX3" fmla="*/ 6198509 w 6486374"/>
              <a:gd name="connsiteY3" fmla="*/ 1530131 h 6891261"/>
              <a:gd name="connsiteX4" fmla="*/ 6201083 w 6486374"/>
              <a:gd name="connsiteY4" fmla="*/ 3408709 h 6891261"/>
              <a:gd name="connsiteX5" fmla="*/ 6214935 w 6486374"/>
              <a:gd name="connsiteY5" fmla="*/ 4921170 h 6891261"/>
              <a:gd name="connsiteX6" fmla="*/ 6230902 w 6486374"/>
              <a:gd name="connsiteY6" fmla="*/ 5890367 h 6891261"/>
              <a:gd name="connsiteX7" fmla="*/ 6228167 w 6486374"/>
              <a:gd name="connsiteY7" fmla="*/ 6891261 h 6891261"/>
              <a:gd name="connsiteX8" fmla="*/ 0 w 6486374"/>
              <a:gd name="connsiteY8" fmla="*/ 6871996 h 6891261"/>
              <a:gd name="connsiteX9" fmla="*/ 0 w 6486374"/>
              <a:gd name="connsiteY9" fmla="*/ 0 h 6891261"/>
              <a:gd name="connsiteX0" fmla="*/ 0 w 6486374"/>
              <a:gd name="connsiteY0" fmla="*/ 0 h 6891261"/>
              <a:gd name="connsiteX1" fmla="*/ 6486374 w 6486374"/>
              <a:gd name="connsiteY1" fmla="*/ 0 h 6891261"/>
              <a:gd name="connsiteX2" fmla="*/ 6464163 w 6486374"/>
              <a:gd name="connsiteY2" fmla="*/ 20187 h 6891261"/>
              <a:gd name="connsiteX3" fmla="*/ 6281756 w 6486374"/>
              <a:gd name="connsiteY3" fmla="*/ 416620 h 6891261"/>
              <a:gd name="connsiteX4" fmla="*/ 6198509 w 6486374"/>
              <a:gd name="connsiteY4" fmla="*/ 1530131 h 6891261"/>
              <a:gd name="connsiteX5" fmla="*/ 6201083 w 6486374"/>
              <a:gd name="connsiteY5" fmla="*/ 3408709 h 6891261"/>
              <a:gd name="connsiteX6" fmla="*/ 6214935 w 6486374"/>
              <a:gd name="connsiteY6" fmla="*/ 4921170 h 6891261"/>
              <a:gd name="connsiteX7" fmla="*/ 6230902 w 6486374"/>
              <a:gd name="connsiteY7" fmla="*/ 5890367 h 6891261"/>
              <a:gd name="connsiteX8" fmla="*/ 6228167 w 6486374"/>
              <a:gd name="connsiteY8" fmla="*/ 6891261 h 6891261"/>
              <a:gd name="connsiteX9" fmla="*/ 0 w 6486374"/>
              <a:gd name="connsiteY9" fmla="*/ 6871996 h 6891261"/>
              <a:gd name="connsiteX10" fmla="*/ 0 w 6486374"/>
              <a:gd name="connsiteY10" fmla="*/ 0 h 6891261"/>
              <a:gd name="connsiteX0" fmla="*/ 0 w 6486374"/>
              <a:gd name="connsiteY0" fmla="*/ 0 h 6891261"/>
              <a:gd name="connsiteX1" fmla="*/ 6486374 w 6486374"/>
              <a:gd name="connsiteY1" fmla="*/ 0 h 6891261"/>
              <a:gd name="connsiteX2" fmla="*/ 6464163 w 6486374"/>
              <a:gd name="connsiteY2" fmla="*/ 20187 h 6891261"/>
              <a:gd name="connsiteX3" fmla="*/ 6249487 w 6486374"/>
              <a:gd name="connsiteY3" fmla="*/ 459905 h 6891261"/>
              <a:gd name="connsiteX4" fmla="*/ 6198509 w 6486374"/>
              <a:gd name="connsiteY4" fmla="*/ 1530131 h 6891261"/>
              <a:gd name="connsiteX5" fmla="*/ 6201083 w 6486374"/>
              <a:gd name="connsiteY5" fmla="*/ 3408709 h 6891261"/>
              <a:gd name="connsiteX6" fmla="*/ 6214935 w 6486374"/>
              <a:gd name="connsiteY6" fmla="*/ 4921170 h 6891261"/>
              <a:gd name="connsiteX7" fmla="*/ 6230902 w 6486374"/>
              <a:gd name="connsiteY7" fmla="*/ 5890367 h 6891261"/>
              <a:gd name="connsiteX8" fmla="*/ 6228167 w 6486374"/>
              <a:gd name="connsiteY8" fmla="*/ 6891261 h 6891261"/>
              <a:gd name="connsiteX9" fmla="*/ 0 w 6486374"/>
              <a:gd name="connsiteY9" fmla="*/ 6871996 h 6891261"/>
              <a:gd name="connsiteX10" fmla="*/ 0 w 6486374"/>
              <a:gd name="connsiteY10" fmla="*/ 0 h 6891261"/>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198509 w 6486374"/>
              <a:gd name="connsiteY4" fmla="*/ 1531587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198509 w 6486374"/>
              <a:gd name="connsiteY4" fmla="*/ 1531587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198509 w 6486374"/>
              <a:gd name="connsiteY4" fmla="*/ 1531587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198509 w 6486374"/>
              <a:gd name="connsiteY4" fmla="*/ 1531587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198509 w 6486374"/>
              <a:gd name="connsiteY4" fmla="*/ 1531587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49344 w 6486374"/>
              <a:gd name="connsiteY5" fmla="*/ 3466809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49344 w 6486374"/>
              <a:gd name="connsiteY5" fmla="*/ 3466809 h 6892717"/>
              <a:gd name="connsiteX6" fmla="*/ 6214935 w 6486374"/>
              <a:gd name="connsiteY6" fmla="*/ 4922626 h 6892717"/>
              <a:gd name="connsiteX7" fmla="*/ 6230902 w 6486374"/>
              <a:gd name="connsiteY7" fmla="*/ 5891823 h 6892717"/>
              <a:gd name="connsiteX8" fmla="*/ 6320210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49344 w 6486374"/>
              <a:gd name="connsiteY5" fmla="*/ 3466809 h 6892717"/>
              <a:gd name="connsiteX6" fmla="*/ 6214935 w 6486374"/>
              <a:gd name="connsiteY6" fmla="*/ 4922626 h 6892717"/>
              <a:gd name="connsiteX7" fmla="*/ 6230902 w 6486374"/>
              <a:gd name="connsiteY7" fmla="*/ 5891823 h 6892717"/>
              <a:gd name="connsiteX8" fmla="*/ 6320210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317301 w 6486374"/>
              <a:gd name="connsiteY5" fmla="*/ 3483900 h 6892717"/>
              <a:gd name="connsiteX6" fmla="*/ 6214935 w 6486374"/>
              <a:gd name="connsiteY6" fmla="*/ 4922626 h 6892717"/>
              <a:gd name="connsiteX7" fmla="*/ 6230902 w 6486374"/>
              <a:gd name="connsiteY7" fmla="*/ 5891823 h 6892717"/>
              <a:gd name="connsiteX8" fmla="*/ 6320210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74829 w 6486374"/>
              <a:gd name="connsiteY5" fmla="*/ 3483900 h 6892717"/>
              <a:gd name="connsiteX6" fmla="*/ 6214935 w 6486374"/>
              <a:gd name="connsiteY6" fmla="*/ 4922626 h 6892717"/>
              <a:gd name="connsiteX7" fmla="*/ 6230902 w 6486374"/>
              <a:gd name="connsiteY7" fmla="*/ 5891823 h 6892717"/>
              <a:gd name="connsiteX8" fmla="*/ 6320210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15366 w 6486374"/>
              <a:gd name="connsiteY5" fmla="*/ 3509538 h 6892717"/>
              <a:gd name="connsiteX6" fmla="*/ 6214935 w 6486374"/>
              <a:gd name="connsiteY6" fmla="*/ 4922626 h 6892717"/>
              <a:gd name="connsiteX7" fmla="*/ 6230902 w 6486374"/>
              <a:gd name="connsiteY7" fmla="*/ 5891823 h 6892717"/>
              <a:gd name="connsiteX8" fmla="*/ 6320210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74828 w 6486374"/>
              <a:gd name="connsiteY5" fmla="*/ 3500992 h 6892717"/>
              <a:gd name="connsiteX6" fmla="*/ 6214935 w 6486374"/>
              <a:gd name="connsiteY6" fmla="*/ 4922626 h 6892717"/>
              <a:gd name="connsiteX7" fmla="*/ 6230902 w 6486374"/>
              <a:gd name="connsiteY7" fmla="*/ 5891823 h 6892717"/>
              <a:gd name="connsiteX8" fmla="*/ 6320210 w 6486374"/>
              <a:gd name="connsiteY8" fmla="*/ 6892717 h 6892717"/>
              <a:gd name="connsiteX9" fmla="*/ 0 w 6486374"/>
              <a:gd name="connsiteY9" fmla="*/ 6873452 h 6892717"/>
              <a:gd name="connsiteX10" fmla="*/ 0 w 6486374"/>
              <a:gd name="connsiteY10" fmla="*/ 1456 h 6892717"/>
              <a:gd name="connsiteX0" fmla="*/ 0 w 6361977"/>
              <a:gd name="connsiteY0" fmla="*/ 10391 h 6901652"/>
              <a:gd name="connsiteX1" fmla="*/ 5928628 w 6361977"/>
              <a:gd name="connsiteY1" fmla="*/ 0 h 6901652"/>
              <a:gd name="connsiteX2" fmla="*/ 6361977 w 6361977"/>
              <a:gd name="connsiteY2" fmla="*/ 8935 h 6901652"/>
              <a:gd name="connsiteX3" fmla="*/ 6249487 w 6361977"/>
              <a:gd name="connsiteY3" fmla="*/ 470296 h 6901652"/>
              <a:gd name="connsiteX4" fmla="*/ 6246770 w 6361977"/>
              <a:gd name="connsiteY4" fmla="*/ 1597166 h 6901652"/>
              <a:gd name="connsiteX5" fmla="*/ 6274828 w 6361977"/>
              <a:gd name="connsiteY5" fmla="*/ 3509927 h 6901652"/>
              <a:gd name="connsiteX6" fmla="*/ 6214935 w 6361977"/>
              <a:gd name="connsiteY6" fmla="*/ 4931561 h 6901652"/>
              <a:gd name="connsiteX7" fmla="*/ 6230902 w 6361977"/>
              <a:gd name="connsiteY7" fmla="*/ 5900758 h 6901652"/>
              <a:gd name="connsiteX8" fmla="*/ 6320210 w 6361977"/>
              <a:gd name="connsiteY8" fmla="*/ 6901652 h 6901652"/>
              <a:gd name="connsiteX9" fmla="*/ 0 w 6361977"/>
              <a:gd name="connsiteY9" fmla="*/ 6882387 h 6901652"/>
              <a:gd name="connsiteX10" fmla="*/ 0 w 6361977"/>
              <a:gd name="connsiteY10" fmla="*/ 10391 h 6901652"/>
              <a:gd name="connsiteX0" fmla="*/ 0 w 6351648"/>
              <a:gd name="connsiteY0" fmla="*/ 10391 h 6901652"/>
              <a:gd name="connsiteX1" fmla="*/ 5928628 w 6351648"/>
              <a:gd name="connsiteY1" fmla="*/ 0 h 6901652"/>
              <a:gd name="connsiteX2" fmla="*/ 6351648 w 6351648"/>
              <a:gd name="connsiteY2" fmla="*/ 19326 h 6901652"/>
              <a:gd name="connsiteX3" fmla="*/ 6249487 w 6351648"/>
              <a:gd name="connsiteY3" fmla="*/ 470296 h 6901652"/>
              <a:gd name="connsiteX4" fmla="*/ 6246770 w 6351648"/>
              <a:gd name="connsiteY4" fmla="*/ 1597166 h 6901652"/>
              <a:gd name="connsiteX5" fmla="*/ 6274828 w 6351648"/>
              <a:gd name="connsiteY5" fmla="*/ 3509927 h 6901652"/>
              <a:gd name="connsiteX6" fmla="*/ 6214935 w 6351648"/>
              <a:gd name="connsiteY6" fmla="*/ 4931561 h 6901652"/>
              <a:gd name="connsiteX7" fmla="*/ 6230902 w 6351648"/>
              <a:gd name="connsiteY7" fmla="*/ 5900758 h 6901652"/>
              <a:gd name="connsiteX8" fmla="*/ 6320210 w 6351648"/>
              <a:gd name="connsiteY8" fmla="*/ 6901652 h 6901652"/>
              <a:gd name="connsiteX9" fmla="*/ 0 w 6351648"/>
              <a:gd name="connsiteY9" fmla="*/ 6882387 h 6901652"/>
              <a:gd name="connsiteX10" fmla="*/ 0 w 6351648"/>
              <a:gd name="connsiteY10" fmla="*/ 10391 h 6901652"/>
              <a:gd name="connsiteX0" fmla="*/ 0 w 6351648"/>
              <a:gd name="connsiteY0" fmla="*/ 10391 h 6901652"/>
              <a:gd name="connsiteX1" fmla="*/ 5928628 w 6351648"/>
              <a:gd name="connsiteY1" fmla="*/ 0 h 6901652"/>
              <a:gd name="connsiteX2" fmla="*/ 6351648 w 6351648"/>
              <a:gd name="connsiteY2" fmla="*/ 19326 h 6901652"/>
              <a:gd name="connsiteX3" fmla="*/ 6249487 w 6351648"/>
              <a:gd name="connsiteY3" fmla="*/ 470296 h 6901652"/>
              <a:gd name="connsiteX4" fmla="*/ 6246770 w 6351648"/>
              <a:gd name="connsiteY4" fmla="*/ 1597166 h 6901652"/>
              <a:gd name="connsiteX5" fmla="*/ 6212856 w 6351648"/>
              <a:gd name="connsiteY5" fmla="*/ 3322891 h 6901652"/>
              <a:gd name="connsiteX6" fmla="*/ 6214935 w 6351648"/>
              <a:gd name="connsiteY6" fmla="*/ 4931561 h 6901652"/>
              <a:gd name="connsiteX7" fmla="*/ 6230902 w 6351648"/>
              <a:gd name="connsiteY7" fmla="*/ 5900758 h 6901652"/>
              <a:gd name="connsiteX8" fmla="*/ 6320210 w 6351648"/>
              <a:gd name="connsiteY8" fmla="*/ 6901652 h 6901652"/>
              <a:gd name="connsiteX9" fmla="*/ 0 w 6351648"/>
              <a:gd name="connsiteY9" fmla="*/ 6882387 h 6901652"/>
              <a:gd name="connsiteX10" fmla="*/ 0 w 6351648"/>
              <a:gd name="connsiteY10" fmla="*/ 10391 h 6901652"/>
              <a:gd name="connsiteX0" fmla="*/ 0 w 6351648"/>
              <a:gd name="connsiteY0" fmla="*/ 10391 h 6901652"/>
              <a:gd name="connsiteX1" fmla="*/ 5928628 w 6351648"/>
              <a:gd name="connsiteY1" fmla="*/ 0 h 6901652"/>
              <a:gd name="connsiteX2" fmla="*/ 6351648 w 6351648"/>
              <a:gd name="connsiteY2" fmla="*/ 19326 h 6901652"/>
              <a:gd name="connsiteX3" fmla="*/ 6249487 w 6351648"/>
              <a:gd name="connsiteY3" fmla="*/ 470296 h 6901652"/>
              <a:gd name="connsiteX4" fmla="*/ 6298413 w 6351648"/>
              <a:gd name="connsiteY4" fmla="*/ 1680293 h 6901652"/>
              <a:gd name="connsiteX5" fmla="*/ 6212856 w 6351648"/>
              <a:gd name="connsiteY5" fmla="*/ 3322891 h 6901652"/>
              <a:gd name="connsiteX6" fmla="*/ 6214935 w 6351648"/>
              <a:gd name="connsiteY6" fmla="*/ 4931561 h 6901652"/>
              <a:gd name="connsiteX7" fmla="*/ 6230902 w 6351648"/>
              <a:gd name="connsiteY7" fmla="*/ 5900758 h 6901652"/>
              <a:gd name="connsiteX8" fmla="*/ 6320210 w 6351648"/>
              <a:gd name="connsiteY8" fmla="*/ 6901652 h 6901652"/>
              <a:gd name="connsiteX9" fmla="*/ 0 w 6351648"/>
              <a:gd name="connsiteY9" fmla="*/ 6882387 h 6901652"/>
              <a:gd name="connsiteX10" fmla="*/ 0 w 6351648"/>
              <a:gd name="connsiteY10" fmla="*/ 10391 h 6901652"/>
              <a:gd name="connsiteX0" fmla="*/ 0 w 6351648"/>
              <a:gd name="connsiteY0" fmla="*/ 10391 h 6901652"/>
              <a:gd name="connsiteX1" fmla="*/ 5928628 w 6351648"/>
              <a:gd name="connsiteY1" fmla="*/ 0 h 6901652"/>
              <a:gd name="connsiteX2" fmla="*/ 6351648 w 6351648"/>
              <a:gd name="connsiteY2" fmla="*/ 19326 h 6901652"/>
              <a:gd name="connsiteX3" fmla="*/ 6332116 w 6351648"/>
              <a:gd name="connsiteY3" fmla="*/ 480687 h 6901652"/>
              <a:gd name="connsiteX4" fmla="*/ 6298413 w 6351648"/>
              <a:gd name="connsiteY4" fmla="*/ 1680293 h 6901652"/>
              <a:gd name="connsiteX5" fmla="*/ 6212856 w 6351648"/>
              <a:gd name="connsiteY5" fmla="*/ 3322891 h 6901652"/>
              <a:gd name="connsiteX6" fmla="*/ 6214935 w 6351648"/>
              <a:gd name="connsiteY6" fmla="*/ 4931561 h 6901652"/>
              <a:gd name="connsiteX7" fmla="*/ 6230902 w 6351648"/>
              <a:gd name="connsiteY7" fmla="*/ 5900758 h 6901652"/>
              <a:gd name="connsiteX8" fmla="*/ 6320210 w 6351648"/>
              <a:gd name="connsiteY8" fmla="*/ 6901652 h 6901652"/>
              <a:gd name="connsiteX9" fmla="*/ 0 w 6351648"/>
              <a:gd name="connsiteY9" fmla="*/ 6882387 h 6901652"/>
              <a:gd name="connsiteX10" fmla="*/ 0 w 6351648"/>
              <a:gd name="connsiteY10" fmla="*/ 10391 h 6901652"/>
              <a:gd name="connsiteX0" fmla="*/ 0 w 6333246"/>
              <a:gd name="connsiteY0" fmla="*/ 11847 h 6903108"/>
              <a:gd name="connsiteX1" fmla="*/ 5928628 w 6333246"/>
              <a:gd name="connsiteY1" fmla="*/ 1456 h 6903108"/>
              <a:gd name="connsiteX2" fmla="*/ 6300005 w 6333246"/>
              <a:gd name="connsiteY2" fmla="*/ 0 h 6903108"/>
              <a:gd name="connsiteX3" fmla="*/ 6332116 w 6333246"/>
              <a:gd name="connsiteY3" fmla="*/ 482143 h 6903108"/>
              <a:gd name="connsiteX4" fmla="*/ 6298413 w 6333246"/>
              <a:gd name="connsiteY4" fmla="*/ 1681749 h 6903108"/>
              <a:gd name="connsiteX5" fmla="*/ 6212856 w 6333246"/>
              <a:gd name="connsiteY5" fmla="*/ 3324347 h 6903108"/>
              <a:gd name="connsiteX6" fmla="*/ 6214935 w 6333246"/>
              <a:gd name="connsiteY6" fmla="*/ 4933017 h 6903108"/>
              <a:gd name="connsiteX7" fmla="*/ 6230902 w 6333246"/>
              <a:gd name="connsiteY7" fmla="*/ 5902214 h 6903108"/>
              <a:gd name="connsiteX8" fmla="*/ 6320210 w 6333246"/>
              <a:gd name="connsiteY8" fmla="*/ 6903108 h 6903108"/>
              <a:gd name="connsiteX9" fmla="*/ 0 w 6333246"/>
              <a:gd name="connsiteY9" fmla="*/ 6883843 h 6903108"/>
              <a:gd name="connsiteX10" fmla="*/ 0 w 6333246"/>
              <a:gd name="connsiteY10" fmla="*/ 11847 h 6903108"/>
              <a:gd name="connsiteX0" fmla="*/ 0 w 6333246"/>
              <a:gd name="connsiteY0" fmla="*/ 11847 h 6913499"/>
              <a:gd name="connsiteX1" fmla="*/ 5928628 w 6333246"/>
              <a:gd name="connsiteY1" fmla="*/ 1456 h 6913499"/>
              <a:gd name="connsiteX2" fmla="*/ 6300005 w 6333246"/>
              <a:gd name="connsiteY2" fmla="*/ 0 h 6913499"/>
              <a:gd name="connsiteX3" fmla="*/ 6332116 w 6333246"/>
              <a:gd name="connsiteY3" fmla="*/ 482143 h 6913499"/>
              <a:gd name="connsiteX4" fmla="*/ 6298413 w 6333246"/>
              <a:gd name="connsiteY4" fmla="*/ 1681749 h 6913499"/>
              <a:gd name="connsiteX5" fmla="*/ 6212856 w 6333246"/>
              <a:gd name="connsiteY5" fmla="*/ 3324347 h 6913499"/>
              <a:gd name="connsiteX6" fmla="*/ 6214935 w 6333246"/>
              <a:gd name="connsiteY6" fmla="*/ 4933017 h 6913499"/>
              <a:gd name="connsiteX7" fmla="*/ 6230902 w 6333246"/>
              <a:gd name="connsiteY7" fmla="*/ 5902214 h 6913499"/>
              <a:gd name="connsiteX8" fmla="*/ 6237581 w 6333246"/>
              <a:gd name="connsiteY8" fmla="*/ 6913499 h 6913499"/>
              <a:gd name="connsiteX9" fmla="*/ 0 w 6333246"/>
              <a:gd name="connsiteY9" fmla="*/ 6883843 h 6913499"/>
              <a:gd name="connsiteX10" fmla="*/ 0 w 6333246"/>
              <a:gd name="connsiteY10" fmla="*/ 11847 h 6913499"/>
              <a:gd name="connsiteX0" fmla="*/ 0 w 6333246"/>
              <a:gd name="connsiteY0" fmla="*/ 11847 h 6913499"/>
              <a:gd name="connsiteX1" fmla="*/ 5928628 w 6333246"/>
              <a:gd name="connsiteY1" fmla="*/ 1456 h 6913499"/>
              <a:gd name="connsiteX2" fmla="*/ 6300005 w 6333246"/>
              <a:gd name="connsiteY2" fmla="*/ 0 h 6913499"/>
              <a:gd name="connsiteX3" fmla="*/ 6332116 w 6333246"/>
              <a:gd name="connsiteY3" fmla="*/ 482143 h 6913499"/>
              <a:gd name="connsiteX4" fmla="*/ 6298413 w 6333246"/>
              <a:gd name="connsiteY4" fmla="*/ 1681749 h 6913499"/>
              <a:gd name="connsiteX5" fmla="*/ 6212856 w 6333246"/>
              <a:gd name="connsiteY5" fmla="*/ 3324347 h 6913499"/>
              <a:gd name="connsiteX6" fmla="*/ 6214935 w 6333246"/>
              <a:gd name="connsiteY6" fmla="*/ 4933017 h 6913499"/>
              <a:gd name="connsiteX7" fmla="*/ 6230902 w 6333246"/>
              <a:gd name="connsiteY7" fmla="*/ 5902214 h 6913499"/>
              <a:gd name="connsiteX8" fmla="*/ 6237581 w 6333246"/>
              <a:gd name="connsiteY8" fmla="*/ 6913499 h 6913499"/>
              <a:gd name="connsiteX9" fmla="*/ 0 w 6333246"/>
              <a:gd name="connsiteY9" fmla="*/ 6883843 h 6913499"/>
              <a:gd name="connsiteX10" fmla="*/ 0 w 6333246"/>
              <a:gd name="connsiteY10" fmla="*/ 11847 h 6913499"/>
              <a:gd name="connsiteX0" fmla="*/ 0 w 6333246"/>
              <a:gd name="connsiteY0" fmla="*/ 11847 h 6913499"/>
              <a:gd name="connsiteX1" fmla="*/ 5928628 w 6333246"/>
              <a:gd name="connsiteY1" fmla="*/ 1456 h 6913499"/>
              <a:gd name="connsiteX2" fmla="*/ 6300005 w 6333246"/>
              <a:gd name="connsiteY2" fmla="*/ 0 h 6913499"/>
              <a:gd name="connsiteX3" fmla="*/ 6332116 w 6333246"/>
              <a:gd name="connsiteY3" fmla="*/ 482143 h 6913499"/>
              <a:gd name="connsiteX4" fmla="*/ 6298413 w 6333246"/>
              <a:gd name="connsiteY4" fmla="*/ 1681749 h 6913499"/>
              <a:gd name="connsiteX5" fmla="*/ 6212856 w 6333246"/>
              <a:gd name="connsiteY5" fmla="*/ 3324347 h 6913499"/>
              <a:gd name="connsiteX6" fmla="*/ 6214935 w 6333246"/>
              <a:gd name="connsiteY6" fmla="*/ 4933017 h 6913499"/>
              <a:gd name="connsiteX7" fmla="*/ 6230902 w 6333246"/>
              <a:gd name="connsiteY7" fmla="*/ 5902214 h 6913499"/>
              <a:gd name="connsiteX8" fmla="*/ 6237581 w 6333246"/>
              <a:gd name="connsiteY8" fmla="*/ 6913499 h 6913499"/>
              <a:gd name="connsiteX9" fmla="*/ 0 w 6333246"/>
              <a:gd name="connsiteY9" fmla="*/ 6883843 h 6913499"/>
              <a:gd name="connsiteX10" fmla="*/ 0 w 6333246"/>
              <a:gd name="connsiteY10" fmla="*/ 11847 h 6913499"/>
              <a:gd name="connsiteX0" fmla="*/ 0 w 6333246"/>
              <a:gd name="connsiteY0" fmla="*/ 11847 h 6913499"/>
              <a:gd name="connsiteX1" fmla="*/ 5928628 w 6333246"/>
              <a:gd name="connsiteY1" fmla="*/ 1456 h 6913499"/>
              <a:gd name="connsiteX2" fmla="*/ 6300005 w 6333246"/>
              <a:gd name="connsiteY2" fmla="*/ 0 h 6913499"/>
              <a:gd name="connsiteX3" fmla="*/ 6332116 w 6333246"/>
              <a:gd name="connsiteY3" fmla="*/ 482143 h 6913499"/>
              <a:gd name="connsiteX4" fmla="*/ 6298413 w 6333246"/>
              <a:gd name="connsiteY4" fmla="*/ 1681749 h 6913499"/>
              <a:gd name="connsiteX5" fmla="*/ 6212856 w 6333246"/>
              <a:gd name="connsiteY5" fmla="*/ 3324347 h 6913499"/>
              <a:gd name="connsiteX6" fmla="*/ 6214935 w 6333246"/>
              <a:gd name="connsiteY6" fmla="*/ 4933017 h 6913499"/>
              <a:gd name="connsiteX7" fmla="*/ 6272217 w 6333246"/>
              <a:gd name="connsiteY7" fmla="*/ 5985342 h 6913499"/>
              <a:gd name="connsiteX8" fmla="*/ 6237581 w 6333246"/>
              <a:gd name="connsiteY8" fmla="*/ 6913499 h 6913499"/>
              <a:gd name="connsiteX9" fmla="*/ 0 w 6333246"/>
              <a:gd name="connsiteY9" fmla="*/ 6883843 h 6913499"/>
              <a:gd name="connsiteX10" fmla="*/ 0 w 6333246"/>
              <a:gd name="connsiteY10" fmla="*/ 11847 h 6913499"/>
              <a:gd name="connsiteX0" fmla="*/ 0 w 6333246"/>
              <a:gd name="connsiteY0" fmla="*/ 11847 h 6913499"/>
              <a:gd name="connsiteX1" fmla="*/ 5928628 w 6333246"/>
              <a:gd name="connsiteY1" fmla="*/ 1456 h 6913499"/>
              <a:gd name="connsiteX2" fmla="*/ 6300005 w 6333246"/>
              <a:gd name="connsiteY2" fmla="*/ 0 h 6913499"/>
              <a:gd name="connsiteX3" fmla="*/ 6332116 w 6333246"/>
              <a:gd name="connsiteY3" fmla="*/ 482143 h 6913499"/>
              <a:gd name="connsiteX4" fmla="*/ 6298413 w 6333246"/>
              <a:gd name="connsiteY4" fmla="*/ 1681749 h 6913499"/>
              <a:gd name="connsiteX5" fmla="*/ 6212856 w 6333246"/>
              <a:gd name="connsiteY5" fmla="*/ 3324347 h 6913499"/>
              <a:gd name="connsiteX6" fmla="*/ 6214935 w 6333246"/>
              <a:gd name="connsiteY6" fmla="*/ 4933017 h 6913499"/>
              <a:gd name="connsiteX7" fmla="*/ 6292874 w 6333246"/>
              <a:gd name="connsiteY7" fmla="*/ 5995733 h 6913499"/>
              <a:gd name="connsiteX8" fmla="*/ 6237581 w 6333246"/>
              <a:gd name="connsiteY8" fmla="*/ 6913499 h 6913499"/>
              <a:gd name="connsiteX9" fmla="*/ 0 w 6333246"/>
              <a:gd name="connsiteY9" fmla="*/ 6883843 h 6913499"/>
              <a:gd name="connsiteX10" fmla="*/ 0 w 6333246"/>
              <a:gd name="connsiteY10" fmla="*/ 11847 h 6913499"/>
              <a:gd name="connsiteX0" fmla="*/ 0 w 6333246"/>
              <a:gd name="connsiteY0" fmla="*/ 11847 h 6913499"/>
              <a:gd name="connsiteX1" fmla="*/ 5928628 w 6333246"/>
              <a:gd name="connsiteY1" fmla="*/ 1456 h 6913499"/>
              <a:gd name="connsiteX2" fmla="*/ 6300005 w 6333246"/>
              <a:gd name="connsiteY2" fmla="*/ 0 h 6913499"/>
              <a:gd name="connsiteX3" fmla="*/ 6332116 w 6333246"/>
              <a:gd name="connsiteY3" fmla="*/ 482143 h 6913499"/>
              <a:gd name="connsiteX4" fmla="*/ 6298413 w 6333246"/>
              <a:gd name="connsiteY4" fmla="*/ 1681749 h 6913499"/>
              <a:gd name="connsiteX5" fmla="*/ 6212856 w 6333246"/>
              <a:gd name="connsiteY5" fmla="*/ 3324347 h 6913499"/>
              <a:gd name="connsiteX6" fmla="*/ 6256250 w 6333246"/>
              <a:gd name="connsiteY6" fmla="*/ 4881063 h 6913499"/>
              <a:gd name="connsiteX7" fmla="*/ 6292874 w 6333246"/>
              <a:gd name="connsiteY7" fmla="*/ 5995733 h 6913499"/>
              <a:gd name="connsiteX8" fmla="*/ 6237581 w 6333246"/>
              <a:gd name="connsiteY8" fmla="*/ 6913499 h 6913499"/>
              <a:gd name="connsiteX9" fmla="*/ 0 w 6333246"/>
              <a:gd name="connsiteY9" fmla="*/ 6883843 h 6913499"/>
              <a:gd name="connsiteX10" fmla="*/ 0 w 6333246"/>
              <a:gd name="connsiteY10" fmla="*/ 11847 h 6913499"/>
              <a:gd name="connsiteX0" fmla="*/ 0 w 6333246"/>
              <a:gd name="connsiteY0" fmla="*/ 11847 h 6923890"/>
              <a:gd name="connsiteX1" fmla="*/ 5928628 w 6333246"/>
              <a:gd name="connsiteY1" fmla="*/ 1456 h 6923890"/>
              <a:gd name="connsiteX2" fmla="*/ 6300005 w 6333246"/>
              <a:gd name="connsiteY2" fmla="*/ 0 h 6923890"/>
              <a:gd name="connsiteX3" fmla="*/ 6332116 w 6333246"/>
              <a:gd name="connsiteY3" fmla="*/ 482143 h 6923890"/>
              <a:gd name="connsiteX4" fmla="*/ 6298413 w 6333246"/>
              <a:gd name="connsiteY4" fmla="*/ 1681749 h 6923890"/>
              <a:gd name="connsiteX5" fmla="*/ 6212856 w 6333246"/>
              <a:gd name="connsiteY5" fmla="*/ 3324347 h 6923890"/>
              <a:gd name="connsiteX6" fmla="*/ 6256250 w 6333246"/>
              <a:gd name="connsiteY6" fmla="*/ 4881063 h 6923890"/>
              <a:gd name="connsiteX7" fmla="*/ 6292874 w 6333246"/>
              <a:gd name="connsiteY7" fmla="*/ 5995733 h 6923890"/>
              <a:gd name="connsiteX8" fmla="*/ 6278896 w 6333246"/>
              <a:gd name="connsiteY8" fmla="*/ 6923890 h 6923890"/>
              <a:gd name="connsiteX9" fmla="*/ 0 w 6333246"/>
              <a:gd name="connsiteY9" fmla="*/ 6883843 h 6923890"/>
              <a:gd name="connsiteX10" fmla="*/ 0 w 6333246"/>
              <a:gd name="connsiteY10" fmla="*/ 11847 h 6923890"/>
              <a:gd name="connsiteX0" fmla="*/ 0 w 6372305"/>
              <a:gd name="connsiteY0" fmla="*/ 10391 h 6922434"/>
              <a:gd name="connsiteX1" fmla="*/ 5928628 w 6372305"/>
              <a:gd name="connsiteY1" fmla="*/ 0 h 6922434"/>
              <a:gd name="connsiteX2" fmla="*/ 6372305 w 6372305"/>
              <a:gd name="connsiteY2" fmla="*/ 8935 h 6922434"/>
              <a:gd name="connsiteX3" fmla="*/ 6332116 w 6372305"/>
              <a:gd name="connsiteY3" fmla="*/ 480687 h 6922434"/>
              <a:gd name="connsiteX4" fmla="*/ 6298413 w 6372305"/>
              <a:gd name="connsiteY4" fmla="*/ 1680293 h 6922434"/>
              <a:gd name="connsiteX5" fmla="*/ 6212856 w 6372305"/>
              <a:gd name="connsiteY5" fmla="*/ 3322891 h 6922434"/>
              <a:gd name="connsiteX6" fmla="*/ 6256250 w 6372305"/>
              <a:gd name="connsiteY6" fmla="*/ 4879607 h 6922434"/>
              <a:gd name="connsiteX7" fmla="*/ 6292874 w 6372305"/>
              <a:gd name="connsiteY7" fmla="*/ 5994277 h 6922434"/>
              <a:gd name="connsiteX8" fmla="*/ 6278896 w 6372305"/>
              <a:gd name="connsiteY8" fmla="*/ 6922434 h 6922434"/>
              <a:gd name="connsiteX9" fmla="*/ 0 w 6372305"/>
              <a:gd name="connsiteY9" fmla="*/ 6882387 h 6922434"/>
              <a:gd name="connsiteX10" fmla="*/ 0 w 6372305"/>
              <a:gd name="connsiteY10" fmla="*/ 10391 h 6922434"/>
              <a:gd name="connsiteX0" fmla="*/ 0 w 6372305"/>
              <a:gd name="connsiteY0" fmla="*/ 10391 h 6922434"/>
              <a:gd name="connsiteX1" fmla="*/ 5928628 w 6372305"/>
              <a:gd name="connsiteY1" fmla="*/ 0 h 6922434"/>
              <a:gd name="connsiteX2" fmla="*/ 6372305 w 6372305"/>
              <a:gd name="connsiteY2" fmla="*/ 8935 h 6922434"/>
              <a:gd name="connsiteX3" fmla="*/ 6332116 w 6372305"/>
              <a:gd name="connsiteY3" fmla="*/ 480687 h 6922434"/>
              <a:gd name="connsiteX4" fmla="*/ 6298413 w 6372305"/>
              <a:gd name="connsiteY4" fmla="*/ 1680293 h 6922434"/>
              <a:gd name="connsiteX5" fmla="*/ 6285157 w 6372305"/>
              <a:gd name="connsiteY5" fmla="*/ 3343673 h 6922434"/>
              <a:gd name="connsiteX6" fmla="*/ 6256250 w 6372305"/>
              <a:gd name="connsiteY6" fmla="*/ 4879607 h 6922434"/>
              <a:gd name="connsiteX7" fmla="*/ 6292874 w 6372305"/>
              <a:gd name="connsiteY7" fmla="*/ 5994277 h 6922434"/>
              <a:gd name="connsiteX8" fmla="*/ 6278896 w 6372305"/>
              <a:gd name="connsiteY8" fmla="*/ 6922434 h 6922434"/>
              <a:gd name="connsiteX9" fmla="*/ 0 w 6372305"/>
              <a:gd name="connsiteY9" fmla="*/ 6882387 h 6922434"/>
              <a:gd name="connsiteX10" fmla="*/ 0 w 6372305"/>
              <a:gd name="connsiteY10" fmla="*/ 10391 h 6922434"/>
              <a:gd name="connsiteX0" fmla="*/ 0 w 6372305"/>
              <a:gd name="connsiteY0" fmla="*/ 10391 h 6922434"/>
              <a:gd name="connsiteX1" fmla="*/ 5928628 w 6372305"/>
              <a:gd name="connsiteY1" fmla="*/ 0 h 6922434"/>
              <a:gd name="connsiteX2" fmla="*/ 6372305 w 6372305"/>
              <a:gd name="connsiteY2" fmla="*/ 8935 h 6922434"/>
              <a:gd name="connsiteX3" fmla="*/ 6332116 w 6372305"/>
              <a:gd name="connsiteY3" fmla="*/ 480687 h 6922434"/>
              <a:gd name="connsiteX4" fmla="*/ 6298413 w 6372305"/>
              <a:gd name="connsiteY4" fmla="*/ 1680293 h 6922434"/>
              <a:gd name="connsiteX5" fmla="*/ 6285157 w 6372305"/>
              <a:gd name="connsiteY5" fmla="*/ 3343673 h 6922434"/>
              <a:gd name="connsiteX6" fmla="*/ 6256250 w 6372305"/>
              <a:gd name="connsiteY6" fmla="*/ 4879607 h 6922434"/>
              <a:gd name="connsiteX7" fmla="*/ 6292874 w 6372305"/>
              <a:gd name="connsiteY7" fmla="*/ 5994277 h 6922434"/>
              <a:gd name="connsiteX8" fmla="*/ 6278896 w 6372305"/>
              <a:gd name="connsiteY8" fmla="*/ 6922434 h 6922434"/>
              <a:gd name="connsiteX9" fmla="*/ 0 w 6372305"/>
              <a:gd name="connsiteY9" fmla="*/ 6882387 h 6922434"/>
              <a:gd name="connsiteX10" fmla="*/ 0 w 6372305"/>
              <a:gd name="connsiteY10" fmla="*/ 10391 h 6922434"/>
              <a:gd name="connsiteX0" fmla="*/ 0 w 6372305"/>
              <a:gd name="connsiteY0" fmla="*/ 10391 h 6922434"/>
              <a:gd name="connsiteX1" fmla="*/ 5928628 w 6372305"/>
              <a:gd name="connsiteY1" fmla="*/ 0 h 6922434"/>
              <a:gd name="connsiteX2" fmla="*/ 6372305 w 6372305"/>
              <a:gd name="connsiteY2" fmla="*/ 8935 h 6922434"/>
              <a:gd name="connsiteX3" fmla="*/ 6332116 w 6372305"/>
              <a:gd name="connsiteY3" fmla="*/ 480687 h 6922434"/>
              <a:gd name="connsiteX4" fmla="*/ 6339728 w 6372305"/>
              <a:gd name="connsiteY4" fmla="*/ 1753029 h 6922434"/>
              <a:gd name="connsiteX5" fmla="*/ 6285157 w 6372305"/>
              <a:gd name="connsiteY5" fmla="*/ 3343673 h 6922434"/>
              <a:gd name="connsiteX6" fmla="*/ 6256250 w 6372305"/>
              <a:gd name="connsiteY6" fmla="*/ 4879607 h 6922434"/>
              <a:gd name="connsiteX7" fmla="*/ 6292874 w 6372305"/>
              <a:gd name="connsiteY7" fmla="*/ 5994277 h 6922434"/>
              <a:gd name="connsiteX8" fmla="*/ 6278896 w 6372305"/>
              <a:gd name="connsiteY8" fmla="*/ 6922434 h 6922434"/>
              <a:gd name="connsiteX9" fmla="*/ 0 w 6372305"/>
              <a:gd name="connsiteY9" fmla="*/ 6882387 h 6922434"/>
              <a:gd name="connsiteX10" fmla="*/ 0 w 6372305"/>
              <a:gd name="connsiteY10" fmla="*/ 10391 h 6922434"/>
              <a:gd name="connsiteX0" fmla="*/ 0 w 6392511"/>
              <a:gd name="connsiteY0" fmla="*/ 10391 h 6922434"/>
              <a:gd name="connsiteX1" fmla="*/ 5928628 w 6392511"/>
              <a:gd name="connsiteY1" fmla="*/ 0 h 6922434"/>
              <a:gd name="connsiteX2" fmla="*/ 6372305 w 6392511"/>
              <a:gd name="connsiteY2" fmla="*/ 8935 h 6922434"/>
              <a:gd name="connsiteX3" fmla="*/ 6332116 w 6392511"/>
              <a:gd name="connsiteY3" fmla="*/ 480687 h 6922434"/>
              <a:gd name="connsiteX4" fmla="*/ 6339728 w 6392511"/>
              <a:gd name="connsiteY4" fmla="*/ 1753029 h 6922434"/>
              <a:gd name="connsiteX5" fmla="*/ 6285157 w 6392511"/>
              <a:gd name="connsiteY5" fmla="*/ 3343673 h 6922434"/>
              <a:gd name="connsiteX6" fmla="*/ 6256250 w 6392511"/>
              <a:gd name="connsiteY6" fmla="*/ 4879607 h 6922434"/>
              <a:gd name="connsiteX7" fmla="*/ 6292874 w 6392511"/>
              <a:gd name="connsiteY7" fmla="*/ 5994277 h 6922434"/>
              <a:gd name="connsiteX8" fmla="*/ 6392511 w 6392511"/>
              <a:gd name="connsiteY8" fmla="*/ 6922434 h 6922434"/>
              <a:gd name="connsiteX9" fmla="*/ 0 w 6392511"/>
              <a:gd name="connsiteY9" fmla="*/ 6882387 h 6922434"/>
              <a:gd name="connsiteX10" fmla="*/ 0 w 6392511"/>
              <a:gd name="connsiteY10" fmla="*/ 10391 h 6922434"/>
              <a:gd name="connsiteX0" fmla="*/ 0 w 6392511"/>
              <a:gd name="connsiteY0" fmla="*/ 10391 h 6922434"/>
              <a:gd name="connsiteX1" fmla="*/ 5928628 w 6392511"/>
              <a:gd name="connsiteY1" fmla="*/ 0 h 6922434"/>
              <a:gd name="connsiteX2" fmla="*/ 6372305 w 6392511"/>
              <a:gd name="connsiteY2" fmla="*/ 8935 h 6922434"/>
              <a:gd name="connsiteX3" fmla="*/ 6332116 w 6392511"/>
              <a:gd name="connsiteY3" fmla="*/ 480687 h 6922434"/>
              <a:gd name="connsiteX4" fmla="*/ 6339728 w 6392511"/>
              <a:gd name="connsiteY4" fmla="*/ 1753029 h 6922434"/>
              <a:gd name="connsiteX5" fmla="*/ 6285157 w 6392511"/>
              <a:gd name="connsiteY5" fmla="*/ 3343673 h 6922434"/>
              <a:gd name="connsiteX6" fmla="*/ 6256250 w 6392511"/>
              <a:gd name="connsiteY6" fmla="*/ 4879607 h 6922434"/>
              <a:gd name="connsiteX7" fmla="*/ 6292874 w 6392511"/>
              <a:gd name="connsiteY7" fmla="*/ 5994277 h 6922434"/>
              <a:gd name="connsiteX8" fmla="*/ 6392511 w 6392511"/>
              <a:gd name="connsiteY8" fmla="*/ 6922434 h 6922434"/>
              <a:gd name="connsiteX9" fmla="*/ 0 w 6392511"/>
              <a:gd name="connsiteY9" fmla="*/ 6882387 h 6922434"/>
              <a:gd name="connsiteX10" fmla="*/ 0 w 6392511"/>
              <a:gd name="connsiteY10" fmla="*/ 10391 h 6922434"/>
              <a:gd name="connsiteX0" fmla="*/ 0 w 6413619"/>
              <a:gd name="connsiteY0" fmla="*/ 11847 h 6923890"/>
              <a:gd name="connsiteX1" fmla="*/ 5928628 w 6413619"/>
              <a:gd name="connsiteY1" fmla="*/ 1456 h 6923890"/>
              <a:gd name="connsiteX2" fmla="*/ 6413619 w 6413619"/>
              <a:gd name="connsiteY2" fmla="*/ 0 h 6923890"/>
              <a:gd name="connsiteX3" fmla="*/ 6332116 w 6413619"/>
              <a:gd name="connsiteY3" fmla="*/ 482143 h 6923890"/>
              <a:gd name="connsiteX4" fmla="*/ 6339728 w 6413619"/>
              <a:gd name="connsiteY4" fmla="*/ 1754485 h 6923890"/>
              <a:gd name="connsiteX5" fmla="*/ 6285157 w 6413619"/>
              <a:gd name="connsiteY5" fmla="*/ 3345129 h 6923890"/>
              <a:gd name="connsiteX6" fmla="*/ 6256250 w 6413619"/>
              <a:gd name="connsiteY6" fmla="*/ 4881063 h 6923890"/>
              <a:gd name="connsiteX7" fmla="*/ 6292874 w 6413619"/>
              <a:gd name="connsiteY7" fmla="*/ 5995733 h 6923890"/>
              <a:gd name="connsiteX8" fmla="*/ 6392511 w 6413619"/>
              <a:gd name="connsiteY8" fmla="*/ 6923890 h 6923890"/>
              <a:gd name="connsiteX9" fmla="*/ 0 w 6413619"/>
              <a:gd name="connsiteY9" fmla="*/ 6883843 h 6923890"/>
              <a:gd name="connsiteX10" fmla="*/ 0 w 6413619"/>
              <a:gd name="connsiteY10" fmla="*/ 11847 h 6923890"/>
              <a:gd name="connsiteX0" fmla="*/ 0 w 6465262"/>
              <a:gd name="connsiteY0" fmla="*/ 10391 h 6922434"/>
              <a:gd name="connsiteX1" fmla="*/ 5928628 w 6465262"/>
              <a:gd name="connsiteY1" fmla="*/ 0 h 6922434"/>
              <a:gd name="connsiteX2" fmla="*/ 6465262 w 6465262"/>
              <a:gd name="connsiteY2" fmla="*/ 8935 h 6922434"/>
              <a:gd name="connsiteX3" fmla="*/ 6332116 w 6465262"/>
              <a:gd name="connsiteY3" fmla="*/ 480687 h 6922434"/>
              <a:gd name="connsiteX4" fmla="*/ 6339728 w 6465262"/>
              <a:gd name="connsiteY4" fmla="*/ 1753029 h 6922434"/>
              <a:gd name="connsiteX5" fmla="*/ 6285157 w 6465262"/>
              <a:gd name="connsiteY5" fmla="*/ 3343673 h 6922434"/>
              <a:gd name="connsiteX6" fmla="*/ 6256250 w 6465262"/>
              <a:gd name="connsiteY6" fmla="*/ 4879607 h 6922434"/>
              <a:gd name="connsiteX7" fmla="*/ 6292874 w 6465262"/>
              <a:gd name="connsiteY7" fmla="*/ 5994277 h 6922434"/>
              <a:gd name="connsiteX8" fmla="*/ 6392511 w 6465262"/>
              <a:gd name="connsiteY8" fmla="*/ 6922434 h 6922434"/>
              <a:gd name="connsiteX9" fmla="*/ 0 w 6465262"/>
              <a:gd name="connsiteY9" fmla="*/ 6882387 h 6922434"/>
              <a:gd name="connsiteX10" fmla="*/ 0 w 6465262"/>
              <a:gd name="connsiteY10" fmla="*/ 10391 h 6922434"/>
              <a:gd name="connsiteX0" fmla="*/ 0 w 6465262"/>
              <a:gd name="connsiteY0" fmla="*/ 10391 h 6922434"/>
              <a:gd name="connsiteX1" fmla="*/ 5928628 w 6465262"/>
              <a:gd name="connsiteY1" fmla="*/ 0 h 6922434"/>
              <a:gd name="connsiteX2" fmla="*/ 6465262 w 6465262"/>
              <a:gd name="connsiteY2" fmla="*/ 2959 h 6922434"/>
              <a:gd name="connsiteX3" fmla="*/ 6332116 w 6465262"/>
              <a:gd name="connsiteY3" fmla="*/ 480687 h 6922434"/>
              <a:gd name="connsiteX4" fmla="*/ 6339728 w 6465262"/>
              <a:gd name="connsiteY4" fmla="*/ 1753029 h 6922434"/>
              <a:gd name="connsiteX5" fmla="*/ 6285157 w 6465262"/>
              <a:gd name="connsiteY5" fmla="*/ 3343673 h 6922434"/>
              <a:gd name="connsiteX6" fmla="*/ 6256250 w 6465262"/>
              <a:gd name="connsiteY6" fmla="*/ 4879607 h 6922434"/>
              <a:gd name="connsiteX7" fmla="*/ 6292874 w 6465262"/>
              <a:gd name="connsiteY7" fmla="*/ 5994277 h 6922434"/>
              <a:gd name="connsiteX8" fmla="*/ 6392511 w 6465262"/>
              <a:gd name="connsiteY8" fmla="*/ 6922434 h 6922434"/>
              <a:gd name="connsiteX9" fmla="*/ 0 w 6465262"/>
              <a:gd name="connsiteY9" fmla="*/ 6882387 h 6922434"/>
              <a:gd name="connsiteX10" fmla="*/ 0 w 6465262"/>
              <a:gd name="connsiteY10" fmla="*/ 10391 h 6922434"/>
              <a:gd name="connsiteX0" fmla="*/ 0 w 6465262"/>
              <a:gd name="connsiteY0" fmla="*/ 10391 h 6922434"/>
              <a:gd name="connsiteX1" fmla="*/ 5928628 w 6465262"/>
              <a:gd name="connsiteY1" fmla="*/ 0 h 6922434"/>
              <a:gd name="connsiteX2" fmla="*/ 6465262 w 6465262"/>
              <a:gd name="connsiteY2" fmla="*/ 2959 h 6922434"/>
              <a:gd name="connsiteX3" fmla="*/ 6355879 w 6465262"/>
              <a:gd name="connsiteY3" fmla="*/ 588263 h 6922434"/>
              <a:gd name="connsiteX4" fmla="*/ 6339728 w 6465262"/>
              <a:gd name="connsiteY4" fmla="*/ 1753029 h 6922434"/>
              <a:gd name="connsiteX5" fmla="*/ 6285157 w 6465262"/>
              <a:gd name="connsiteY5" fmla="*/ 3343673 h 6922434"/>
              <a:gd name="connsiteX6" fmla="*/ 6256250 w 6465262"/>
              <a:gd name="connsiteY6" fmla="*/ 4879607 h 6922434"/>
              <a:gd name="connsiteX7" fmla="*/ 6292874 w 6465262"/>
              <a:gd name="connsiteY7" fmla="*/ 5994277 h 6922434"/>
              <a:gd name="connsiteX8" fmla="*/ 6392511 w 6465262"/>
              <a:gd name="connsiteY8" fmla="*/ 6922434 h 6922434"/>
              <a:gd name="connsiteX9" fmla="*/ 0 w 6465262"/>
              <a:gd name="connsiteY9" fmla="*/ 6882387 h 6922434"/>
              <a:gd name="connsiteX10" fmla="*/ 0 w 6465262"/>
              <a:gd name="connsiteY10" fmla="*/ 10391 h 6922434"/>
              <a:gd name="connsiteX0" fmla="*/ 0 w 6465262"/>
              <a:gd name="connsiteY0" fmla="*/ 10391 h 6922434"/>
              <a:gd name="connsiteX1" fmla="*/ 5910806 w 6465262"/>
              <a:gd name="connsiteY1" fmla="*/ 0 h 6922434"/>
              <a:gd name="connsiteX2" fmla="*/ 6465262 w 6465262"/>
              <a:gd name="connsiteY2" fmla="*/ 2959 h 6922434"/>
              <a:gd name="connsiteX3" fmla="*/ 6355879 w 6465262"/>
              <a:gd name="connsiteY3" fmla="*/ 588263 h 6922434"/>
              <a:gd name="connsiteX4" fmla="*/ 6339728 w 6465262"/>
              <a:gd name="connsiteY4" fmla="*/ 1753029 h 6922434"/>
              <a:gd name="connsiteX5" fmla="*/ 6285157 w 6465262"/>
              <a:gd name="connsiteY5" fmla="*/ 3343673 h 6922434"/>
              <a:gd name="connsiteX6" fmla="*/ 6256250 w 6465262"/>
              <a:gd name="connsiteY6" fmla="*/ 4879607 h 6922434"/>
              <a:gd name="connsiteX7" fmla="*/ 6292874 w 6465262"/>
              <a:gd name="connsiteY7" fmla="*/ 5994277 h 6922434"/>
              <a:gd name="connsiteX8" fmla="*/ 6392511 w 6465262"/>
              <a:gd name="connsiteY8" fmla="*/ 6922434 h 6922434"/>
              <a:gd name="connsiteX9" fmla="*/ 0 w 6465262"/>
              <a:gd name="connsiteY9" fmla="*/ 6882387 h 6922434"/>
              <a:gd name="connsiteX10" fmla="*/ 0 w 6465262"/>
              <a:gd name="connsiteY10" fmla="*/ 10391 h 6922434"/>
              <a:gd name="connsiteX0" fmla="*/ 0 w 6456351"/>
              <a:gd name="connsiteY0" fmla="*/ 16396 h 6928439"/>
              <a:gd name="connsiteX1" fmla="*/ 5910806 w 6456351"/>
              <a:gd name="connsiteY1" fmla="*/ 6005 h 6928439"/>
              <a:gd name="connsiteX2" fmla="*/ 6456351 w 6456351"/>
              <a:gd name="connsiteY2" fmla="*/ 0 h 6928439"/>
              <a:gd name="connsiteX3" fmla="*/ 6355879 w 6456351"/>
              <a:gd name="connsiteY3" fmla="*/ 594268 h 6928439"/>
              <a:gd name="connsiteX4" fmla="*/ 6339728 w 6456351"/>
              <a:gd name="connsiteY4" fmla="*/ 1759034 h 6928439"/>
              <a:gd name="connsiteX5" fmla="*/ 6285157 w 6456351"/>
              <a:gd name="connsiteY5" fmla="*/ 3349678 h 6928439"/>
              <a:gd name="connsiteX6" fmla="*/ 6256250 w 6456351"/>
              <a:gd name="connsiteY6" fmla="*/ 4885612 h 6928439"/>
              <a:gd name="connsiteX7" fmla="*/ 6292874 w 6456351"/>
              <a:gd name="connsiteY7" fmla="*/ 6000282 h 6928439"/>
              <a:gd name="connsiteX8" fmla="*/ 6392511 w 6456351"/>
              <a:gd name="connsiteY8" fmla="*/ 6928439 h 6928439"/>
              <a:gd name="connsiteX9" fmla="*/ 0 w 6456351"/>
              <a:gd name="connsiteY9" fmla="*/ 6888392 h 6928439"/>
              <a:gd name="connsiteX10" fmla="*/ 0 w 6456351"/>
              <a:gd name="connsiteY10" fmla="*/ 16396 h 6928439"/>
              <a:gd name="connsiteX0" fmla="*/ 0 w 6456351"/>
              <a:gd name="connsiteY0" fmla="*/ 28321 h 6940364"/>
              <a:gd name="connsiteX1" fmla="*/ 5892985 w 6456351"/>
              <a:gd name="connsiteY1" fmla="*/ 0 h 6940364"/>
              <a:gd name="connsiteX2" fmla="*/ 6456351 w 6456351"/>
              <a:gd name="connsiteY2" fmla="*/ 11925 h 6940364"/>
              <a:gd name="connsiteX3" fmla="*/ 6355879 w 6456351"/>
              <a:gd name="connsiteY3" fmla="*/ 606193 h 6940364"/>
              <a:gd name="connsiteX4" fmla="*/ 6339728 w 6456351"/>
              <a:gd name="connsiteY4" fmla="*/ 1770959 h 6940364"/>
              <a:gd name="connsiteX5" fmla="*/ 6285157 w 6456351"/>
              <a:gd name="connsiteY5" fmla="*/ 3361603 h 6940364"/>
              <a:gd name="connsiteX6" fmla="*/ 6256250 w 6456351"/>
              <a:gd name="connsiteY6" fmla="*/ 4897537 h 6940364"/>
              <a:gd name="connsiteX7" fmla="*/ 6292874 w 6456351"/>
              <a:gd name="connsiteY7" fmla="*/ 6012207 h 6940364"/>
              <a:gd name="connsiteX8" fmla="*/ 6392511 w 6456351"/>
              <a:gd name="connsiteY8" fmla="*/ 6940364 h 6940364"/>
              <a:gd name="connsiteX9" fmla="*/ 0 w 6456351"/>
              <a:gd name="connsiteY9" fmla="*/ 6900317 h 6940364"/>
              <a:gd name="connsiteX10" fmla="*/ 0 w 6456351"/>
              <a:gd name="connsiteY10" fmla="*/ 28321 h 6940364"/>
              <a:gd name="connsiteX0" fmla="*/ 0 w 6459017"/>
              <a:gd name="connsiteY0" fmla="*/ 28321 h 6940364"/>
              <a:gd name="connsiteX1" fmla="*/ 5892985 w 6459017"/>
              <a:gd name="connsiteY1" fmla="*/ 0 h 6940364"/>
              <a:gd name="connsiteX2" fmla="*/ 6456351 w 6459017"/>
              <a:gd name="connsiteY2" fmla="*/ 11925 h 6940364"/>
              <a:gd name="connsiteX3" fmla="*/ 6355879 w 6459017"/>
              <a:gd name="connsiteY3" fmla="*/ 606193 h 6940364"/>
              <a:gd name="connsiteX4" fmla="*/ 6339728 w 6459017"/>
              <a:gd name="connsiteY4" fmla="*/ 1770959 h 6940364"/>
              <a:gd name="connsiteX5" fmla="*/ 6285157 w 6459017"/>
              <a:gd name="connsiteY5" fmla="*/ 3361603 h 6940364"/>
              <a:gd name="connsiteX6" fmla="*/ 6256250 w 6459017"/>
              <a:gd name="connsiteY6" fmla="*/ 4897537 h 6940364"/>
              <a:gd name="connsiteX7" fmla="*/ 6292874 w 6459017"/>
              <a:gd name="connsiteY7" fmla="*/ 6012207 h 6940364"/>
              <a:gd name="connsiteX8" fmla="*/ 6459017 w 6459017"/>
              <a:gd name="connsiteY8" fmla="*/ 6940364 h 6940364"/>
              <a:gd name="connsiteX9" fmla="*/ 0 w 6459017"/>
              <a:gd name="connsiteY9" fmla="*/ 6900317 h 6940364"/>
              <a:gd name="connsiteX10" fmla="*/ 0 w 6459017"/>
              <a:gd name="connsiteY10" fmla="*/ 28321 h 6940364"/>
              <a:gd name="connsiteX0" fmla="*/ 0 w 6459017"/>
              <a:gd name="connsiteY0" fmla="*/ 28321 h 6940364"/>
              <a:gd name="connsiteX1" fmla="*/ 5892985 w 6459017"/>
              <a:gd name="connsiteY1" fmla="*/ 0 h 6940364"/>
              <a:gd name="connsiteX2" fmla="*/ 6456351 w 6459017"/>
              <a:gd name="connsiteY2" fmla="*/ 11925 h 6940364"/>
              <a:gd name="connsiteX3" fmla="*/ 6388110 w 6459017"/>
              <a:gd name="connsiteY3" fmla="*/ 612724 h 6940364"/>
              <a:gd name="connsiteX4" fmla="*/ 6339728 w 6459017"/>
              <a:gd name="connsiteY4" fmla="*/ 1770959 h 6940364"/>
              <a:gd name="connsiteX5" fmla="*/ 6285157 w 6459017"/>
              <a:gd name="connsiteY5" fmla="*/ 3361603 h 6940364"/>
              <a:gd name="connsiteX6" fmla="*/ 6256250 w 6459017"/>
              <a:gd name="connsiteY6" fmla="*/ 4897537 h 6940364"/>
              <a:gd name="connsiteX7" fmla="*/ 6292874 w 6459017"/>
              <a:gd name="connsiteY7" fmla="*/ 6012207 h 6940364"/>
              <a:gd name="connsiteX8" fmla="*/ 6459017 w 6459017"/>
              <a:gd name="connsiteY8" fmla="*/ 6940364 h 6940364"/>
              <a:gd name="connsiteX9" fmla="*/ 0 w 6459017"/>
              <a:gd name="connsiteY9" fmla="*/ 6900317 h 6940364"/>
              <a:gd name="connsiteX10" fmla="*/ 0 w 6459017"/>
              <a:gd name="connsiteY10" fmla="*/ 28321 h 6940364"/>
              <a:gd name="connsiteX0" fmla="*/ 0 w 6459017"/>
              <a:gd name="connsiteY0" fmla="*/ 28321 h 6940364"/>
              <a:gd name="connsiteX1" fmla="*/ 5892985 w 6459017"/>
              <a:gd name="connsiteY1" fmla="*/ 0 h 6940364"/>
              <a:gd name="connsiteX2" fmla="*/ 6456351 w 6459017"/>
              <a:gd name="connsiteY2" fmla="*/ 11925 h 6940364"/>
              <a:gd name="connsiteX3" fmla="*/ 6388110 w 6459017"/>
              <a:gd name="connsiteY3" fmla="*/ 612724 h 6940364"/>
              <a:gd name="connsiteX4" fmla="*/ 6339728 w 6459017"/>
              <a:gd name="connsiteY4" fmla="*/ 1770959 h 6940364"/>
              <a:gd name="connsiteX5" fmla="*/ 6285157 w 6459017"/>
              <a:gd name="connsiteY5" fmla="*/ 3361603 h 6940364"/>
              <a:gd name="connsiteX6" fmla="*/ 6256250 w 6459017"/>
              <a:gd name="connsiteY6" fmla="*/ 4897537 h 6940364"/>
              <a:gd name="connsiteX7" fmla="*/ 6292874 w 6459017"/>
              <a:gd name="connsiteY7" fmla="*/ 6012207 h 6940364"/>
              <a:gd name="connsiteX8" fmla="*/ 6459017 w 6459017"/>
              <a:gd name="connsiteY8" fmla="*/ 6940364 h 6940364"/>
              <a:gd name="connsiteX9" fmla="*/ 0 w 6459017"/>
              <a:gd name="connsiteY9" fmla="*/ 6900317 h 6940364"/>
              <a:gd name="connsiteX10" fmla="*/ 0 w 6459017"/>
              <a:gd name="connsiteY10" fmla="*/ 28321 h 6940364"/>
              <a:gd name="connsiteX0" fmla="*/ 0 w 6459017"/>
              <a:gd name="connsiteY0" fmla="*/ 28321 h 6940364"/>
              <a:gd name="connsiteX1" fmla="*/ 5834970 w 6459017"/>
              <a:gd name="connsiteY1" fmla="*/ 0 h 6940364"/>
              <a:gd name="connsiteX2" fmla="*/ 6456351 w 6459017"/>
              <a:gd name="connsiteY2" fmla="*/ 11925 h 6940364"/>
              <a:gd name="connsiteX3" fmla="*/ 6388110 w 6459017"/>
              <a:gd name="connsiteY3" fmla="*/ 612724 h 6940364"/>
              <a:gd name="connsiteX4" fmla="*/ 6339728 w 6459017"/>
              <a:gd name="connsiteY4" fmla="*/ 1770959 h 6940364"/>
              <a:gd name="connsiteX5" fmla="*/ 6285157 w 6459017"/>
              <a:gd name="connsiteY5" fmla="*/ 3361603 h 6940364"/>
              <a:gd name="connsiteX6" fmla="*/ 6256250 w 6459017"/>
              <a:gd name="connsiteY6" fmla="*/ 4897537 h 6940364"/>
              <a:gd name="connsiteX7" fmla="*/ 6292874 w 6459017"/>
              <a:gd name="connsiteY7" fmla="*/ 6012207 h 6940364"/>
              <a:gd name="connsiteX8" fmla="*/ 6459017 w 6459017"/>
              <a:gd name="connsiteY8" fmla="*/ 6940364 h 6940364"/>
              <a:gd name="connsiteX9" fmla="*/ 0 w 6459017"/>
              <a:gd name="connsiteY9" fmla="*/ 6900317 h 6940364"/>
              <a:gd name="connsiteX10" fmla="*/ 0 w 6459017"/>
              <a:gd name="connsiteY10" fmla="*/ 28321 h 6940364"/>
              <a:gd name="connsiteX0" fmla="*/ 0 w 6459017"/>
              <a:gd name="connsiteY0" fmla="*/ 16396 h 6928439"/>
              <a:gd name="connsiteX1" fmla="*/ 6456351 w 6459017"/>
              <a:gd name="connsiteY1" fmla="*/ 0 h 6928439"/>
              <a:gd name="connsiteX2" fmla="*/ 6388110 w 6459017"/>
              <a:gd name="connsiteY2" fmla="*/ 600799 h 6928439"/>
              <a:gd name="connsiteX3" fmla="*/ 6339728 w 6459017"/>
              <a:gd name="connsiteY3" fmla="*/ 1759034 h 6928439"/>
              <a:gd name="connsiteX4" fmla="*/ 6285157 w 6459017"/>
              <a:gd name="connsiteY4" fmla="*/ 3349678 h 6928439"/>
              <a:gd name="connsiteX5" fmla="*/ 6256250 w 6459017"/>
              <a:gd name="connsiteY5" fmla="*/ 4885612 h 6928439"/>
              <a:gd name="connsiteX6" fmla="*/ 6292874 w 6459017"/>
              <a:gd name="connsiteY6" fmla="*/ 6000282 h 6928439"/>
              <a:gd name="connsiteX7" fmla="*/ 6459017 w 6459017"/>
              <a:gd name="connsiteY7" fmla="*/ 6928439 h 6928439"/>
              <a:gd name="connsiteX8" fmla="*/ 0 w 6459017"/>
              <a:gd name="connsiteY8" fmla="*/ 6888392 h 6928439"/>
              <a:gd name="connsiteX9" fmla="*/ 0 w 6459017"/>
              <a:gd name="connsiteY9" fmla="*/ 16396 h 6928439"/>
              <a:gd name="connsiteX0" fmla="*/ 0 w 6459017"/>
              <a:gd name="connsiteY0" fmla="*/ 16396 h 6928439"/>
              <a:gd name="connsiteX1" fmla="*/ 6456351 w 6459017"/>
              <a:gd name="connsiteY1" fmla="*/ 0 h 6928439"/>
              <a:gd name="connsiteX2" fmla="*/ 6388110 w 6459017"/>
              <a:gd name="connsiteY2" fmla="*/ 600799 h 6928439"/>
              <a:gd name="connsiteX3" fmla="*/ 6339728 w 6459017"/>
              <a:gd name="connsiteY3" fmla="*/ 1759034 h 6928439"/>
              <a:gd name="connsiteX4" fmla="*/ 6285157 w 6459017"/>
              <a:gd name="connsiteY4" fmla="*/ 3349678 h 6928439"/>
              <a:gd name="connsiteX5" fmla="*/ 6256250 w 6459017"/>
              <a:gd name="connsiteY5" fmla="*/ 4885612 h 6928439"/>
              <a:gd name="connsiteX6" fmla="*/ 6292874 w 6459017"/>
              <a:gd name="connsiteY6" fmla="*/ 6000282 h 6928439"/>
              <a:gd name="connsiteX7" fmla="*/ 6459017 w 6459017"/>
              <a:gd name="connsiteY7" fmla="*/ 6928439 h 6928439"/>
              <a:gd name="connsiteX8" fmla="*/ 0 w 6459017"/>
              <a:gd name="connsiteY8" fmla="*/ 6888392 h 6928439"/>
              <a:gd name="connsiteX9" fmla="*/ 0 w 6459017"/>
              <a:gd name="connsiteY9" fmla="*/ 16396 h 6928439"/>
              <a:gd name="connsiteX0" fmla="*/ 0 w 6459017"/>
              <a:gd name="connsiteY0" fmla="*/ 0 h 6912043"/>
              <a:gd name="connsiteX1" fmla="*/ 6388110 w 6459017"/>
              <a:gd name="connsiteY1" fmla="*/ 584403 h 6912043"/>
              <a:gd name="connsiteX2" fmla="*/ 6339728 w 6459017"/>
              <a:gd name="connsiteY2" fmla="*/ 1742638 h 6912043"/>
              <a:gd name="connsiteX3" fmla="*/ 6285157 w 6459017"/>
              <a:gd name="connsiteY3" fmla="*/ 3333282 h 6912043"/>
              <a:gd name="connsiteX4" fmla="*/ 6256250 w 6459017"/>
              <a:gd name="connsiteY4" fmla="*/ 4869216 h 6912043"/>
              <a:gd name="connsiteX5" fmla="*/ 6292874 w 6459017"/>
              <a:gd name="connsiteY5" fmla="*/ 5983886 h 6912043"/>
              <a:gd name="connsiteX6" fmla="*/ 6459017 w 6459017"/>
              <a:gd name="connsiteY6" fmla="*/ 6912043 h 6912043"/>
              <a:gd name="connsiteX7" fmla="*/ 0 w 6459017"/>
              <a:gd name="connsiteY7" fmla="*/ 6871996 h 6912043"/>
              <a:gd name="connsiteX8" fmla="*/ 0 w 6459017"/>
              <a:gd name="connsiteY8" fmla="*/ 0 h 6912043"/>
              <a:gd name="connsiteX0" fmla="*/ 0 w 6459017"/>
              <a:gd name="connsiteY0" fmla="*/ 29541 h 6941584"/>
              <a:gd name="connsiteX1" fmla="*/ 6438606 w 6459017"/>
              <a:gd name="connsiteY1" fmla="*/ 0 h 6941584"/>
              <a:gd name="connsiteX2" fmla="*/ 6339728 w 6459017"/>
              <a:gd name="connsiteY2" fmla="*/ 1772179 h 6941584"/>
              <a:gd name="connsiteX3" fmla="*/ 6285157 w 6459017"/>
              <a:gd name="connsiteY3" fmla="*/ 3362823 h 6941584"/>
              <a:gd name="connsiteX4" fmla="*/ 6256250 w 6459017"/>
              <a:gd name="connsiteY4" fmla="*/ 4898757 h 6941584"/>
              <a:gd name="connsiteX5" fmla="*/ 6292874 w 6459017"/>
              <a:gd name="connsiteY5" fmla="*/ 6013427 h 6941584"/>
              <a:gd name="connsiteX6" fmla="*/ 6459017 w 6459017"/>
              <a:gd name="connsiteY6" fmla="*/ 6941584 h 6941584"/>
              <a:gd name="connsiteX7" fmla="*/ 0 w 6459017"/>
              <a:gd name="connsiteY7" fmla="*/ 6901537 h 6941584"/>
              <a:gd name="connsiteX8" fmla="*/ 0 w 6459017"/>
              <a:gd name="connsiteY8" fmla="*/ 29541 h 6941584"/>
              <a:gd name="connsiteX0" fmla="*/ 0 w 6459017"/>
              <a:gd name="connsiteY0" fmla="*/ 12487 h 6941584"/>
              <a:gd name="connsiteX1" fmla="*/ 6438606 w 6459017"/>
              <a:gd name="connsiteY1" fmla="*/ 0 h 6941584"/>
              <a:gd name="connsiteX2" fmla="*/ 6339728 w 6459017"/>
              <a:gd name="connsiteY2" fmla="*/ 1772179 h 6941584"/>
              <a:gd name="connsiteX3" fmla="*/ 6285157 w 6459017"/>
              <a:gd name="connsiteY3" fmla="*/ 3362823 h 6941584"/>
              <a:gd name="connsiteX4" fmla="*/ 6256250 w 6459017"/>
              <a:gd name="connsiteY4" fmla="*/ 4898757 h 6941584"/>
              <a:gd name="connsiteX5" fmla="*/ 6292874 w 6459017"/>
              <a:gd name="connsiteY5" fmla="*/ 6013427 h 6941584"/>
              <a:gd name="connsiteX6" fmla="*/ 6459017 w 6459017"/>
              <a:gd name="connsiteY6" fmla="*/ 6941584 h 6941584"/>
              <a:gd name="connsiteX7" fmla="*/ 0 w 6459017"/>
              <a:gd name="connsiteY7" fmla="*/ 6901537 h 6941584"/>
              <a:gd name="connsiteX8" fmla="*/ 0 w 6459017"/>
              <a:gd name="connsiteY8" fmla="*/ 12487 h 6941584"/>
              <a:gd name="connsiteX0" fmla="*/ 0 w 6439146"/>
              <a:gd name="connsiteY0" fmla="*/ 12487 h 6954028"/>
              <a:gd name="connsiteX1" fmla="*/ 6438606 w 6439146"/>
              <a:gd name="connsiteY1" fmla="*/ 0 h 6954028"/>
              <a:gd name="connsiteX2" fmla="*/ 6339728 w 6439146"/>
              <a:gd name="connsiteY2" fmla="*/ 1772179 h 6954028"/>
              <a:gd name="connsiteX3" fmla="*/ 6285157 w 6439146"/>
              <a:gd name="connsiteY3" fmla="*/ 3362823 h 6954028"/>
              <a:gd name="connsiteX4" fmla="*/ 6256250 w 6439146"/>
              <a:gd name="connsiteY4" fmla="*/ 4898757 h 6954028"/>
              <a:gd name="connsiteX5" fmla="*/ 6292874 w 6439146"/>
              <a:gd name="connsiteY5" fmla="*/ 6013427 h 6954028"/>
              <a:gd name="connsiteX6" fmla="*/ 6360756 w 6439146"/>
              <a:gd name="connsiteY6" fmla="*/ 6954028 h 6954028"/>
              <a:gd name="connsiteX7" fmla="*/ 0 w 6439146"/>
              <a:gd name="connsiteY7" fmla="*/ 6901537 h 6954028"/>
              <a:gd name="connsiteX8" fmla="*/ 0 w 6439146"/>
              <a:gd name="connsiteY8" fmla="*/ 12487 h 6954028"/>
              <a:gd name="connsiteX0" fmla="*/ 0 w 6439146"/>
              <a:gd name="connsiteY0" fmla="*/ 12487 h 6954028"/>
              <a:gd name="connsiteX1" fmla="*/ 6438606 w 6439146"/>
              <a:gd name="connsiteY1" fmla="*/ 0 h 6954028"/>
              <a:gd name="connsiteX2" fmla="*/ 6339728 w 6439146"/>
              <a:gd name="connsiteY2" fmla="*/ 1772179 h 6954028"/>
              <a:gd name="connsiteX3" fmla="*/ 6285157 w 6439146"/>
              <a:gd name="connsiteY3" fmla="*/ 3362823 h 6954028"/>
              <a:gd name="connsiteX4" fmla="*/ 6256250 w 6439146"/>
              <a:gd name="connsiteY4" fmla="*/ 4898757 h 6954028"/>
              <a:gd name="connsiteX5" fmla="*/ 6292874 w 6439146"/>
              <a:gd name="connsiteY5" fmla="*/ 6013427 h 6954028"/>
              <a:gd name="connsiteX6" fmla="*/ 6291898 w 6439146"/>
              <a:gd name="connsiteY6" fmla="*/ 6954028 h 6954028"/>
              <a:gd name="connsiteX7" fmla="*/ 0 w 6439146"/>
              <a:gd name="connsiteY7" fmla="*/ 6901537 h 6954028"/>
              <a:gd name="connsiteX8" fmla="*/ 0 w 6439146"/>
              <a:gd name="connsiteY8" fmla="*/ 12487 h 6954028"/>
              <a:gd name="connsiteX0" fmla="*/ 0 w 6439146"/>
              <a:gd name="connsiteY0" fmla="*/ 12487 h 6954028"/>
              <a:gd name="connsiteX1" fmla="*/ 6438606 w 6439146"/>
              <a:gd name="connsiteY1" fmla="*/ 0 h 6954028"/>
              <a:gd name="connsiteX2" fmla="*/ 6339728 w 6439146"/>
              <a:gd name="connsiteY2" fmla="*/ 1772179 h 6954028"/>
              <a:gd name="connsiteX3" fmla="*/ 6285157 w 6439146"/>
              <a:gd name="connsiteY3" fmla="*/ 3362823 h 6954028"/>
              <a:gd name="connsiteX4" fmla="*/ 6256250 w 6439146"/>
              <a:gd name="connsiteY4" fmla="*/ 4898757 h 6954028"/>
              <a:gd name="connsiteX5" fmla="*/ 6292874 w 6439146"/>
              <a:gd name="connsiteY5" fmla="*/ 6013427 h 6954028"/>
              <a:gd name="connsiteX6" fmla="*/ 6291898 w 6439146"/>
              <a:gd name="connsiteY6" fmla="*/ 6954028 h 6954028"/>
              <a:gd name="connsiteX7" fmla="*/ 0 w 6439146"/>
              <a:gd name="connsiteY7" fmla="*/ 6901537 h 6954028"/>
              <a:gd name="connsiteX8" fmla="*/ 0 w 6439146"/>
              <a:gd name="connsiteY8" fmla="*/ 12487 h 6954028"/>
              <a:gd name="connsiteX0" fmla="*/ 0 w 6439146"/>
              <a:gd name="connsiteY0" fmla="*/ 12487 h 6954028"/>
              <a:gd name="connsiteX1" fmla="*/ 6438606 w 6439146"/>
              <a:gd name="connsiteY1" fmla="*/ 0 h 6954028"/>
              <a:gd name="connsiteX2" fmla="*/ 6339728 w 6439146"/>
              <a:gd name="connsiteY2" fmla="*/ 1772179 h 6954028"/>
              <a:gd name="connsiteX3" fmla="*/ 6285157 w 6439146"/>
              <a:gd name="connsiteY3" fmla="*/ 3362823 h 6954028"/>
              <a:gd name="connsiteX4" fmla="*/ 6256250 w 6439146"/>
              <a:gd name="connsiteY4" fmla="*/ 4898757 h 6954028"/>
              <a:gd name="connsiteX5" fmla="*/ 6292874 w 6439146"/>
              <a:gd name="connsiteY5" fmla="*/ 6013427 h 6954028"/>
              <a:gd name="connsiteX6" fmla="*/ 6291898 w 6439146"/>
              <a:gd name="connsiteY6" fmla="*/ 6954028 h 6954028"/>
              <a:gd name="connsiteX7" fmla="*/ 0 w 6439146"/>
              <a:gd name="connsiteY7" fmla="*/ 6901537 h 6954028"/>
              <a:gd name="connsiteX8" fmla="*/ 0 w 6439146"/>
              <a:gd name="connsiteY8" fmla="*/ 12487 h 6954028"/>
              <a:gd name="connsiteX0" fmla="*/ 0 w 6439146"/>
              <a:gd name="connsiteY0" fmla="*/ 12487 h 6954028"/>
              <a:gd name="connsiteX1" fmla="*/ 6438606 w 6439146"/>
              <a:gd name="connsiteY1" fmla="*/ 0 h 6954028"/>
              <a:gd name="connsiteX2" fmla="*/ 6339728 w 6439146"/>
              <a:gd name="connsiteY2" fmla="*/ 1772179 h 6954028"/>
              <a:gd name="connsiteX3" fmla="*/ 6285157 w 6439146"/>
              <a:gd name="connsiteY3" fmla="*/ 3362823 h 6954028"/>
              <a:gd name="connsiteX4" fmla="*/ 6256250 w 6439146"/>
              <a:gd name="connsiteY4" fmla="*/ 4898757 h 6954028"/>
              <a:gd name="connsiteX5" fmla="*/ 6292874 w 6439146"/>
              <a:gd name="connsiteY5" fmla="*/ 6013427 h 6954028"/>
              <a:gd name="connsiteX6" fmla="*/ 6291898 w 6439146"/>
              <a:gd name="connsiteY6" fmla="*/ 6954028 h 6954028"/>
              <a:gd name="connsiteX7" fmla="*/ 0 w 6439146"/>
              <a:gd name="connsiteY7" fmla="*/ 6920369 h 6954028"/>
              <a:gd name="connsiteX8" fmla="*/ 0 w 6439146"/>
              <a:gd name="connsiteY8" fmla="*/ 12487 h 6954028"/>
              <a:gd name="connsiteX0" fmla="*/ 0 w 6439146"/>
              <a:gd name="connsiteY0" fmla="*/ 12487 h 6963443"/>
              <a:gd name="connsiteX1" fmla="*/ 6438606 w 6439146"/>
              <a:gd name="connsiteY1" fmla="*/ 0 h 6963443"/>
              <a:gd name="connsiteX2" fmla="*/ 6339728 w 6439146"/>
              <a:gd name="connsiteY2" fmla="*/ 1772179 h 6963443"/>
              <a:gd name="connsiteX3" fmla="*/ 6285157 w 6439146"/>
              <a:gd name="connsiteY3" fmla="*/ 3362823 h 6963443"/>
              <a:gd name="connsiteX4" fmla="*/ 6256250 w 6439146"/>
              <a:gd name="connsiteY4" fmla="*/ 4898757 h 6963443"/>
              <a:gd name="connsiteX5" fmla="*/ 6292874 w 6439146"/>
              <a:gd name="connsiteY5" fmla="*/ 6013427 h 6963443"/>
              <a:gd name="connsiteX6" fmla="*/ 6328996 w 6439146"/>
              <a:gd name="connsiteY6" fmla="*/ 6963443 h 6963443"/>
              <a:gd name="connsiteX7" fmla="*/ 0 w 6439146"/>
              <a:gd name="connsiteY7" fmla="*/ 6920369 h 6963443"/>
              <a:gd name="connsiteX8" fmla="*/ 0 w 6439146"/>
              <a:gd name="connsiteY8" fmla="*/ 12487 h 6963443"/>
              <a:gd name="connsiteX0" fmla="*/ 0 w 6374809"/>
              <a:gd name="connsiteY0" fmla="*/ 3072 h 6954028"/>
              <a:gd name="connsiteX1" fmla="*/ 6373684 w 6374809"/>
              <a:gd name="connsiteY1" fmla="*/ 0 h 6954028"/>
              <a:gd name="connsiteX2" fmla="*/ 6339728 w 6374809"/>
              <a:gd name="connsiteY2" fmla="*/ 1762764 h 6954028"/>
              <a:gd name="connsiteX3" fmla="*/ 6285157 w 6374809"/>
              <a:gd name="connsiteY3" fmla="*/ 3353408 h 6954028"/>
              <a:gd name="connsiteX4" fmla="*/ 6256250 w 6374809"/>
              <a:gd name="connsiteY4" fmla="*/ 4889342 h 6954028"/>
              <a:gd name="connsiteX5" fmla="*/ 6292874 w 6374809"/>
              <a:gd name="connsiteY5" fmla="*/ 6004012 h 6954028"/>
              <a:gd name="connsiteX6" fmla="*/ 6328996 w 6374809"/>
              <a:gd name="connsiteY6" fmla="*/ 6954028 h 6954028"/>
              <a:gd name="connsiteX7" fmla="*/ 0 w 6374809"/>
              <a:gd name="connsiteY7" fmla="*/ 6910954 h 6954028"/>
              <a:gd name="connsiteX8" fmla="*/ 0 w 6374809"/>
              <a:gd name="connsiteY8" fmla="*/ 3072 h 6954028"/>
              <a:gd name="connsiteX0" fmla="*/ 0 w 6342817"/>
              <a:gd name="connsiteY0" fmla="*/ 0 h 6950956"/>
              <a:gd name="connsiteX1" fmla="*/ 6308761 w 6342817"/>
              <a:gd name="connsiteY1" fmla="*/ 15760 h 6950956"/>
              <a:gd name="connsiteX2" fmla="*/ 6339728 w 6342817"/>
              <a:gd name="connsiteY2" fmla="*/ 1759692 h 6950956"/>
              <a:gd name="connsiteX3" fmla="*/ 6285157 w 6342817"/>
              <a:gd name="connsiteY3" fmla="*/ 3350336 h 6950956"/>
              <a:gd name="connsiteX4" fmla="*/ 6256250 w 6342817"/>
              <a:gd name="connsiteY4" fmla="*/ 4886270 h 6950956"/>
              <a:gd name="connsiteX5" fmla="*/ 6292874 w 6342817"/>
              <a:gd name="connsiteY5" fmla="*/ 6000940 h 6950956"/>
              <a:gd name="connsiteX6" fmla="*/ 6328996 w 6342817"/>
              <a:gd name="connsiteY6" fmla="*/ 6950956 h 6950956"/>
              <a:gd name="connsiteX7" fmla="*/ 0 w 6342817"/>
              <a:gd name="connsiteY7" fmla="*/ 6907882 h 6950956"/>
              <a:gd name="connsiteX8" fmla="*/ 0 w 6342817"/>
              <a:gd name="connsiteY8" fmla="*/ 0 h 6950956"/>
              <a:gd name="connsiteX0" fmla="*/ 0 w 6342817"/>
              <a:gd name="connsiteY0" fmla="*/ 0 h 6950956"/>
              <a:gd name="connsiteX1" fmla="*/ 6308761 w 6342817"/>
              <a:gd name="connsiteY1" fmla="*/ 6360 h 6950956"/>
              <a:gd name="connsiteX2" fmla="*/ 6339728 w 6342817"/>
              <a:gd name="connsiteY2" fmla="*/ 1759692 h 6950956"/>
              <a:gd name="connsiteX3" fmla="*/ 6285157 w 6342817"/>
              <a:gd name="connsiteY3" fmla="*/ 3350336 h 6950956"/>
              <a:gd name="connsiteX4" fmla="*/ 6256250 w 6342817"/>
              <a:gd name="connsiteY4" fmla="*/ 4886270 h 6950956"/>
              <a:gd name="connsiteX5" fmla="*/ 6292874 w 6342817"/>
              <a:gd name="connsiteY5" fmla="*/ 6000940 h 6950956"/>
              <a:gd name="connsiteX6" fmla="*/ 6328996 w 6342817"/>
              <a:gd name="connsiteY6" fmla="*/ 6950956 h 6950956"/>
              <a:gd name="connsiteX7" fmla="*/ 0 w 6342817"/>
              <a:gd name="connsiteY7" fmla="*/ 6907882 h 6950956"/>
              <a:gd name="connsiteX8" fmla="*/ 0 w 6342817"/>
              <a:gd name="connsiteY8" fmla="*/ 0 h 6950956"/>
              <a:gd name="connsiteX0" fmla="*/ 0 w 6342817"/>
              <a:gd name="connsiteY0" fmla="*/ 0 h 6950956"/>
              <a:gd name="connsiteX1" fmla="*/ 6308761 w 6342817"/>
              <a:gd name="connsiteY1" fmla="*/ 6360 h 6950956"/>
              <a:gd name="connsiteX2" fmla="*/ 6339728 w 6342817"/>
              <a:gd name="connsiteY2" fmla="*/ 1759692 h 6950956"/>
              <a:gd name="connsiteX3" fmla="*/ 6285157 w 6342817"/>
              <a:gd name="connsiteY3" fmla="*/ 3350336 h 6950956"/>
              <a:gd name="connsiteX4" fmla="*/ 6256250 w 6342817"/>
              <a:gd name="connsiteY4" fmla="*/ 4886270 h 6950956"/>
              <a:gd name="connsiteX5" fmla="*/ 6292874 w 6342817"/>
              <a:gd name="connsiteY5" fmla="*/ 6000940 h 6950956"/>
              <a:gd name="connsiteX6" fmla="*/ 6328996 w 6342817"/>
              <a:gd name="connsiteY6" fmla="*/ 6950956 h 6950956"/>
              <a:gd name="connsiteX7" fmla="*/ 0 w 6342817"/>
              <a:gd name="connsiteY7" fmla="*/ 6907882 h 6950956"/>
              <a:gd name="connsiteX8" fmla="*/ 0 w 6342817"/>
              <a:gd name="connsiteY8" fmla="*/ 0 h 6950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42817" h="6950956">
                <a:moveTo>
                  <a:pt x="0" y="0"/>
                </a:moveTo>
                <a:lnTo>
                  <a:pt x="6308761" y="6360"/>
                </a:lnTo>
                <a:cubicBezTo>
                  <a:pt x="6318267" y="295891"/>
                  <a:pt x="6329041" y="1228643"/>
                  <a:pt x="6339728" y="1759692"/>
                </a:cubicBezTo>
                <a:cubicBezTo>
                  <a:pt x="6356668" y="2377507"/>
                  <a:pt x="6299070" y="2829240"/>
                  <a:pt x="6285157" y="3350336"/>
                </a:cubicBezTo>
                <a:cubicBezTo>
                  <a:pt x="6271244" y="3871432"/>
                  <a:pt x="6255762" y="4477169"/>
                  <a:pt x="6256250" y="4886270"/>
                </a:cubicBezTo>
                <a:cubicBezTo>
                  <a:pt x="6256250" y="4966136"/>
                  <a:pt x="6304354" y="5606403"/>
                  <a:pt x="6292874" y="6000940"/>
                </a:cubicBezTo>
                <a:cubicBezTo>
                  <a:pt x="6309739" y="6539541"/>
                  <a:pt x="6313579" y="6784053"/>
                  <a:pt x="6328996" y="6950956"/>
                </a:cubicBezTo>
                <a:lnTo>
                  <a:pt x="0" y="6907882"/>
                </a:lnTo>
                <a:lnTo>
                  <a:pt x="0" y="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0453E92-BCC2-9294-50D4-E7DD10A7667B}"/>
              </a:ext>
            </a:extLst>
          </p:cNvPr>
          <p:cNvSpPr>
            <a:spLocks noGrp="1"/>
          </p:cNvSpPr>
          <p:nvPr>
            <p:ph type="title" hasCustomPrompt="1"/>
          </p:nvPr>
        </p:nvSpPr>
        <p:spPr>
          <a:xfrm>
            <a:off x="647700" y="1361849"/>
            <a:ext cx="5175031" cy="3168110"/>
          </a:xfrm>
          <a:prstGeom prst="rect">
            <a:avLst/>
          </a:prstGeom>
        </p:spPr>
        <p:txBody>
          <a:bodyPr>
            <a:noAutofit/>
          </a:bodyPr>
          <a:lstStyle>
            <a:lvl1pPr>
              <a:defRPr sz="5200">
                <a:solidFill>
                  <a:schemeClr val="bg1"/>
                </a:solidFill>
              </a:defRPr>
            </a:lvl1pPr>
          </a:lstStyle>
          <a:p>
            <a:r>
              <a:rPr lang="en-US"/>
              <a:t>Click to add section title (Segoe UI, 52pt)</a:t>
            </a:r>
          </a:p>
        </p:txBody>
      </p:sp>
      <p:sp>
        <p:nvSpPr>
          <p:cNvPr id="8" name="Text Placeholder 7">
            <a:extLst>
              <a:ext uri="{FF2B5EF4-FFF2-40B4-BE49-F238E27FC236}">
                <a16:creationId xmlns:a16="http://schemas.microsoft.com/office/drawing/2014/main" id="{350B01AA-0A09-3D6C-2BAC-EB151A034837}"/>
              </a:ext>
            </a:extLst>
          </p:cNvPr>
          <p:cNvSpPr>
            <a:spLocks noGrp="1"/>
          </p:cNvSpPr>
          <p:nvPr>
            <p:ph type="body" sz="quarter" idx="12" hasCustomPrompt="1"/>
          </p:nvPr>
        </p:nvSpPr>
        <p:spPr>
          <a:xfrm>
            <a:off x="647700" y="4666594"/>
            <a:ext cx="5175031" cy="536027"/>
          </a:xfrm>
        </p:spPr>
        <p:txBody>
          <a:bodyPr>
            <a:noAutofit/>
          </a:bodyPr>
          <a:lstStyle>
            <a:lvl1pPr marL="0" indent="0">
              <a:buFontTx/>
              <a:buNone/>
              <a:defRPr sz="1800" b="1" i="0">
                <a:solidFill>
                  <a:schemeClr val="bg2"/>
                </a:solidFill>
                <a:latin typeface="Segoe UI Semibold" panose="020B0502040204020203" pitchFamily="34" charset="0"/>
                <a:cs typeface="Segoe UI Semibold" panose="020B0502040204020203" pitchFamily="34" charset="0"/>
              </a:defRPr>
            </a:lvl1pPr>
          </a:lstStyle>
          <a:p>
            <a:pPr lvl="0"/>
            <a:r>
              <a:rPr lang="en-US"/>
              <a:t>Click to add subhead text</a:t>
            </a:r>
          </a:p>
        </p:txBody>
      </p:sp>
      <p:pic>
        <p:nvPicPr>
          <p:cNvPr id="9" name="Picture 8" descr="A black and white logo&#10;&#10;Description automatically generated">
            <a:extLst>
              <a:ext uri="{FF2B5EF4-FFF2-40B4-BE49-F238E27FC236}">
                <a16:creationId xmlns:a16="http://schemas.microsoft.com/office/drawing/2014/main" id="{47F87D40-A9DC-BACD-1D79-9C09CE04A417}"/>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159" r="-1"/>
          <a:stretch/>
        </p:blipFill>
        <p:spPr>
          <a:xfrm>
            <a:off x="565664" y="6321817"/>
            <a:ext cx="1077219" cy="430204"/>
          </a:xfrm>
          <a:prstGeom prst="rect">
            <a:avLst/>
          </a:prstGeom>
        </p:spPr>
      </p:pic>
      <p:graphicFrame>
        <p:nvGraphicFramePr>
          <p:cNvPr id="4" name="Table 3">
            <a:extLst>
              <a:ext uri="{FF2B5EF4-FFF2-40B4-BE49-F238E27FC236}">
                <a16:creationId xmlns:a16="http://schemas.microsoft.com/office/drawing/2014/main" id="{134E57E6-3888-35EA-EA62-C7BC06085D67}"/>
              </a:ext>
            </a:extLst>
          </p:cNvPr>
          <p:cNvGraphicFramePr>
            <a:graphicFrameLocks noGrp="1"/>
          </p:cNvGraphicFramePr>
          <p:nvPr userDrawn="1">
            <p:extLst>
              <p:ext uri="{D42A27DB-BD31-4B8C-83A1-F6EECF244321}">
                <p14:modId xmlns:p14="http://schemas.microsoft.com/office/powerpoint/2010/main" val="938702029"/>
              </p:ext>
            </p:extLst>
          </p:nvPr>
        </p:nvGraphicFramePr>
        <p:xfrm>
          <a:off x="1667827" y="6488470"/>
          <a:ext cx="1932173" cy="255359"/>
        </p:xfrm>
        <a:graphic>
          <a:graphicData uri="http://schemas.openxmlformats.org/drawingml/2006/table">
            <a:tbl>
              <a:tblPr firstRow="1" bandRow="1">
                <a:tableStyleId>{5C22544A-7EE6-4342-B048-85BDC9FD1C3A}</a:tableStyleId>
              </a:tblPr>
              <a:tblGrid>
                <a:gridCol w="1932173">
                  <a:extLst>
                    <a:ext uri="{9D8B030D-6E8A-4147-A177-3AD203B41FA5}">
                      <a16:colId xmlns:a16="http://schemas.microsoft.com/office/drawing/2014/main" val="1979303119"/>
                    </a:ext>
                  </a:extLst>
                </a:gridCol>
              </a:tblGrid>
              <a:tr h="2553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50" b="0">
                          <a:solidFill>
                            <a:schemeClr val="bg1"/>
                          </a:solidFill>
                        </a:rPr>
                        <a:t>© EMS LINQ, LLC. All rights reserved. </a:t>
                      </a:r>
                    </a:p>
                  </a:txBody>
                  <a:tcPr>
                    <a:lnL w="12700" cmpd="sng">
                      <a:noFill/>
                    </a:lnL>
                    <a:lnR w="12700" cmpd="sng">
                      <a:noFill/>
                    </a:lnR>
                    <a:lnT w="12700" cmpd="sng">
                      <a:noFill/>
                    </a:lnT>
                    <a:lnB w="38100" cmpd="sng">
                      <a:noFill/>
                    </a:lnB>
                    <a:noFill/>
                  </a:tcPr>
                </a:tc>
                <a:extLst>
                  <a:ext uri="{0D108BD9-81ED-4DB2-BD59-A6C34878D82A}">
                    <a16:rowId xmlns:a16="http://schemas.microsoft.com/office/drawing/2014/main" val="1911493861"/>
                  </a:ext>
                </a:extLst>
              </a:tr>
            </a:tbl>
          </a:graphicData>
        </a:graphic>
      </p:graphicFrame>
      <p:sp>
        <p:nvSpPr>
          <p:cNvPr id="6" name="Slide Number Placeholder 5">
            <a:extLst>
              <a:ext uri="{FF2B5EF4-FFF2-40B4-BE49-F238E27FC236}">
                <a16:creationId xmlns:a16="http://schemas.microsoft.com/office/drawing/2014/main" id="{C207D9B4-9BF9-049B-EDAB-817317DDDE4E}"/>
              </a:ext>
            </a:extLst>
          </p:cNvPr>
          <p:cNvSpPr>
            <a:spLocks noGrp="1"/>
          </p:cNvSpPr>
          <p:nvPr>
            <p:ph type="sldNum" sz="quarter" idx="13"/>
          </p:nvPr>
        </p:nvSpPr>
        <p:spPr/>
        <p:txBody>
          <a:bodyPr/>
          <a:lstStyle/>
          <a:p>
            <a:fld id="{F71C0B42-4AEE-41DE-B077-4156AA01E9D4}" type="slidenum">
              <a:rPr lang="en-US" smtClean="0"/>
              <a:pPr/>
              <a:t>‹#›</a:t>
            </a:fld>
            <a:endParaRPr lang="en-US"/>
          </a:p>
        </p:txBody>
      </p:sp>
    </p:spTree>
    <p:extLst>
      <p:ext uri="{BB962C8B-B14F-4D97-AF65-F5344CB8AC3E}">
        <p14:creationId xmlns:p14="http://schemas.microsoft.com/office/powerpoint/2010/main" val="9086348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Section Sllide - Teacher">
    <p:bg>
      <p:bgPr>
        <a:solidFill>
          <a:schemeClr val="bg2"/>
        </a:solidFill>
        <a:effectLst/>
      </p:bgPr>
    </p:bg>
    <p:spTree>
      <p:nvGrpSpPr>
        <p:cNvPr id="1" name=""/>
        <p:cNvGrpSpPr/>
        <p:nvPr/>
      </p:nvGrpSpPr>
      <p:grpSpPr>
        <a:xfrm>
          <a:off x="0" y="0"/>
          <a:ext cx="0" cy="0"/>
          <a:chOff x="0" y="0"/>
          <a:chExt cx="0" cy="0"/>
        </a:xfrm>
      </p:grpSpPr>
      <p:pic>
        <p:nvPicPr>
          <p:cNvPr id="6" name="Picture 5" descr="A person in a suit with his arms crossed&#10;&#10;Description automatically generated">
            <a:extLst>
              <a:ext uri="{FF2B5EF4-FFF2-40B4-BE49-F238E27FC236}">
                <a16:creationId xmlns:a16="http://schemas.microsoft.com/office/drawing/2014/main" id="{1CA0D397-1817-4B85-471D-D2D409AE24E2}"/>
              </a:ext>
            </a:extLst>
          </p:cNvPr>
          <p:cNvPicPr>
            <a:picLocks noChangeAspect="1"/>
          </p:cNvPicPr>
          <p:nvPr userDrawn="1"/>
        </p:nvPicPr>
        <p:blipFill>
          <a:blip r:embed="rId2">
            <a:extLst>
              <a:ext uri="{28A0092B-C50C-407E-A947-70E740481C1C}">
                <a14:useLocalDpi xmlns:a14="http://schemas.microsoft.com/office/drawing/2010/main" val="0"/>
              </a:ext>
            </a:extLst>
          </a:blip>
          <a:srcRect l="23411" r="24778" b="15863"/>
          <a:stretch/>
        </p:blipFill>
        <p:spPr>
          <a:xfrm>
            <a:off x="5822731" y="-16488"/>
            <a:ext cx="6369269" cy="6902482"/>
          </a:xfrm>
          <a:prstGeom prst="rect">
            <a:avLst/>
          </a:prstGeom>
        </p:spPr>
      </p:pic>
      <p:sp>
        <p:nvSpPr>
          <p:cNvPr id="12" name="Freeform 11">
            <a:extLst>
              <a:ext uri="{FF2B5EF4-FFF2-40B4-BE49-F238E27FC236}">
                <a16:creationId xmlns:a16="http://schemas.microsoft.com/office/drawing/2014/main" id="{A71BE1C5-5E87-7C08-8C4E-196673384976}"/>
              </a:ext>
            </a:extLst>
          </p:cNvPr>
          <p:cNvSpPr/>
          <p:nvPr userDrawn="1"/>
        </p:nvSpPr>
        <p:spPr>
          <a:xfrm>
            <a:off x="-9333" y="-16488"/>
            <a:ext cx="6420643" cy="6902482"/>
          </a:xfrm>
          <a:custGeom>
            <a:avLst/>
            <a:gdLst>
              <a:gd name="connsiteX0" fmla="*/ 0 w 6486374"/>
              <a:gd name="connsiteY0" fmla="*/ 0 h 6871996"/>
              <a:gd name="connsiteX1" fmla="*/ 6486374 w 6486374"/>
              <a:gd name="connsiteY1" fmla="*/ 0 h 6871996"/>
              <a:gd name="connsiteX2" fmla="*/ 6464163 w 6486374"/>
              <a:gd name="connsiteY2" fmla="*/ 20187 h 6871996"/>
              <a:gd name="connsiteX3" fmla="*/ 6125321 w 6486374"/>
              <a:gd name="connsiteY3" fmla="*/ 838223 h 6871996"/>
              <a:gd name="connsiteX4" fmla="*/ 6125321 w 6486374"/>
              <a:gd name="connsiteY4" fmla="*/ 6532395 h 6871996"/>
              <a:gd name="connsiteX5" fmla="*/ 6148825 w 6486374"/>
              <a:gd name="connsiteY5" fmla="*/ 6765546 h 6871996"/>
              <a:gd name="connsiteX6" fmla="*/ 6181869 w 6486374"/>
              <a:gd name="connsiteY6" fmla="*/ 6871996 h 6871996"/>
              <a:gd name="connsiteX7" fmla="*/ 0 w 6486374"/>
              <a:gd name="connsiteY7" fmla="*/ 6871996 h 6871996"/>
              <a:gd name="connsiteX0" fmla="*/ 0 w 6486374"/>
              <a:gd name="connsiteY0" fmla="*/ 0 h 6871996"/>
              <a:gd name="connsiteX1" fmla="*/ 6486374 w 6486374"/>
              <a:gd name="connsiteY1" fmla="*/ 0 h 6871996"/>
              <a:gd name="connsiteX2" fmla="*/ 6464163 w 6486374"/>
              <a:gd name="connsiteY2" fmla="*/ 20187 h 6871996"/>
              <a:gd name="connsiteX3" fmla="*/ 6236157 w 6486374"/>
              <a:gd name="connsiteY3" fmla="*/ 1724914 h 6871996"/>
              <a:gd name="connsiteX4" fmla="*/ 6125321 w 6486374"/>
              <a:gd name="connsiteY4" fmla="*/ 6532395 h 6871996"/>
              <a:gd name="connsiteX5" fmla="*/ 6148825 w 6486374"/>
              <a:gd name="connsiteY5" fmla="*/ 6765546 h 6871996"/>
              <a:gd name="connsiteX6" fmla="*/ 6181869 w 6486374"/>
              <a:gd name="connsiteY6" fmla="*/ 6871996 h 6871996"/>
              <a:gd name="connsiteX7" fmla="*/ 0 w 6486374"/>
              <a:gd name="connsiteY7" fmla="*/ 6871996 h 6871996"/>
              <a:gd name="connsiteX8" fmla="*/ 0 w 6486374"/>
              <a:gd name="connsiteY8" fmla="*/ 0 h 6871996"/>
              <a:gd name="connsiteX0" fmla="*/ 0 w 6486374"/>
              <a:gd name="connsiteY0" fmla="*/ 0 h 6871996"/>
              <a:gd name="connsiteX1" fmla="*/ 6486374 w 6486374"/>
              <a:gd name="connsiteY1" fmla="*/ 0 h 6871996"/>
              <a:gd name="connsiteX2" fmla="*/ 6464163 w 6486374"/>
              <a:gd name="connsiteY2" fmla="*/ 20187 h 6871996"/>
              <a:gd name="connsiteX3" fmla="*/ 6236157 w 6486374"/>
              <a:gd name="connsiteY3" fmla="*/ 1724914 h 6871996"/>
              <a:gd name="connsiteX4" fmla="*/ 6042194 w 6486374"/>
              <a:gd name="connsiteY4" fmla="*/ 5922795 h 6871996"/>
              <a:gd name="connsiteX5" fmla="*/ 6148825 w 6486374"/>
              <a:gd name="connsiteY5" fmla="*/ 6765546 h 6871996"/>
              <a:gd name="connsiteX6" fmla="*/ 6181869 w 6486374"/>
              <a:gd name="connsiteY6" fmla="*/ 6871996 h 6871996"/>
              <a:gd name="connsiteX7" fmla="*/ 0 w 6486374"/>
              <a:gd name="connsiteY7" fmla="*/ 6871996 h 6871996"/>
              <a:gd name="connsiteX8" fmla="*/ 0 w 6486374"/>
              <a:gd name="connsiteY8" fmla="*/ 0 h 6871996"/>
              <a:gd name="connsiteX0" fmla="*/ 0 w 6486374"/>
              <a:gd name="connsiteY0" fmla="*/ 0 h 6871996"/>
              <a:gd name="connsiteX1" fmla="*/ 6486374 w 6486374"/>
              <a:gd name="connsiteY1" fmla="*/ 0 h 6871996"/>
              <a:gd name="connsiteX2" fmla="*/ 6464163 w 6486374"/>
              <a:gd name="connsiteY2" fmla="*/ 20187 h 6871996"/>
              <a:gd name="connsiteX3" fmla="*/ 6236157 w 6486374"/>
              <a:gd name="connsiteY3" fmla="*/ 1724914 h 6871996"/>
              <a:gd name="connsiteX4" fmla="*/ 6028340 w 6486374"/>
              <a:gd name="connsiteY4" fmla="*/ 5673413 h 6871996"/>
              <a:gd name="connsiteX5" fmla="*/ 6148825 w 6486374"/>
              <a:gd name="connsiteY5" fmla="*/ 6765546 h 6871996"/>
              <a:gd name="connsiteX6" fmla="*/ 6181869 w 6486374"/>
              <a:gd name="connsiteY6" fmla="*/ 6871996 h 6871996"/>
              <a:gd name="connsiteX7" fmla="*/ 0 w 6486374"/>
              <a:gd name="connsiteY7" fmla="*/ 6871996 h 6871996"/>
              <a:gd name="connsiteX8" fmla="*/ 0 w 6486374"/>
              <a:gd name="connsiteY8" fmla="*/ 0 h 6871996"/>
              <a:gd name="connsiteX0" fmla="*/ 0 w 6486374"/>
              <a:gd name="connsiteY0" fmla="*/ 0 h 6871996"/>
              <a:gd name="connsiteX1" fmla="*/ 6486374 w 6486374"/>
              <a:gd name="connsiteY1" fmla="*/ 0 h 6871996"/>
              <a:gd name="connsiteX2" fmla="*/ 6464163 w 6486374"/>
              <a:gd name="connsiteY2" fmla="*/ 20187 h 6871996"/>
              <a:gd name="connsiteX3" fmla="*/ 6236157 w 6486374"/>
              <a:gd name="connsiteY3" fmla="*/ 1724914 h 6871996"/>
              <a:gd name="connsiteX4" fmla="*/ 6028340 w 6486374"/>
              <a:gd name="connsiteY4" fmla="*/ 5673413 h 6871996"/>
              <a:gd name="connsiteX5" fmla="*/ 6121116 w 6486374"/>
              <a:gd name="connsiteY5" fmla="*/ 6211364 h 6871996"/>
              <a:gd name="connsiteX6" fmla="*/ 6181869 w 6486374"/>
              <a:gd name="connsiteY6" fmla="*/ 6871996 h 6871996"/>
              <a:gd name="connsiteX7" fmla="*/ 0 w 6486374"/>
              <a:gd name="connsiteY7" fmla="*/ 6871996 h 6871996"/>
              <a:gd name="connsiteX8" fmla="*/ 0 w 6486374"/>
              <a:gd name="connsiteY8" fmla="*/ 0 h 6871996"/>
              <a:gd name="connsiteX0" fmla="*/ 0 w 6486374"/>
              <a:gd name="connsiteY0" fmla="*/ 0 h 6871996"/>
              <a:gd name="connsiteX1" fmla="*/ 6486374 w 6486374"/>
              <a:gd name="connsiteY1" fmla="*/ 0 h 6871996"/>
              <a:gd name="connsiteX2" fmla="*/ 6464163 w 6486374"/>
              <a:gd name="connsiteY2" fmla="*/ 20187 h 6871996"/>
              <a:gd name="connsiteX3" fmla="*/ 6236157 w 6486374"/>
              <a:gd name="connsiteY3" fmla="*/ 1724914 h 6871996"/>
              <a:gd name="connsiteX4" fmla="*/ 6125322 w 6486374"/>
              <a:gd name="connsiteY4" fmla="*/ 5049958 h 6871996"/>
              <a:gd name="connsiteX5" fmla="*/ 6121116 w 6486374"/>
              <a:gd name="connsiteY5" fmla="*/ 6211364 h 6871996"/>
              <a:gd name="connsiteX6" fmla="*/ 6181869 w 6486374"/>
              <a:gd name="connsiteY6" fmla="*/ 6871996 h 6871996"/>
              <a:gd name="connsiteX7" fmla="*/ 0 w 6486374"/>
              <a:gd name="connsiteY7" fmla="*/ 6871996 h 6871996"/>
              <a:gd name="connsiteX8" fmla="*/ 0 w 6486374"/>
              <a:gd name="connsiteY8" fmla="*/ 0 h 6871996"/>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125322 w 6486374"/>
              <a:gd name="connsiteY4" fmla="*/ 5049958 h 6885850"/>
              <a:gd name="connsiteX5" fmla="*/ 6121116 w 6486374"/>
              <a:gd name="connsiteY5" fmla="*/ 6211364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125322 w 6486374"/>
              <a:gd name="connsiteY4" fmla="*/ 5049958 h 6885850"/>
              <a:gd name="connsiteX5" fmla="*/ 6218098 w 6486374"/>
              <a:gd name="connsiteY5" fmla="*/ 6225218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18098 w 6486374"/>
              <a:gd name="connsiteY5" fmla="*/ 6225218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43701 w 6486374"/>
              <a:gd name="connsiteY5" fmla="*/ 6032035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43701 w 6486374"/>
              <a:gd name="connsiteY5" fmla="*/ 6032035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43702 w 6486374"/>
              <a:gd name="connsiteY5" fmla="*/ 6019156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56504 w 6486374"/>
              <a:gd name="connsiteY5" fmla="*/ 5993398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30902 w 6486374"/>
              <a:gd name="connsiteY5" fmla="*/ 5890367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30902 w 6486374"/>
              <a:gd name="connsiteY5" fmla="*/ 5890367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85850"/>
              <a:gd name="connsiteX1" fmla="*/ 6486374 w 6486374"/>
              <a:gd name="connsiteY1" fmla="*/ 0 h 6885850"/>
              <a:gd name="connsiteX2" fmla="*/ 6464163 w 6486374"/>
              <a:gd name="connsiteY2" fmla="*/ 20187 h 6885850"/>
              <a:gd name="connsiteX3" fmla="*/ 6236157 w 6486374"/>
              <a:gd name="connsiteY3" fmla="*/ 1724914 h 6885850"/>
              <a:gd name="connsiteX4" fmla="*/ 6214935 w 6486374"/>
              <a:gd name="connsiteY4" fmla="*/ 4921170 h 6885850"/>
              <a:gd name="connsiteX5" fmla="*/ 6230902 w 6486374"/>
              <a:gd name="connsiteY5" fmla="*/ 5890367 h 6885850"/>
              <a:gd name="connsiteX6" fmla="*/ 6292706 w 6486374"/>
              <a:gd name="connsiteY6" fmla="*/ 6885850 h 6885850"/>
              <a:gd name="connsiteX7" fmla="*/ 0 w 6486374"/>
              <a:gd name="connsiteY7" fmla="*/ 6871996 h 6885850"/>
              <a:gd name="connsiteX8" fmla="*/ 0 w 6486374"/>
              <a:gd name="connsiteY8" fmla="*/ 0 h 6885850"/>
              <a:gd name="connsiteX0" fmla="*/ 0 w 6486374"/>
              <a:gd name="connsiteY0" fmla="*/ 0 h 6891261"/>
              <a:gd name="connsiteX1" fmla="*/ 6486374 w 6486374"/>
              <a:gd name="connsiteY1" fmla="*/ 0 h 6891261"/>
              <a:gd name="connsiteX2" fmla="*/ 6464163 w 6486374"/>
              <a:gd name="connsiteY2" fmla="*/ 20187 h 6891261"/>
              <a:gd name="connsiteX3" fmla="*/ 6236157 w 6486374"/>
              <a:gd name="connsiteY3" fmla="*/ 1724914 h 6891261"/>
              <a:gd name="connsiteX4" fmla="*/ 6214935 w 6486374"/>
              <a:gd name="connsiteY4" fmla="*/ 4921170 h 6891261"/>
              <a:gd name="connsiteX5" fmla="*/ 6230902 w 6486374"/>
              <a:gd name="connsiteY5" fmla="*/ 5890367 h 6891261"/>
              <a:gd name="connsiteX6" fmla="*/ 6228167 w 6486374"/>
              <a:gd name="connsiteY6" fmla="*/ 6891261 h 6891261"/>
              <a:gd name="connsiteX7" fmla="*/ 0 w 6486374"/>
              <a:gd name="connsiteY7" fmla="*/ 6871996 h 6891261"/>
              <a:gd name="connsiteX8" fmla="*/ 0 w 6486374"/>
              <a:gd name="connsiteY8" fmla="*/ 0 h 6891261"/>
              <a:gd name="connsiteX0" fmla="*/ 0 w 6486374"/>
              <a:gd name="connsiteY0" fmla="*/ 0 h 6891261"/>
              <a:gd name="connsiteX1" fmla="*/ 6486374 w 6486374"/>
              <a:gd name="connsiteY1" fmla="*/ 0 h 6891261"/>
              <a:gd name="connsiteX2" fmla="*/ 6464163 w 6486374"/>
              <a:gd name="connsiteY2" fmla="*/ 20187 h 6891261"/>
              <a:gd name="connsiteX3" fmla="*/ 6236157 w 6486374"/>
              <a:gd name="connsiteY3" fmla="*/ 1724914 h 6891261"/>
              <a:gd name="connsiteX4" fmla="*/ 6227974 w 6486374"/>
              <a:gd name="connsiteY4" fmla="*/ 3435763 h 6891261"/>
              <a:gd name="connsiteX5" fmla="*/ 6214935 w 6486374"/>
              <a:gd name="connsiteY5" fmla="*/ 4921170 h 6891261"/>
              <a:gd name="connsiteX6" fmla="*/ 6230902 w 6486374"/>
              <a:gd name="connsiteY6" fmla="*/ 5890367 h 6891261"/>
              <a:gd name="connsiteX7" fmla="*/ 6228167 w 6486374"/>
              <a:gd name="connsiteY7" fmla="*/ 6891261 h 6891261"/>
              <a:gd name="connsiteX8" fmla="*/ 0 w 6486374"/>
              <a:gd name="connsiteY8" fmla="*/ 6871996 h 6891261"/>
              <a:gd name="connsiteX9" fmla="*/ 0 w 6486374"/>
              <a:gd name="connsiteY9" fmla="*/ 0 h 6891261"/>
              <a:gd name="connsiteX0" fmla="*/ 0 w 6486374"/>
              <a:gd name="connsiteY0" fmla="*/ 0 h 6891261"/>
              <a:gd name="connsiteX1" fmla="*/ 6486374 w 6486374"/>
              <a:gd name="connsiteY1" fmla="*/ 0 h 6891261"/>
              <a:gd name="connsiteX2" fmla="*/ 6464163 w 6486374"/>
              <a:gd name="connsiteY2" fmla="*/ 20187 h 6891261"/>
              <a:gd name="connsiteX3" fmla="*/ 6236157 w 6486374"/>
              <a:gd name="connsiteY3" fmla="*/ 1724914 h 6891261"/>
              <a:gd name="connsiteX4" fmla="*/ 6201083 w 6486374"/>
              <a:gd name="connsiteY4" fmla="*/ 3408709 h 6891261"/>
              <a:gd name="connsiteX5" fmla="*/ 6214935 w 6486374"/>
              <a:gd name="connsiteY5" fmla="*/ 4921170 h 6891261"/>
              <a:gd name="connsiteX6" fmla="*/ 6230902 w 6486374"/>
              <a:gd name="connsiteY6" fmla="*/ 5890367 h 6891261"/>
              <a:gd name="connsiteX7" fmla="*/ 6228167 w 6486374"/>
              <a:gd name="connsiteY7" fmla="*/ 6891261 h 6891261"/>
              <a:gd name="connsiteX8" fmla="*/ 0 w 6486374"/>
              <a:gd name="connsiteY8" fmla="*/ 6871996 h 6891261"/>
              <a:gd name="connsiteX9" fmla="*/ 0 w 6486374"/>
              <a:gd name="connsiteY9" fmla="*/ 0 h 6891261"/>
              <a:gd name="connsiteX0" fmla="*/ 0 w 6486374"/>
              <a:gd name="connsiteY0" fmla="*/ 0 h 6891261"/>
              <a:gd name="connsiteX1" fmla="*/ 6486374 w 6486374"/>
              <a:gd name="connsiteY1" fmla="*/ 0 h 6891261"/>
              <a:gd name="connsiteX2" fmla="*/ 6464163 w 6486374"/>
              <a:gd name="connsiteY2" fmla="*/ 20187 h 6891261"/>
              <a:gd name="connsiteX3" fmla="*/ 6198509 w 6486374"/>
              <a:gd name="connsiteY3" fmla="*/ 1530131 h 6891261"/>
              <a:gd name="connsiteX4" fmla="*/ 6201083 w 6486374"/>
              <a:gd name="connsiteY4" fmla="*/ 3408709 h 6891261"/>
              <a:gd name="connsiteX5" fmla="*/ 6214935 w 6486374"/>
              <a:gd name="connsiteY5" fmla="*/ 4921170 h 6891261"/>
              <a:gd name="connsiteX6" fmla="*/ 6230902 w 6486374"/>
              <a:gd name="connsiteY6" fmla="*/ 5890367 h 6891261"/>
              <a:gd name="connsiteX7" fmla="*/ 6228167 w 6486374"/>
              <a:gd name="connsiteY7" fmla="*/ 6891261 h 6891261"/>
              <a:gd name="connsiteX8" fmla="*/ 0 w 6486374"/>
              <a:gd name="connsiteY8" fmla="*/ 6871996 h 6891261"/>
              <a:gd name="connsiteX9" fmla="*/ 0 w 6486374"/>
              <a:gd name="connsiteY9" fmla="*/ 0 h 6891261"/>
              <a:gd name="connsiteX0" fmla="*/ 0 w 6486374"/>
              <a:gd name="connsiteY0" fmla="*/ 0 h 6891261"/>
              <a:gd name="connsiteX1" fmla="*/ 6486374 w 6486374"/>
              <a:gd name="connsiteY1" fmla="*/ 0 h 6891261"/>
              <a:gd name="connsiteX2" fmla="*/ 6464163 w 6486374"/>
              <a:gd name="connsiteY2" fmla="*/ 20187 h 6891261"/>
              <a:gd name="connsiteX3" fmla="*/ 6198509 w 6486374"/>
              <a:gd name="connsiteY3" fmla="*/ 1530131 h 6891261"/>
              <a:gd name="connsiteX4" fmla="*/ 6201083 w 6486374"/>
              <a:gd name="connsiteY4" fmla="*/ 3408709 h 6891261"/>
              <a:gd name="connsiteX5" fmla="*/ 6214935 w 6486374"/>
              <a:gd name="connsiteY5" fmla="*/ 4921170 h 6891261"/>
              <a:gd name="connsiteX6" fmla="*/ 6230902 w 6486374"/>
              <a:gd name="connsiteY6" fmla="*/ 5890367 h 6891261"/>
              <a:gd name="connsiteX7" fmla="*/ 6228167 w 6486374"/>
              <a:gd name="connsiteY7" fmla="*/ 6891261 h 6891261"/>
              <a:gd name="connsiteX8" fmla="*/ 0 w 6486374"/>
              <a:gd name="connsiteY8" fmla="*/ 6871996 h 6891261"/>
              <a:gd name="connsiteX9" fmla="*/ 0 w 6486374"/>
              <a:gd name="connsiteY9" fmla="*/ 0 h 6891261"/>
              <a:gd name="connsiteX0" fmla="*/ 0 w 6486374"/>
              <a:gd name="connsiteY0" fmla="*/ 0 h 6891261"/>
              <a:gd name="connsiteX1" fmla="*/ 6486374 w 6486374"/>
              <a:gd name="connsiteY1" fmla="*/ 0 h 6891261"/>
              <a:gd name="connsiteX2" fmla="*/ 6464163 w 6486374"/>
              <a:gd name="connsiteY2" fmla="*/ 20187 h 6891261"/>
              <a:gd name="connsiteX3" fmla="*/ 6281756 w 6486374"/>
              <a:gd name="connsiteY3" fmla="*/ 416620 h 6891261"/>
              <a:gd name="connsiteX4" fmla="*/ 6198509 w 6486374"/>
              <a:gd name="connsiteY4" fmla="*/ 1530131 h 6891261"/>
              <a:gd name="connsiteX5" fmla="*/ 6201083 w 6486374"/>
              <a:gd name="connsiteY5" fmla="*/ 3408709 h 6891261"/>
              <a:gd name="connsiteX6" fmla="*/ 6214935 w 6486374"/>
              <a:gd name="connsiteY6" fmla="*/ 4921170 h 6891261"/>
              <a:gd name="connsiteX7" fmla="*/ 6230902 w 6486374"/>
              <a:gd name="connsiteY7" fmla="*/ 5890367 h 6891261"/>
              <a:gd name="connsiteX8" fmla="*/ 6228167 w 6486374"/>
              <a:gd name="connsiteY8" fmla="*/ 6891261 h 6891261"/>
              <a:gd name="connsiteX9" fmla="*/ 0 w 6486374"/>
              <a:gd name="connsiteY9" fmla="*/ 6871996 h 6891261"/>
              <a:gd name="connsiteX10" fmla="*/ 0 w 6486374"/>
              <a:gd name="connsiteY10" fmla="*/ 0 h 6891261"/>
              <a:gd name="connsiteX0" fmla="*/ 0 w 6486374"/>
              <a:gd name="connsiteY0" fmla="*/ 0 h 6891261"/>
              <a:gd name="connsiteX1" fmla="*/ 6486374 w 6486374"/>
              <a:gd name="connsiteY1" fmla="*/ 0 h 6891261"/>
              <a:gd name="connsiteX2" fmla="*/ 6464163 w 6486374"/>
              <a:gd name="connsiteY2" fmla="*/ 20187 h 6891261"/>
              <a:gd name="connsiteX3" fmla="*/ 6249487 w 6486374"/>
              <a:gd name="connsiteY3" fmla="*/ 459905 h 6891261"/>
              <a:gd name="connsiteX4" fmla="*/ 6198509 w 6486374"/>
              <a:gd name="connsiteY4" fmla="*/ 1530131 h 6891261"/>
              <a:gd name="connsiteX5" fmla="*/ 6201083 w 6486374"/>
              <a:gd name="connsiteY5" fmla="*/ 3408709 h 6891261"/>
              <a:gd name="connsiteX6" fmla="*/ 6214935 w 6486374"/>
              <a:gd name="connsiteY6" fmla="*/ 4921170 h 6891261"/>
              <a:gd name="connsiteX7" fmla="*/ 6230902 w 6486374"/>
              <a:gd name="connsiteY7" fmla="*/ 5890367 h 6891261"/>
              <a:gd name="connsiteX8" fmla="*/ 6228167 w 6486374"/>
              <a:gd name="connsiteY8" fmla="*/ 6891261 h 6891261"/>
              <a:gd name="connsiteX9" fmla="*/ 0 w 6486374"/>
              <a:gd name="connsiteY9" fmla="*/ 6871996 h 6891261"/>
              <a:gd name="connsiteX10" fmla="*/ 0 w 6486374"/>
              <a:gd name="connsiteY10" fmla="*/ 0 h 6891261"/>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198509 w 6486374"/>
              <a:gd name="connsiteY4" fmla="*/ 1531587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198509 w 6486374"/>
              <a:gd name="connsiteY4" fmla="*/ 1531587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198509 w 6486374"/>
              <a:gd name="connsiteY4" fmla="*/ 1531587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198509 w 6486374"/>
              <a:gd name="connsiteY4" fmla="*/ 1531587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198509 w 6486374"/>
              <a:gd name="connsiteY4" fmla="*/ 1531587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01083 w 6486374"/>
              <a:gd name="connsiteY5" fmla="*/ 3410165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49344 w 6486374"/>
              <a:gd name="connsiteY5" fmla="*/ 3466809 h 6892717"/>
              <a:gd name="connsiteX6" fmla="*/ 6214935 w 6486374"/>
              <a:gd name="connsiteY6" fmla="*/ 4922626 h 6892717"/>
              <a:gd name="connsiteX7" fmla="*/ 6230902 w 6486374"/>
              <a:gd name="connsiteY7" fmla="*/ 5891823 h 6892717"/>
              <a:gd name="connsiteX8" fmla="*/ 6228167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49344 w 6486374"/>
              <a:gd name="connsiteY5" fmla="*/ 3466809 h 6892717"/>
              <a:gd name="connsiteX6" fmla="*/ 6214935 w 6486374"/>
              <a:gd name="connsiteY6" fmla="*/ 4922626 h 6892717"/>
              <a:gd name="connsiteX7" fmla="*/ 6230902 w 6486374"/>
              <a:gd name="connsiteY7" fmla="*/ 5891823 h 6892717"/>
              <a:gd name="connsiteX8" fmla="*/ 6320210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49344 w 6486374"/>
              <a:gd name="connsiteY5" fmla="*/ 3466809 h 6892717"/>
              <a:gd name="connsiteX6" fmla="*/ 6214935 w 6486374"/>
              <a:gd name="connsiteY6" fmla="*/ 4922626 h 6892717"/>
              <a:gd name="connsiteX7" fmla="*/ 6230902 w 6486374"/>
              <a:gd name="connsiteY7" fmla="*/ 5891823 h 6892717"/>
              <a:gd name="connsiteX8" fmla="*/ 6320210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317301 w 6486374"/>
              <a:gd name="connsiteY5" fmla="*/ 3483900 h 6892717"/>
              <a:gd name="connsiteX6" fmla="*/ 6214935 w 6486374"/>
              <a:gd name="connsiteY6" fmla="*/ 4922626 h 6892717"/>
              <a:gd name="connsiteX7" fmla="*/ 6230902 w 6486374"/>
              <a:gd name="connsiteY7" fmla="*/ 5891823 h 6892717"/>
              <a:gd name="connsiteX8" fmla="*/ 6320210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74829 w 6486374"/>
              <a:gd name="connsiteY5" fmla="*/ 3483900 h 6892717"/>
              <a:gd name="connsiteX6" fmla="*/ 6214935 w 6486374"/>
              <a:gd name="connsiteY6" fmla="*/ 4922626 h 6892717"/>
              <a:gd name="connsiteX7" fmla="*/ 6230902 w 6486374"/>
              <a:gd name="connsiteY7" fmla="*/ 5891823 h 6892717"/>
              <a:gd name="connsiteX8" fmla="*/ 6320210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15366 w 6486374"/>
              <a:gd name="connsiteY5" fmla="*/ 3509538 h 6892717"/>
              <a:gd name="connsiteX6" fmla="*/ 6214935 w 6486374"/>
              <a:gd name="connsiteY6" fmla="*/ 4922626 h 6892717"/>
              <a:gd name="connsiteX7" fmla="*/ 6230902 w 6486374"/>
              <a:gd name="connsiteY7" fmla="*/ 5891823 h 6892717"/>
              <a:gd name="connsiteX8" fmla="*/ 6320210 w 6486374"/>
              <a:gd name="connsiteY8" fmla="*/ 6892717 h 6892717"/>
              <a:gd name="connsiteX9" fmla="*/ 0 w 6486374"/>
              <a:gd name="connsiteY9" fmla="*/ 6873452 h 6892717"/>
              <a:gd name="connsiteX10" fmla="*/ 0 w 6486374"/>
              <a:gd name="connsiteY10" fmla="*/ 1456 h 6892717"/>
              <a:gd name="connsiteX0" fmla="*/ 0 w 6486374"/>
              <a:gd name="connsiteY0" fmla="*/ 1456 h 6892717"/>
              <a:gd name="connsiteX1" fmla="*/ 6486374 w 6486374"/>
              <a:gd name="connsiteY1" fmla="*/ 1456 h 6892717"/>
              <a:gd name="connsiteX2" fmla="*/ 6361977 w 6486374"/>
              <a:gd name="connsiteY2" fmla="*/ 0 h 6892717"/>
              <a:gd name="connsiteX3" fmla="*/ 6249487 w 6486374"/>
              <a:gd name="connsiteY3" fmla="*/ 461361 h 6892717"/>
              <a:gd name="connsiteX4" fmla="*/ 6246770 w 6486374"/>
              <a:gd name="connsiteY4" fmla="*/ 1588231 h 6892717"/>
              <a:gd name="connsiteX5" fmla="*/ 6274828 w 6486374"/>
              <a:gd name="connsiteY5" fmla="*/ 3500992 h 6892717"/>
              <a:gd name="connsiteX6" fmla="*/ 6214935 w 6486374"/>
              <a:gd name="connsiteY6" fmla="*/ 4922626 h 6892717"/>
              <a:gd name="connsiteX7" fmla="*/ 6230902 w 6486374"/>
              <a:gd name="connsiteY7" fmla="*/ 5891823 h 6892717"/>
              <a:gd name="connsiteX8" fmla="*/ 6320210 w 6486374"/>
              <a:gd name="connsiteY8" fmla="*/ 6892717 h 6892717"/>
              <a:gd name="connsiteX9" fmla="*/ 0 w 6486374"/>
              <a:gd name="connsiteY9" fmla="*/ 6873452 h 6892717"/>
              <a:gd name="connsiteX10" fmla="*/ 0 w 6486374"/>
              <a:gd name="connsiteY10" fmla="*/ 1456 h 6892717"/>
              <a:gd name="connsiteX0" fmla="*/ 0 w 6361977"/>
              <a:gd name="connsiteY0" fmla="*/ 10391 h 6901652"/>
              <a:gd name="connsiteX1" fmla="*/ 5928628 w 6361977"/>
              <a:gd name="connsiteY1" fmla="*/ 0 h 6901652"/>
              <a:gd name="connsiteX2" fmla="*/ 6361977 w 6361977"/>
              <a:gd name="connsiteY2" fmla="*/ 8935 h 6901652"/>
              <a:gd name="connsiteX3" fmla="*/ 6249487 w 6361977"/>
              <a:gd name="connsiteY3" fmla="*/ 470296 h 6901652"/>
              <a:gd name="connsiteX4" fmla="*/ 6246770 w 6361977"/>
              <a:gd name="connsiteY4" fmla="*/ 1597166 h 6901652"/>
              <a:gd name="connsiteX5" fmla="*/ 6274828 w 6361977"/>
              <a:gd name="connsiteY5" fmla="*/ 3509927 h 6901652"/>
              <a:gd name="connsiteX6" fmla="*/ 6214935 w 6361977"/>
              <a:gd name="connsiteY6" fmla="*/ 4931561 h 6901652"/>
              <a:gd name="connsiteX7" fmla="*/ 6230902 w 6361977"/>
              <a:gd name="connsiteY7" fmla="*/ 5900758 h 6901652"/>
              <a:gd name="connsiteX8" fmla="*/ 6320210 w 6361977"/>
              <a:gd name="connsiteY8" fmla="*/ 6901652 h 6901652"/>
              <a:gd name="connsiteX9" fmla="*/ 0 w 6361977"/>
              <a:gd name="connsiteY9" fmla="*/ 6882387 h 6901652"/>
              <a:gd name="connsiteX10" fmla="*/ 0 w 6361977"/>
              <a:gd name="connsiteY10" fmla="*/ 10391 h 6901652"/>
              <a:gd name="connsiteX0" fmla="*/ 0 w 6351648"/>
              <a:gd name="connsiteY0" fmla="*/ 10391 h 6901652"/>
              <a:gd name="connsiteX1" fmla="*/ 5928628 w 6351648"/>
              <a:gd name="connsiteY1" fmla="*/ 0 h 6901652"/>
              <a:gd name="connsiteX2" fmla="*/ 6351648 w 6351648"/>
              <a:gd name="connsiteY2" fmla="*/ 19326 h 6901652"/>
              <a:gd name="connsiteX3" fmla="*/ 6249487 w 6351648"/>
              <a:gd name="connsiteY3" fmla="*/ 470296 h 6901652"/>
              <a:gd name="connsiteX4" fmla="*/ 6246770 w 6351648"/>
              <a:gd name="connsiteY4" fmla="*/ 1597166 h 6901652"/>
              <a:gd name="connsiteX5" fmla="*/ 6274828 w 6351648"/>
              <a:gd name="connsiteY5" fmla="*/ 3509927 h 6901652"/>
              <a:gd name="connsiteX6" fmla="*/ 6214935 w 6351648"/>
              <a:gd name="connsiteY6" fmla="*/ 4931561 h 6901652"/>
              <a:gd name="connsiteX7" fmla="*/ 6230902 w 6351648"/>
              <a:gd name="connsiteY7" fmla="*/ 5900758 h 6901652"/>
              <a:gd name="connsiteX8" fmla="*/ 6320210 w 6351648"/>
              <a:gd name="connsiteY8" fmla="*/ 6901652 h 6901652"/>
              <a:gd name="connsiteX9" fmla="*/ 0 w 6351648"/>
              <a:gd name="connsiteY9" fmla="*/ 6882387 h 6901652"/>
              <a:gd name="connsiteX10" fmla="*/ 0 w 6351648"/>
              <a:gd name="connsiteY10" fmla="*/ 10391 h 6901652"/>
              <a:gd name="connsiteX0" fmla="*/ 0 w 6351648"/>
              <a:gd name="connsiteY0" fmla="*/ 10391 h 6901652"/>
              <a:gd name="connsiteX1" fmla="*/ 5928628 w 6351648"/>
              <a:gd name="connsiteY1" fmla="*/ 0 h 6901652"/>
              <a:gd name="connsiteX2" fmla="*/ 6351648 w 6351648"/>
              <a:gd name="connsiteY2" fmla="*/ 19326 h 6901652"/>
              <a:gd name="connsiteX3" fmla="*/ 6249487 w 6351648"/>
              <a:gd name="connsiteY3" fmla="*/ 470296 h 6901652"/>
              <a:gd name="connsiteX4" fmla="*/ 6246770 w 6351648"/>
              <a:gd name="connsiteY4" fmla="*/ 1597166 h 6901652"/>
              <a:gd name="connsiteX5" fmla="*/ 6212856 w 6351648"/>
              <a:gd name="connsiteY5" fmla="*/ 3322891 h 6901652"/>
              <a:gd name="connsiteX6" fmla="*/ 6214935 w 6351648"/>
              <a:gd name="connsiteY6" fmla="*/ 4931561 h 6901652"/>
              <a:gd name="connsiteX7" fmla="*/ 6230902 w 6351648"/>
              <a:gd name="connsiteY7" fmla="*/ 5900758 h 6901652"/>
              <a:gd name="connsiteX8" fmla="*/ 6320210 w 6351648"/>
              <a:gd name="connsiteY8" fmla="*/ 6901652 h 6901652"/>
              <a:gd name="connsiteX9" fmla="*/ 0 w 6351648"/>
              <a:gd name="connsiteY9" fmla="*/ 6882387 h 6901652"/>
              <a:gd name="connsiteX10" fmla="*/ 0 w 6351648"/>
              <a:gd name="connsiteY10" fmla="*/ 10391 h 6901652"/>
              <a:gd name="connsiteX0" fmla="*/ 0 w 6351648"/>
              <a:gd name="connsiteY0" fmla="*/ 10391 h 6901652"/>
              <a:gd name="connsiteX1" fmla="*/ 5928628 w 6351648"/>
              <a:gd name="connsiteY1" fmla="*/ 0 h 6901652"/>
              <a:gd name="connsiteX2" fmla="*/ 6351648 w 6351648"/>
              <a:gd name="connsiteY2" fmla="*/ 19326 h 6901652"/>
              <a:gd name="connsiteX3" fmla="*/ 6249487 w 6351648"/>
              <a:gd name="connsiteY3" fmla="*/ 470296 h 6901652"/>
              <a:gd name="connsiteX4" fmla="*/ 6298413 w 6351648"/>
              <a:gd name="connsiteY4" fmla="*/ 1680293 h 6901652"/>
              <a:gd name="connsiteX5" fmla="*/ 6212856 w 6351648"/>
              <a:gd name="connsiteY5" fmla="*/ 3322891 h 6901652"/>
              <a:gd name="connsiteX6" fmla="*/ 6214935 w 6351648"/>
              <a:gd name="connsiteY6" fmla="*/ 4931561 h 6901652"/>
              <a:gd name="connsiteX7" fmla="*/ 6230902 w 6351648"/>
              <a:gd name="connsiteY7" fmla="*/ 5900758 h 6901652"/>
              <a:gd name="connsiteX8" fmla="*/ 6320210 w 6351648"/>
              <a:gd name="connsiteY8" fmla="*/ 6901652 h 6901652"/>
              <a:gd name="connsiteX9" fmla="*/ 0 w 6351648"/>
              <a:gd name="connsiteY9" fmla="*/ 6882387 h 6901652"/>
              <a:gd name="connsiteX10" fmla="*/ 0 w 6351648"/>
              <a:gd name="connsiteY10" fmla="*/ 10391 h 6901652"/>
              <a:gd name="connsiteX0" fmla="*/ 0 w 6351648"/>
              <a:gd name="connsiteY0" fmla="*/ 10391 h 6901652"/>
              <a:gd name="connsiteX1" fmla="*/ 5928628 w 6351648"/>
              <a:gd name="connsiteY1" fmla="*/ 0 h 6901652"/>
              <a:gd name="connsiteX2" fmla="*/ 6351648 w 6351648"/>
              <a:gd name="connsiteY2" fmla="*/ 19326 h 6901652"/>
              <a:gd name="connsiteX3" fmla="*/ 6332116 w 6351648"/>
              <a:gd name="connsiteY3" fmla="*/ 480687 h 6901652"/>
              <a:gd name="connsiteX4" fmla="*/ 6298413 w 6351648"/>
              <a:gd name="connsiteY4" fmla="*/ 1680293 h 6901652"/>
              <a:gd name="connsiteX5" fmla="*/ 6212856 w 6351648"/>
              <a:gd name="connsiteY5" fmla="*/ 3322891 h 6901652"/>
              <a:gd name="connsiteX6" fmla="*/ 6214935 w 6351648"/>
              <a:gd name="connsiteY6" fmla="*/ 4931561 h 6901652"/>
              <a:gd name="connsiteX7" fmla="*/ 6230902 w 6351648"/>
              <a:gd name="connsiteY7" fmla="*/ 5900758 h 6901652"/>
              <a:gd name="connsiteX8" fmla="*/ 6320210 w 6351648"/>
              <a:gd name="connsiteY8" fmla="*/ 6901652 h 6901652"/>
              <a:gd name="connsiteX9" fmla="*/ 0 w 6351648"/>
              <a:gd name="connsiteY9" fmla="*/ 6882387 h 6901652"/>
              <a:gd name="connsiteX10" fmla="*/ 0 w 6351648"/>
              <a:gd name="connsiteY10" fmla="*/ 10391 h 6901652"/>
              <a:gd name="connsiteX0" fmla="*/ 0 w 6333246"/>
              <a:gd name="connsiteY0" fmla="*/ 11847 h 6903108"/>
              <a:gd name="connsiteX1" fmla="*/ 5928628 w 6333246"/>
              <a:gd name="connsiteY1" fmla="*/ 1456 h 6903108"/>
              <a:gd name="connsiteX2" fmla="*/ 6300005 w 6333246"/>
              <a:gd name="connsiteY2" fmla="*/ 0 h 6903108"/>
              <a:gd name="connsiteX3" fmla="*/ 6332116 w 6333246"/>
              <a:gd name="connsiteY3" fmla="*/ 482143 h 6903108"/>
              <a:gd name="connsiteX4" fmla="*/ 6298413 w 6333246"/>
              <a:gd name="connsiteY4" fmla="*/ 1681749 h 6903108"/>
              <a:gd name="connsiteX5" fmla="*/ 6212856 w 6333246"/>
              <a:gd name="connsiteY5" fmla="*/ 3324347 h 6903108"/>
              <a:gd name="connsiteX6" fmla="*/ 6214935 w 6333246"/>
              <a:gd name="connsiteY6" fmla="*/ 4933017 h 6903108"/>
              <a:gd name="connsiteX7" fmla="*/ 6230902 w 6333246"/>
              <a:gd name="connsiteY7" fmla="*/ 5902214 h 6903108"/>
              <a:gd name="connsiteX8" fmla="*/ 6320210 w 6333246"/>
              <a:gd name="connsiteY8" fmla="*/ 6903108 h 6903108"/>
              <a:gd name="connsiteX9" fmla="*/ 0 w 6333246"/>
              <a:gd name="connsiteY9" fmla="*/ 6883843 h 6903108"/>
              <a:gd name="connsiteX10" fmla="*/ 0 w 6333246"/>
              <a:gd name="connsiteY10" fmla="*/ 11847 h 6903108"/>
              <a:gd name="connsiteX0" fmla="*/ 0 w 6333246"/>
              <a:gd name="connsiteY0" fmla="*/ 11847 h 6913499"/>
              <a:gd name="connsiteX1" fmla="*/ 5928628 w 6333246"/>
              <a:gd name="connsiteY1" fmla="*/ 1456 h 6913499"/>
              <a:gd name="connsiteX2" fmla="*/ 6300005 w 6333246"/>
              <a:gd name="connsiteY2" fmla="*/ 0 h 6913499"/>
              <a:gd name="connsiteX3" fmla="*/ 6332116 w 6333246"/>
              <a:gd name="connsiteY3" fmla="*/ 482143 h 6913499"/>
              <a:gd name="connsiteX4" fmla="*/ 6298413 w 6333246"/>
              <a:gd name="connsiteY4" fmla="*/ 1681749 h 6913499"/>
              <a:gd name="connsiteX5" fmla="*/ 6212856 w 6333246"/>
              <a:gd name="connsiteY5" fmla="*/ 3324347 h 6913499"/>
              <a:gd name="connsiteX6" fmla="*/ 6214935 w 6333246"/>
              <a:gd name="connsiteY6" fmla="*/ 4933017 h 6913499"/>
              <a:gd name="connsiteX7" fmla="*/ 6230902 w 6333246"/>
              <a:gd name="connsiteY7" fmla="*/ 5902214 h 6913499"/>
              <a:gd name="connsiteX8" fmla="*/ 6237581 w 6333246"/>
              <a:gd name="connsiteY8" fmla="*/ 6913499 h 6913499"/>
              <a:gd name="connsiteX9" fmla="*/ 0 w 6333246"/>
              <a:gd name="connsiteY9" fmla="*/ 6883843 h 6913499"/>
              <a:gd name="connsiteX10" fmla="*/ 0 w 6333246"/>
              <a:gd name="connsiteY10" fmla="*/ 11847 h 6913499"/>
              <a:gd name="connsiteX0" fmla="*/ 0 w 6333246"/>
              <a:gd name="connsiteY0" fmla="*/ 11847 h 6913499"/>
              <a:gd name="connsiteX1" fmla="*/ 5928628 w 6333246"/>
              <a:gd name="connsiteY1" fmla="*/ 1456 h 6913499"/>
              <a:gd name="connsiteX2" fmla="*/ 6300005 w 6333246"/>
              <a:gd name="connsiteY2" fmla="*/ 0 h 6913499"/>
              <a:gd name="connsiteX3" fmla="*/ 6332116 w 6333246"/>
              <a:gd name="connsiteY3" fmla="*/ 482143 h 6913499"/>
              <a:gd name="connsiteX4" fmla="*/ 6298413 w 6333246"/>
              <a:gd name="connsiteY4" fmla="*/ 1681749 h 6913499"/>
              <a:gd name="connsiteX5" fmla="*/ 6212856 w 6333246"/>
              <a:gd name="connsiteY5" fmla="*/ 3324347 h 6913499"/>
              <a:gd name="connsiteX6" fmla="*/ 6214935 w 6333246"/>
              <a:gd name="connsiteY6" fmla="*/ 4933017 h 6913499"/>
              <a:gd name="connsiteX7" fmla="*/ 6230902 w 6333246"/>
              <a:gd name="connsiteY7" fmla="*/ 5902214 h 6913499"/>
              <a:gd name="connsiteX8" fmla="*/ 6237581 w 6333246"/>
              <a:gd name="connsiteY8" fmla="*/ 6913499 h 6913499"/>
              <a:gd name="connsiteX9" fmla="*/ 0 w 6333246"/>
              <a:gd name="connsiteY9" fmla="*/ 6883843 h 6913499"/>
              <a:gd name="connsiteX10" fmla="*/ 0 w 6333246"/>
              <a:gd name="connsiteY10" fmla="*/ 11847 h 6913499"/>
              <a:gd name="connsiteX0" fmla="*/ 0 w 6333246"/>
              <a:gd name="connsiteY0" fmla="*/ 11847 h 6913499"/>
              <a:gd name="connsiteX1" fmla="*/ 5928628 w 6333246"/>
              <a:gd name="connsiteY1" fmla="*/ 1456 h 6913499"/>
              <a:gd name="connsiteX2" fmla="*/ 6300005 w 6333246"/>
              <a:gd name="connsiteY2" fmla="*/ 0 h 6913499"/>
              <a:gd name="connsiteX3" fmla="*/ 6332116 w 6333246"/>
              <a:gd name="connsiteY3" fmla="*/ 482143 h 6913499"/>
              <a:gd name="connsiteX4" fmla="*/ 6298413 w 6333246"/>
              <a:gd name="connsiteY4" fmla="*/ 1681749 h 6913499"/>
              <a:gd name="connsiteX5" fmla="*/ 6212856 w 6333246"/>
              <a:gd name="connsiteY5" fmla="*/ 3324347 h 6913499"/>
              <a:gd name="connsiteX6" fmla="*/ 6214935 w 6333246"/>
              <a:gd name="connsiteY6" fmla="*/ 4933017 h 6913499"/>
              <a:gd name="connsiteX7" fmla="*/ 6230902 w 6333246"/>
              <a:gd name="connsiteY7" fmla="*/ 5902214 h 6913499"/>
              <a:gd name="connsiteX8" fmla="*/ 6237581 w 6333246"/>
              <a:gd name="connsiteY8" fmla="*/ 6913499 h 6913499"/>
              <a:gd name="connsiteX9" fmla="*/ 0 w 6333246"/>
              <a:gd name="connsiteY9" fmla="*/ 6883843 h 6913499"/>
              <a:gd name="connsiteX10" fmla="*/ 0 w 6333246"/>
              <a:gd name="connsiteY10" fmla="*/ 11847 h 6913499"/>
              <a:gd name="connsiteX0" fmla="*/ 0 w 6333246"/>
              <a:gd name="connsiteY0" fmla="*/ 11847 h 6913499"/>
              <a:gd name="connsiteX1" fmla="*/ 5928628 w 6333246"/>
              <a:gd name="connsiteY1" fmla="*/ 1456 h 6913499"/>
              <a:gd name="connsiteX2" fmla="*/ 6300005 w 6333246"/>
              <a:gd name="connsiteY2" fmla="*/ 0 h 6913499"/>
              <a:gd name="connsiteX3" fmla="*/ 6332116 w 6333246"/>
              <a:gd name="connsiteY3" fmla="*/ 482143 h 6913499"/>
              <a:gd name="connsiteX4" fmla="*/ 6298413 w 6333246"/>
              <a:gd name="connsiteY4" fmla="*/ 1681749 h 6913499"/>
              <a:gd name="connsiteX5" fmla="*/ 6212856 w 6333246"/>
              <a:gd name="connsiteY5" fmla="*/ 3324347 h 6913499"/>
              <a:gd name="connsiteX6" fmla="*/ 6214935 w 6333246"/>
              <a:gd name="connsiteY6" fmla="*/ 4933017 h 6913499"/>
              <a:gd name="connsiteX7" fmla="*/ 6272217 w 6333246"/>
              <a:gd name="connsiteY7" fmla="*/ 5985342 h 6913499"/>
              <a:gd name="connsiteX8" fmla="*/ 6237581 w 6333246"/>
              <a:gd name="connsiteY8" fmla="*/ 6913499 h 6913499"/>
              <a:gd name="connsiteX9" fmla="*/ 0 w 6333246"/>
              <a:gd name="connsiteY9" fmla="*/ 6883843 h 6913499"/>
              <a:gd name="connsiteX10" fmla="*/ 0 w 6333246"/>
              <a:gd name="connsiteY10" fmla="*/ 11847 h 6913499"/>
              <a:gd name="connsiteX0" fmla="*/ 0 w 6333246"/>
              <a:gd name="connsiteY0" fmla="*/ 11847 h 6913499"/>
              <a:gd name="connsiteX1" fmla="*/ 5928628 w 6333246"/>
              <a:gd name="connsiteY1" fmla="*/ 1456 h 6913499"/>
              <a:gd name="connsiteX2" fmla="*/ 6300005 w 6333246"/>
              <a:gd name="connsiteY2" fmla="*/ 0 h 6913499"/>
              <a:gd name="connsiteX3" fmla="*/ 6332116 w 6333246"/>
              <a:gd name="connsiteY3" fmla="*/ 482143 h 6913499"/>
              <a:gd name="connsiteX4" fmla="*/ 6298413 w 6333246"/>
              <a:gd name="connsiteY4" fmla="*/ 1681749 h 6913499"/>
              <a:gd name="connsiteX5" fmla="*/ 6212856 w 6333246"/>
              <a:gd name="connsiteY5" fmla="*/ 3324347 h 6913499"/>
              <a:gd name="connsiteX6" fmla="*/ 6214935 w 6333246"/>
              <a:gd name="connsiteY6" fmla="*/ 4933017 h 6913499"/>
              <a:gd name="connsiteX7" fmla="*/ 6292874 w 6333246"/>
              <a:gd name="connsiteY7" fmla="*/ 5995733 h 6913499"/>
              <a:gd name="connsiteX8" fmla="*/ 6237581 w 6333246"/>
              <a:gd name="connsiteY8" fmla="*/ 6913499 h 6913499"/>
              <a:gd name="connsiteX9" fmla="*/ 0 w 6333246"/>
              <a:gd name="connsiteY9" fmla="*/ 6883843 h 6913499"/>
              <a:gd name="connsiteX10" fmla="*/ 0 w 6333246"/>
              <a:gd name="connsiteY10" fmla="*/ 11847 h 6913499"/>
              <a:gd name="connsiteX0" fmla="*/ 0 w 6333246"/>
              <a:gd name="connsiteY0" fmla="*/ 11847 h 6913499"/>
              <a:gd name="connsiteX1" fmla="*/ 5928628 w 6333246"/>
              <a:gd name="connsiteY1" fmla="*/ 1456 h 6913499"/>
              <a:gd name="connsiteX2" fmla="*/ 6300005 w 6333246"/>
              <a:gd name="connsiteY2" fmla="*/ 0 h 6913499"/>
              <a:gd name="connsiteX3" fmla="*/ 6332116 w 6333246"/>
              <a:gd name="connsiteY3" fmla="*/ 482143 h 6913499"/>
              <a:gd name="connsiteX4" fmla="*/ 6298413 w 6333246"/>
              <a:gd name="connsiteY4" fmla="*/ 1681749 h 6913499"/>
              <a:gd name="connsiteX5" fmla="*/ 6212856 w 6333246"/>
              <a:gd name="connsiteY5" fmla="*/ 3324347 h 6913499"/>
              <a:gd name="connsiteX6" fmla="*/ 6256250 w 6333246"/>
              <a:gd name="connsiteY6" fmla="*/ 4881063 h 6913499"/>
              <a:gd name="connsiteX7" fmla="*/ 6292874 w 6333246"/>
              <a:gd name="connsiteY7" fmla="*/ 5995733 h 6913499"/>
              <a:gd name="connsiteX8" fmla="*/ 6237581 w 6333246"/>
              <a:gd name="connsiteY8" fmla="*/ 6913499 h 6913499"/>
              <a:gd name="connsiteX9" fmla="*/ 0 w 6333246"/>
              <a:gd name="connsiteY9" fmla="*/ 6883843 h 6913499"/>
              <a:gd name="connsiteX10" fmla="*/ 0 w 6333246"/>
              <a:gd name="connsiteY10" fmla="*/ 11847 h 6913499"/>
              <a:gd name="connsiteX0" fmla="*/ 0 w 6333246"/>
              <a:gd name="connsiteY0" fmla="*/ 11847 h 6923890"/>
              <a:gd name="connsiteX1" fmla="*/ 5928628 w 6333246"/>
              <a:gd name="connsiteY1" fmla="*/ 1456 h 6923890"/>
              <a:gd name="connsiteX2" fmla="*/ 6300005 w 6333246"/>
              <a:gd name="connsiteY2" fmla="*/ 0 h 6923890"/>
              <a:gd name="connsiteX3" fmla="*/ 6332116 w 6333246"/>
              <a:gd name="connsiteY3" fmla="*/ 482143 h 6923890"/>
              <a:gd name="connsiteX4" fmla="*/ 6298413 w 6333246"/>
              <a:gd name="connsiteY4" fmla="*/ 1681749 h 6923890"/>
              <a:gd name="connsiteX5" fmla="*/ 6212856 w 6333246"/>
              <a:gd name="connsiteY5" fmla="*/ 3324347 h 6923890"/>
              <a:gd name="connsiteX6" fmla="*/ 6256250 w 6333246"/>
              <a:gd name="connsiteY6" fmla="*/ 4881063 h 6923890"/>
              <a:gd name="connsiteX7" fmla="*/ 6292874 w 6333246"/>
              <a:gd name="connsiteY7" fmla="*/ 5995733 h 6923890"/>
              <a:gd name="connsiteX8" fmla="*/ 6278896 w 6333246"/>
              <a:gd name="connsiteY8" fmla="*/ 6923890 h 6923890"/>
              <a:gd name="connsiteX9" fmla="*/ 0 w 6333246"/>
              <a:gd name="connsiteY9" fmla="*/ 6883843 h 6923890"/>
              <a:gd name="connsiteX10" fmla="*/ 0 w 6333246"/>
              <a:gd name="connsiteY10" fmla="*/ 11847 h 6923890"/>
              <a:gd name="connsiteX0" fmla="*/ 0 w 6372305"/>
              <a:gd name="connsiteY0" fmla="*/ 10391 h 6922434"/>
              <a:gd name="connsiteX1" fmla="*/ 5928628 w 6372305"/>
              <a:gd name="connsiteY1" fmla="*/ 0 h 6922434"/>
              <a:gd name="connsiteX2" fmla="*/ 6372305 w 6372305"/>
              <a:gd name="connsiteY2" fmla="*/ 8935 h 6922434"/>
              <a:gd name="connsiteX3" fmla="*/ 6332116 w 6372305"/>
              <a:gd name="connsiteY3" fmla="*/ 480687 h 6922434"/>
              <a:gd name="connsiteX4" fmla="*/ 6298413 w 6372305"/>
              <a:gd name="connsiteY4" fmla="*/ 1680293 h 6922434"/>
              <a:gd name="connsiteX5" fmla="*/ 6212856 w 6372305"/>
              <a:gd name="connsiteY5" fmla="*/ 3322891 h 6922434"/>
              <a:gd name="connsiteX6" fmla="*/ 6256250 w 6372305"/>
              <a:gd name="connsiteY6" fmla="*/ 4879607 h 6922434"/>
              <a:gd name="connsiteX7" fmla="*/ 6292874 w 6372305"/>
              <a:gd name="connsiteY7" fmla="*/ 5994277 h 6922434"/>
              <a:gd name="connsiteX8" fmla="*/ 6278896 w 6372305"/>
              <a:gd name="connsiteY8" fmla="*/ 6922434 h 6922434"/>
              <a:gd name="connsiteX9" fmla="*/ 0 w 6372305"/>
              <a:gd name="connsiteY9" fmla="*/ 6882387 h 6922434"/>
              <a:gd name="connsiteX10" fmla="*/ 0 w 6372305"/>
              <a:gd name="connsiteY10" fmla="*/ 10391 h 6922434"/>
              <a:gd name="connsiteX0" fmla="*/ 0 w 6372305"/>
              <a:gd name="connsiteY0" fmla="*/ 10391 h 6922434"/>
              <a:gd name="connsiteX1" fmla="*/ 5928628 w 6372305"/>
              <a:gd name="connsiteY1" fmla="*/ 0 h 6922434"/>
              <a:gd name="connsiteX2" fmla="*/ 6372305 w 6372305"/>
              <a:gd name="connsiteY2" fmla="*/ 8935 h 6922434"/>
              <a:gd name="connsiteX3" fmla="*/ 6332116 w 6372305"/>
              <a:gd name="connsiteY3" fmla="*/ 480687 h 6922434"/>
              <a:gd name="connsiteX4" fmla="*/ 6298413 w 6372305"/>
              <a:gd name="connsiteY4" fmla="*/ 1680293 h 6922434"/>
              <a:gd name="connsiteX5" fmla="*/ 6285157 w 6372305"/>
              <a:gd name="connsiteY5" fmla="*/ 3343673 h 6922434"/>
              <a:gd name="connsiteX6" fmla="*/ 6256250 w 6372305"/>
              <a:gd name="connsiteY6" fmla="*/ 4879607 h 6922434"/>
              <a:gd name="connsiteX7" fmla="*/ 6292874 w 6372305"/>
              <a:gd name="connsiteY7" fmla="*/ 5994277 h 6922434"/>
              <a:gd name="connsiteX8" fmla="*/ 6278896 w 6372305"/>
              <a:gd name="connsiteY8" fmla="*/ 6922434 h 6922434"/>
              <a:gd name="connsiteX9" fmla="*/ 0 w 6372305"/>
              <a:gd name="connsiteY9" fmla="*/ 6882387 h 6922434"/>
              <a:gd name="connsiteX10" fmla="*/ 0 w 6372305"/>
              <a:gd name="connsiteY10" fmla="*/ 10391 h 6922434"/>
              <a:gd name="connsiteX0" fmla="*/ 0 w 6372305"/>
              <a:gd name="connsiteY0" fmla="*/ 10391 h 6922434"/>
              <a:gd name="connsiteX1" fmla="*/ 5928628 w 6372305"/>
              <a:gd name="connsiteY1" fmla="*/ 0 h 6922434"/>
              <a:gd name="connsiteX2" fmla="*/ 6372305 w 6372305"/>
              <a:gd name="connsiteY2" fmla="*/ 8935 h 6922434"/>
              <a:gd name="connsiteX3" fmla="*/ 6332116 w 6372305"/>
              <a:gd name="connsiteY3" fmla="*/ 480687 h 6922434"/>
              <a:gd name="connsiteX4" fmla="*/ 6298413 w 6372305"/>
              <a:gd name="connsiteY4" fmla="*/ 1680293 h 6922434"/>
              <a:gd name="connsiteX5" fmla="*/ 6285157 w 6372305"/>
              <a:gd name="connsiteY5" fmla="*/ 3343673 h 6922434"/>
              <a:gd name="connsiteX6" fmla="*/ 6256250 w 6372305"/>
              <a:gd name="connsiteY6" fmla="*/ 4879607 h 6922434"/>
              <a:gd name="connsiteX7" fmla="*/ 6292874 w 6372305"/>
              <a:gd name="connsiteY7" fmla="*/ 5994277 h 6922434"/>
              <a:gd name="connsiteX8" fmla="*/ 6278896 w 6372305"/>
              <a:gd name="connsiteY8" fmla="*/ 6922434 h 6922434"/>
              <a:gd name="connsiteX9" fmla="*/ 0 w 6372305"/>
              <a:gd name="connsiteY9" fmla="*/ 6882387 h 6922434"/>
              <a:gd name="connsiteX10" fmla="*/ 0 w 6372305"/>
              <a:gd name="connsiteY10" fmla="*/ 10391 h 6922434"/>
              <a:gd name="connsiteX0" fmla="*/ 0 w 6372305"/>
              <a:gd name="connsiteY0" fmla="*/ 10391 h 6922434"/>
              <a:gd name="connsiteX1" fmla="*/ 5928628 w 6372305"/>
              <a:gd name="connsiteY1" fmla="*/ 0 h 6922434"/>
              <a:gd name="connsiteX2" fmla="*/ 6372305 w 6372305"/>
              <a:gd name="connsiteY2" fmla="*/ 8935 h 6922434"/>
              <a:gd name="connsiteX3" fmla="*/ 6332116 w 6372305"/>
              <a:gd name="connsiteY3" fmla="*/ 480687 h 6922434"/>
              <a:gd name="connsiteX4" fmla="*/ 6339728 w 6372305"/>
              <a:gd name="connsiteY4" fmla="*/ 1753029 h 6922434"/>
              <a:gd name="connsiteX5" fmla="*/ 6285157 w 6372305"/>
              <a:gd name="connsiteY5" fmla="*/ 3343673 h 6922434"/>
              <a:gd name="connsiteX6" fmla="*/ 6256250 w 6372305"/>
              <a:gd name="connsiteY6" fmla="*/ 4879607 h 6922434"/>
              <a:gd name="connsiteX7" fmla="*/ 6292874 w 6372305"/>
              <a:gd name="connsiteY7" fmla="*/ 5994277 h 6922434"/>
              <a:gd name="connsiteX8" fmla="*/ 6278896 w 6372305"/>
              <a:gd name="connsiteY8" fmla="*/ 6922434 h 6922434"/>
              <a:gd name="connsiteX9" fmla="*/ 0 w 6372305"/>
              <a:gd name="connsiteY9" fmla="*/ 6882387 h 6922434"/>
              <a:gd name="connsiteX10" fmla="*/ 0 w 6372305"/>
              <a:gd name="connsiteY10" fmla="*/ 10391 h 6922434"/>
              <a:gd name="connsiteX0" fmla="*/ 0 w 6392511"/>
              <a:gd name="connsiteY0" fmla="*/ 10391 h 6922434"/>
              <a:gd name="connsiteX1" fmla="*/ 5928628 w 6392511"/>
              <a:gd name="connsiteY1" fmla="*/ 0 h 6922434"/>
              <a:gd name="connsiteX2" fmla="*/ 6372305 w 6392511"/>
              <a:gd name="connsiteY2" fmla="*/ 8935 h 6922434"/>
              <a:gd name="connsiteX3" fmla="*/ 6332116 w 6392511"/>
              <a:gd name="connsiteY3" fmla="*/ 480687 h 6922434"/>
              <a:gd name="connsiteX4" fmla="*/ 6339728 w 6392511"/>
              <a:gd name="connsiteY4" fmla="*/ 1753029 h 6922434"/>
              <a:gd name="connsiteX5" fmla="*/ 6285157 w 6392511"/>
              <a:gd name="connsiteY5" fmla="*/ 3343673 h 6922434"/>
              <a:gd name="connsiteX6" fmla="*/ 6256250 w 6392511"/>
              <a:gd name="connsiteY6" fmla="*/ 4879607 h 6922434"/>
              <a:gd name="connsiteX7" fmla="*/ 6292874 w 6392511"/>
              <a:gd name="connsiteY7" fmla="*/ 5994277 h 6922434"/>
              <a:gd name="connsiteX8" fmla="*/ 6392511 w 6392511"/>
              <a:gd name="connsiteY8" fmla="*/ 6922434 h 6922434"/>
              <a:gd name="connsiteX9" fmla="*/ 0 w 6392511"/>
              <a:gd name="connsiteY9" fmla="*/ 6882387 h 6922434"/>
              <a:gd name="connsiteX10" fmla="*/ 0 w 6392511"/>
              <a:gd name="connsiteY10" fmla="*/ 10391 h 6922434"/>
              <a:gd name="connsiteX0" fmla="*/ 0 w 6392511"/>
              <a:gd name="connsiteY0" fmla="*/ 10391 h 6922434"/>
              <a:gd name="connsiteX1" fmla="*/ 5928628 w 6392511"/>
              <a:gd name="connsiteY1" fmla="*/ 0 h 6922434"/>
              <a:gd name="connsiteX2" fmla="*/ 6372305 w 6392511"/>
              <a:gd name="connsiteY2" fmla="*/ 8935 h 6922434"/>
              <a:gd name="connsiteX3" fmla="*/ 6332116 w 6392511"/>
              <a:gd name="connsiteY3" fmla="*/ 480687 h 6922434"/>
              <a:gd name="connsiteX4" fmla="*/ 6339728 w 6392511"/>
              <a:gd name="connsiteY4" fmla="*/ 1753029 h 6922434"/>
              <a:gd name="connsiteX5" fmla="*/ 6285157 w 6392511"/>
              <a:gd name="connsiteY5" fmla="*/ 3343673 h 6922434"/>
              <a:gd name="connsiteX6" fmla="*/ 6256250 w 6392511"/>
              <a:gd name="connsiteY6" fmla="*/ 4879607 h 6922434"/>
              <a:gd name="connsiteX7" fmla="*/ 6292874 w 6392511"/>
              <a:gd name="connsiteY7" fmla="*/ 5994277 h 6922434"/>
              <a:gd name="connsiteX8" fmla="*/ 6392511 w 6392511"/>
              <a:gd name="connsiteY8" fmla="*/ 6922434 h 6922434"/>
              <a:gd name="connsiteX9" fmla="*/ 0 w 6392511"/>
              <a:gd name="connsiteY9" fmla="*/ 6882387 h 6922434"/>
              <a:gd name="connsiteX10" fmla="*/ 0 w 6392511"/>
              <a:gd name="connsiteY10" fmla="*/ 10391 h 6922434"/>
              <a:gd name="connsiteX0" fmla="*/ 0 w 6413619"/>
              <a:gd name="connsiteY0" fmla="*/ 11847 h 6923890"/>
              <a:gd name="connsiteX1" fmla="*/ 5928628 w 6413619"/>
              <a:gd name="connsiteY1" fmla="*/ 1456 h 6923890"/>
              <a:gd name="connsiteX2" fmla="*/ 6413619 w 6413619"/>
              <a:gd name="connsiteY2" fmla="*/ 0 h 6923890"/>
              <a:gd name="connsiteX3" fmla="*/ 6332116 w 6413619"/>
              <a:gd name="connsiteY3" fmla="*/ 482143 h 6923890"/>
              <a:gd name="connsiteX4" fmla="*/ 6339728 w 6413619"/>
              <a:gd name="connsiteY4" fmla="*/ 1754485 h 6923890"/>
              <a:gd name="connsiteX5" fmla="*/ 6285157 w 6413619"/>
              <a:gd name="connsiteY5" fmla="*/ 3345129 h 6923890"/>
              <a:gd name="connsiteX6" fmla="*/ 6256250 w 6413619"/>
              <a:gd name="connsiteY6" fmla="*/ 4881063 h 6923890"/>
              <a:gd name="connsiteX7" fmla="*/ 6292874 w 6413619"/>
              <a:gd name="connsiteY7" fmla="*/ 5995733 h 6923890"/>
              <a:gd name="connsiteX8" fmla="*/ 6392511 w 6413619"/>
              <a:gd name="connsiteY8" fmla="*/ 6923890 h 6923890"/>
              <a:gd name="connsiteX9" fmla="*/ 0 w 6413619"/>
              <a:gd name="connsiteY9" fmla="*/ 6883843 h 6923890"/>
              <a:gd name="connsiteX10" fmla="*/ 0 w 6413619"/>
              <a:gd name="connsiteY10" fmla="*/ 11847 h 6923890"/>
              <a:gd name="connsiteX0" fmla="*/ 0 w 6465262"/>
              <a:gd name="connsiteY0" fmla="*/ 10391 h 6922434"/>
              <a:gd name="connsiteX1" fmla="*/ 5928628 w 6465262"/>
              <a:gd name="connsiteY1" fmla="*/ 0 h 6922434"/>
              <a:gd name="connsiteX2" fmla="*/ 6465262 w 6465262"/>
              <a:gd name="connsiteY2" fmla="*/ 8935 h 6922434"/>
              <a:gd name="connsiteX3" fmla="*/ 6332116 w 6465262"/>
              <a:gd name="connsiteY3" fmla="*/ 480687 h 6922434"/>
              <a:gd name="connsiteX4" fmla="*/ 6339728 w 6465262"/>
              <a:gd name="connsiteY4" fmla="*/ 1753029 h 6922434"/>
              <a:gd name="connsiteX5" fmla="*/ 6285157 w 6465262"/>
              <a:gd name="connsiteY5" fmla="*/ 3343673 h 6922434"/>
              <a:gd name="connsiteX6" fmla="*/ 6256250 w 6465262"/>
              <a:gd name="connsiteY6" fmla="*/ 4879607 h 6922434"/>
              <a:gd name="connsiteX7" fmla="*/ 6292874 w 6465262"/>
              <a:gd name="connsiteY7" fmla="*/ 5994277 h 6922434"/>
              <a:gd name="connsiteX8" fmla="*/ 6392511 w 6465262"/>
              <a:gd name="connsiteY8" fmla="*/ 6922434 h 6922434"/>
              <a:gd name="connsiteX9" fmla="*/ 0 w 6465262"/>
              <a:gd name="connsiteY9" fmla="*/ 6882387 h 6922434"/>
              <a:gd name="connsiteX10" fmla="*/ 0 w 6465262"/>
              <a:gd name="connsiteY10" fmla="*/ 10391 h 6922434"/>
              <a:gd name="connsiteX0" fmla="*/ 0 w 6465262"/>
              <a:gd name="connsiteY0" fmla="*/ 10391 h 6922434"/>
              <a:gd name="connsiteX1" fmla="*/ 5928628 w 6465262"/>
              <a:gd name="connsiteY1" fmla="*/ 0 h 6922434"/>
              <a:gd name="connsiteX2" fmla="*/ 6465262 w 6465262"/>
              <a:gd name="connsiteY2" fmla="*/ 2959 h 6922434"/>
              <a:gd name="connsiteX3" fmla="*/ 6332116 w 6465262"/>
              <a:gd name="connsiteY3" fmla="*/ 480687 h 6922434"/>
              <a:gd name="connsiteX4" fmla="*/ 6339728 w 6465262"/>
              <a:gd name="connsiteY4" fmla="*/ 1753029 h 6922434"/>
              <a:gd name="connsiteX5" fmla="*/ 6285157 w 6465262"/>
              <a:gd name="connsiteY5" fmla="*/ 3343673 h 6922434"/>
              <a:gd name="connsiteX6" fmla="*/ 6256250 w 6465262"/>
              <a:gd name="connsiteY6" fmla="*/ 4879607 h 6922434"/>
              <a:gd name="connsiteX7" fmla="*/ 6292874 w 6465262"/>
              <a:gd name="connsiteY7" fmla="*/ 5994277 h 6922434"/>
              <a:gd name="connsiteX8" fmla="*/ 6392511 w 6465262"/>
              <a:gd name="connsiteY8" fmla="*/ 6922434 h 6922434"/>
              <a:gd name="connsiteX9" fmla="*/ 0 w 6465262"/>
              <a:gd name="connsiteY9" fmla="*/ 6882387 h 6922434"/>
              <a:gd name="connsiteX10" fmla="*/ 0 w 6465262"/>
              <a:gd name="connsiteY10" fmla="*/ 10391 h 6922434"/>
              <a:gd name="connsiteX0" fmla="*/ 0 w 6465262"/>
              <a:gd name="connsiteY0" fmla="*/ 10391 h 6922434"/>
              <a:gd name="connsiteX1" fmla="*/ 5928628 w 6465262"/>
              <a:gd name="connsiteY1" fmla="*/ 0 h 6922434"/>
              <a:gd name="connsiteX2" fmla="*/ 6465262 w 6465262"/>
              <a:gd name="connsiteY2" fmla="*/ 2959 h 6922434"/>
              <a:gd name="connsiteX3" fmla="*/ 6355879 w 6465262"/>
              <a:gd name="connsiteY3" fmla="*/ 588263 h 6922434"/>
              <a:gd name="connsiteX4" fmla="*/ 6339728 w 6465262"/>
              <a:gd name="connsiteY4" fmla="*/ 1753029 h 6922434"/>
              <a:gd name="connsiteX5" fmla="*/ 6285157 w 6465262"/>
              <a:gd name="connsiteY5" fmla="*/ 3343673 h 6922434"/>
              <a:gd name="connsiteX6" fmla="*/ 6256250 w 6465262"/>
              <a:gd name="connsiteY6" fmla="*/ 4879607 h 6922434"/>
              <a:gd name="connsiteX7" fmla="*/ 6292874 w 6465262"/>
              <a:gd name="connsiteY7" fmla="*/ 5994277 h 6922434"/>
              <a:gd name="connsiteX8" fmla="*/ 6392511 w 6465262"/>
              <a:gd name="connsiteY8" fmla="*/ 6922434 h 6922434"/>
              <a:gd name="connsiteX9" fmla="*/ 0 w 6465262"/>
              <a:gd name="connsiteY9" fmla="*/ 6882387 h 6922434"/>
              <a:gd name="connsiteX10" fmla="*/ 0 w 6465262"/>
              <a:gd name="connsiteY10" fmla="*/ 10391 h 6922434"/>
              <a:gd name="connsiteX0" fmla="*/ 0 w 6465262"/>
              <a:gd name="connsiteY0" fmla="*/ 10391 h 6922434"/>
              <a:gd name="connsiteX1" fmla="*/ 5910806 w 6465262"/>
              <a:gd name="connsiteY1" fmla="*/ 0 h 6922434"/>
              <a:gd name="connsiteX2" fmla="*/ 6465262 w 6465262"/>
              <a:gd name="connsiteY2" fmla="*/ 2959 h 6922434"/>
              <a:gd name="connsiteX3" fmla="*/ 6355879 w 6465262"/>
              <a:gd name="connsiteY3" fmla="*/ 588263 h 6922434"/>
              <a:gd name="connsiteX4" fmla="*/ 6339728 w 6465262"/>
              <a:gd name="connsiteY4" fmla="*/ 1753029 h 6922434"/>
              <a:gd name="connsiteX5" fmla="*/ 6285157 w 6465262"/>
              <a:gd name="connsiteY5" fmla="*/ 3343673 h 6922434"/>
              <a:gd name="connsiteX6" fmla="*/ 6256250 w 6465262"/>
              <a:gd name="connsiteY6" fmla="*/ 4879607 h 6922434"/>
              <a:gd name="connsiteX7" fmla="*/ 6292874 w 6465262"/>
              <a:gd name="connsiteY7" fmla="*/ 5994277 h 6922434"/>
              <a:gd name="connsiteX8" fmla="*/ 6392511 w 6465262"/>
              <a:gd name="connsiteY8" fmla="*/ 6922434 h 6922434"/>
              <a:gd name="connsiteX9" fmla="*/ 0 w 6465262"/>
              <a:gd name="connsiteY9" fmla="*/ 6882387 h 6922434"/>
              <a:gd name="connsiteX10" fmla="*/ 0 w 6465262"/>
              <a:gd name="connsiteY10" fmla="*/ 10391 h 6922434"/>
              <a:gd name="connsiteX0" fmla="*/ 0 w 6456351"/>
              <a:gd name="connsiteY0" fmla="*/ 16396 h 6928439"/>
              <a:gd name="connsiteX1" fmla="*/ 5910806 w 6456351"/>
              <a:gd name="connsiteY1" fmla="*/ 6005 h 6928439"/>
              <a:gd name="connsiteX2" fmla="*/ 6456351 w 6456351"/>
              <a:gd name="connsiteY2" fmla="*/ 0 h 6928439"/>
              <a:gd name="connsiteX3" fmla="*/ 6355879 w 6456351"/>
              <a:gd name="connsiteY3" fmla="*/ 594268 h 6928439"/>
              <a:gd name="connsiteX4" fmla="*/ 6339728 w 6456351"/>
              <a:gd name="connsiteY4" fmla="*/ 1759034 h 6928439"/>
              <a:gd name="connsiteX5" fmla="*/ 6285157 w 6456351"/>
              <a:gd name="connsiteY5" fmla="*/ 3349678 h 6928439"/>
              <a:gd name="connsiteX6" fmla="*/ 6256250 w 6456351"/>
              <a:gd name="connsiteY6" fmla="*/ 4885612 h 6928439"/>
              <a:gd name="connsiteX7" fmla="*/ 6292874 w 6456351"/>
              <a:gd name="connsiteY7" fmla="*/ 6000282 h 6928439"/>
              <a:gd name="connsiteX8" fmla="*/ 6392511 w 6456351"/>
              <a:gd name="connsiteY8" fmla="*/ 6928439 h 6928439"/>
              <a:gd name="connsiteX9" fmla="*/ 0 w 6456351"/>
              <a:gd name="connsiteY9" fmla="*/ 6888392 h 6928439"/>
              <a:gd name="connsiteX10" fmla="*/ 0 w 6456351"/>
              <a:gd name="connsiteY10" fmla="*/ 16396 h 6928439"/>
              <a:gd name="connsiteX0" fmla="*/ 0 w 6456351"/>
              <a:gd name="connsiteY0" fmla="*/ 28321 h 6940364"/>
              <a:gd name="connsiteX1" fmla="*/ 5892985 w 6456351"/>
              <a:gd name="connsiteY1" fmla="*/ 0 h 6940364"/>
              <a:gd name="connsiteX2" fmla="*/ 6456351 w 6456351"/>
              <a:gd name="connsiteY2" fmla="*/ 11925 h 6940364"/>
              <a:gd name="connsiteX3" fmla="*/ 6355879 w 6456351"/>
              <a:gd name="connsiteY3" fmla="*/ 606193 h 6940364"/>
              <a:gd name="connsiteX4" fmla="*/ 6339728 w 6456351"/>
              <a:gd name="connsiteY4" fmla="*/ 1770959 h 6940364"/>
              <a:gd name="connsiteX5" fmla="*/ 6285157 w 6456351"/>
              <a:gd name="connsiteY5" fmla="*/ 3361603 h 6940364"/>
              <a:gd name="connsiteX6" fmla="*/ 6256250 w 6456351"/>
              <a:gd name="connsiteY6" fmla="*/ 4897537 h 6940364"/>
              <a:gd name="connsiteX7" fmla="*/ 6292874 w 6456351"/>
              <a:gd name="connsiteY7" fmla="*/ 6012207 h 6940364"/>
              <a:gd name="connsiteX8" fmla="*/ 6392511 w 6456351"/>
              <a:gd name="connsiteY8" fmla="*/ 6940364 h 6940364"/>
              <a:gd name="connsiteX9" fmla="*/ 0 w 6456351"/>
              <a:gd name="connsiteY9" fmla="*/ 6900317 h 6940364"/>
              <a:gd name="connsiteX10" fmla="*/ 0 w 6456351"/>
              <a:gd name="connsiteY10" fmla="*/ 28321 h 6940364"/>
              <a:gd name="connsiteX0" fmla="*/ 0 w 6459017"/>
              <a:gd name="connsiteY0" fmla="*/ 28321 h 6940364"/>
              <a:gd name="connsiteX1" fmla="*/ 5892985 w 6459017"/>
              <a:gd name="connsiteY1" fmla="*/ 0 h 6940364"/>
              <a:gd name="connsiteX2" fmla="*/ 6456351 w 6459017"/>
              <a:gd name="connsiteY2" fmla="*/ 11925 h 6940364"/>
              <a:gd name="connsiteX3" fmla="*/ 6355879 w 6459017"/>
              <a:gd name="connsiteY3" fmla="*/ 606193 h 6940364"/>
              <a:gd name="connsiteX4" fmla="*/ 6339728 w 6459017"/>
              <a:gd name="connsiteY4" fmla="*/ 1770959 h 6940364"/>
              <a:gd name="connsiteX5" fmla="*/ 6285157 w 6459017"/>
              <a:gd name="connsiteY5" fmla="*/ 3361603 h 6940364"/>
              <a:gd name="connsiteX6" fmla="*/ 6256250 w 6459017"/>
              <a:gd name="connsiteY6" fmla="*/ 4897537 h 6940364"/>
              <a:gd name="connsiteX7" fmla="*/ 6292874 w 6459017"/>
              <a:gd name="connsiteY7" fmla="*/ 6012207 h 6940364"/>
              <a:gd name="connsiteX8" fmla="*/ 6459017 w 6459017"/>
              <a:gd name="connsiteY8" fmla="*/ 6940364 h 6940364"/>
              <a:gd name="connsiteX9" fmla="*/ 0 w 6459017"/>
              <a:gd name="connsiteY9" fmla="*/ 6900317 h 6940364"/>
              <a:gd name="connsiteX10" fmla="*/ 0 w 6459017"/>
              <a:gd name="connsiteY10" fmla="*/ 28321 h 6940364"/>
              <a:gd name="connsiteX0" fmla="*/ 0 w 6459017"/>
              <a:gd name="connsiteY0" fmla="*/ 28321 h 6940364"/>
              <a:gd name="connsiteX1" fmla="*/ 5892985 w 6459017"/>
              <a:gd name="connsiteY1" fmla="*/ 0 h 6940364"/>
              <a:gd name="connsiteX2" fmla="*/ 6456351 w 6459017"/>
              <a:gd name="connsiteY2" fmla="*/ 11925 h 6940364"/>
              <a:gd name="connsiteX3" fmla="*/ 6355879 w 6459017"/>
              <a:gd name="connsiteY3" fmla="*/ 606193 h 6940364"/>
              <a:gd name="connsiteX4" fmla="*/ 6339728 w 6459017"/>
              <a:gd name="connsiteY4" fmla="*/ 1770959 h 6940364"/>
              <a:gd name="connsiteX5" fmla="*/ 6285157 w 6459017"/>
              <a:gd name="connsiteY5" fmla="*/ 3361603 h 6940364"/>
              <a:gd name="connsiteX6" fmla="*/ 6256250 w 6459017"/>
              <a:gd name="connsiteY6" fmla="*/ 4897537 h 6940364"/>
              <a:gd name="connsiteX7" fmla="*/ 6292874 w 6459017"/>
              <a:gd name="connsiteY7" fmla="*/ 6012207 h 6940364"/>
              <a:gd name="connsiteX8" fmla="*/ 6459017 w 6459017"/>
              <a:gd name="connsiteY8" fmla="*/ 6940364 h 6940364"/>
              <a:gd name="connsiteX9" fmla="*/ 0 w 6459017"/>
              <a:gd name="connsiteY9" fmla="*/ 6928529 h 6940364"/>
              <a:gd name="connsiteX10" fmla="*/ 0 w 6459017"/>
              <a:gd name="connsiteY10" fmla="*/ 28321 h 6940364"/>
              <a:gd name="connsiteX0" fmla="*/ 0 w 6459017"/>
              <a:gd name="connsiteY0" fmla="*/ 28321 h 6940364"/>
              <a:gd name="connsiteX1" fmla="*/ 5892985 w 6459017"/>
              <a:gd name="connsiteY1" fmla="*/ 0 h 6940364"/>
              <a:gd name="connsiteX2" fmla="*/ 6456351 w 6459017"/>
              <a:gd name="connsiteY2" fmla="*/ 11925 h 6940364"/>
              <a:gd name="connsiteX3" fmla="*/ 6355879 w 6459017"/>
              <a:gd name="connsiteY3" fmla="*/ 606193 h 6940364"/>
              <a:gd name="connsiteX4" fmla="*/ 6339728 w 6459017"/>
              <a:gd name="connsiteY4" fmla="*/ 1770959 h 6940364"/>
              <a:gd name="connsiteX5" fmla="*/ 6285157 w 6459017"/>
              <a:gd name="connsiteY5" fmla="*/ 3361603 h 6940364"/>
              <a:gd name="connsiteX6" fmla="*/ 6256250 w 6459017"/>
              <a:gd name="connsiteY6" fmla="*/ 4897537 h 6940364"/>
              <a:gd name="connsiteX7" fmla="*/ 6292874 w 6459017"/>
              <a:gd name="connsiteY7" fmla="*/ 6012207 h 6940364"/>
              <a:gd name="connsiteX8" fmla="*/ 6459017 w 6459017"/>
              <a:gd name="connsiteY8" fmla="*/ 6940364 h 6940364"/>
              <a:gd name="connsiteX9" fmla="*/ 0 w 6459017"/>
              <a:gd name="connsiteY9" fmla="*/ 6928529 h 6940364"/>
              <a:gd name="connsiteX10" fmla="*/ 0 w 6459017"/>
              <a:gd name="connsiteY10" fmla="*/ 28321 h 6940364"/>
              <a:gd name="connsiteX0" fmla="*/ 0 w 6456351"/>
              <a:gd name="connsiteY0" fmla="*/ 28321 h 6959172"/>
              <a:gd name="connsiteX1" fmla="*/ 5892985 w 6456351"/>
              <a:gd name="connsiteY1" fmla="*/ 0 h 6959172"/>
              <a:gd name="connsiteX2" fmla="*/ 6456351 w 6456351"/>
              <a:gd name="connsiteY2" fmla="*/ 11925 h 6959172"/>
              <a:gd name="connsiteX3" fmla="*/ 6355879 w 6456351"/>
              <a:gd name="connsiteY3" fmla="*/ 606193 h 6959172"/>
              <a:gd name="connsiteX4" fmla="*/ 6339728 w 6456351"/>
              <a:gd name="connsiteY4" fmla="*/ 1770959 h 6959172"/>
              <a:gd name="connsiteX5" fmla="*/ 6285157 w 6456351"/>
              <a:gd name="connsiteY5" fmla="*/ 3361603 h 6959172"/>
              <a:gd name="connsiteX6" fmla="*/ 6256250 w 6456351"/>
              <a:gd name="connsiteY6" fmla="*/ 4897537 h 6959172"/>
              <a:gd name="connsiteX7" fmla="*/ 6292874 w 6456351"/>
              <a:gd name="connsiteY7" fmla="*/ 6012207 h 6959172"/>
              <a:gd name="connsiteX8" fmla="*/ 6366269 w 6456351"/>
              <a:gd name="connsiteY8" fmla="*/ 6959172 h 6959172"/>
              <a:gd name="connsiteX9" fmla="*/ 0 w 6456351"/>
              <a:gd name="connsiteY9" fmla="*/ 6928529 h 6959172"/>
              <a:gd name="connsiteX10" fmla="*/ 0 w 6456351"/>
              <a:gd name="connsiteY10" fmla="*/ 28321 h 6959172"/>
              <a:gd name="connsiteX0" fmla="*/ 0 w 6456351"/>
              <a:gd name="connsiteY0" fmla="*/ 28321 h 6959172"/>
              <a:gd name="connsiteX1" fmla="*/ 5892985 w 6456351"/>
              <a:gd name="connsiteY1" fmla="*/ 0 h 6959172"/>
              <a:gd name="connsiteX2" fmla="*/ 6456351 w 6456351"/>
              <a:gd name="connsiteY2" fmla="*/ 11925 h 6959172"/>
              <a:gd name="connsiteX3" fmla="*/ 6355879 w 6456351"/>
              <a:gd name="connsiteY3" fmla="*/ 606193 h 6959172"/>
              <a:gd name="connsiteX4" fmla="*/ 6339728 w 6456351"/>
              <a:gd name="connsiteY4" fmla="*/ 1770959 h 6959172"/>
              <a:gd name="connsiteX5" fmla="*/ 6285157 w 6456351"/>
              <a:gd name="connsiteY5" fmla="*/ 3361603 h 6959172"/>
              <a:gd name="connsiteX6" fmla="*/ 6256250 w 6456351"/>
              <a:gd name="connsiteY6" fmla="*/ 4897537 h 6959172"/>
              <a:gd name="connsiteX7" fmla="*/ 6292874 w 6456351"/>
              <a:gd name="connsiteY7" fmla="*/ 6012207 h 6959172"/>
              <a:gd name="connsiteX8" fmla="*/ 6366269 w 6456351"/>
              <a:gd name="connsiteY8" fmla="*/ 6959172 h 6959172"/>
              <a:gd name="connsiteX9" fmla="*/ 0 w 6456351"/>
              <a:gd name="connsiteY9" fmla="*/ 6928529 h 6959172"/>
              <a:gd name="connsiteX10" fmla="*/ 0 w 6456351"/>
              <a:gd name="connsiteY10" fmla="*/ 28321 h 6959172"/>
              <a:gd name="connsiteX0" fmla="*/ 0 w 6456351"/>
              <a:gd name="connsiteY0" fmla="*/ 28321 h 6968576"/>
              <a:gd name="connsiteX1" fmla="*/ 5892985 w 6456351"/>
              <a:gd name="connsiteY1" fmla="*/ 0 h 6968576"/>
              <a:gd name="connsiteX2" fmla="*/ 6456351 w 6456351"/>
              <a:gd name="connsiteY2" fmla="*/ 11925 h 6968576"/>
              <a:gd name="connsiteX3" fmla="*/ 6355879 w 6456351"/>
              <a:gd name="connsiteY3" fmla="*/ 606193 h 6968576"/>
              <a:gd name="connsiteX4" fmla="*/ 6339728 w 6456351"/>
              <a:gd name="connsiteY4" fmla="*/ 1770959 h 6968576"/>
              <a:gd name="connsiteX5" fmla="*/ 6285157 w 6456351"/>
              <a:gd name="connsiteY5" fmla="*/ 3361603 h 6968576"/>
              <a:gd name="connsiteX6" fmla="*/ 6256250 w 6456351"/>
              <a:gd name="connsiteY6" fmla="*/ 4897537 h 6968576"/>
              <a:gd name="connsiteX7" fmla="*/ 6292874 w 6456351"/>
              <a:gd name="connsiteY7" fmla="*/ 6012207 h 6968576"/>
              <a:gd name="connsiteX8" fmla="*/ 6329170 w 6456351"/>
              <a:gd name="connsiteY8" fmla="*/ 6968576 h 6968576"/>
              <a:gd name="connsiteX9" fmla="*/ 0 w 6456351"/>
              <a:gd name="connsiteY9" fmla="*/ 6928529 h 6968576"/>
              <a:gd name="connsiteX10" fmla="*/ 0 w 6456351"/>
              <a:gd name="connsiteY10" fmla="*/ 28321 h 6968576"/>
              <a:gd name="connsiteX0" fmla="*/ 0 w 6372878"/>
              <a:gd name="connsiteY0" fmla="*/ 28321 h 6968576"/>
              <a:gd name="connsiteX1" fmla="*/ 5892985 w 6372878"/>
              <a:gd name="connsiteY1" fmla="*/ 0 h 6968576"/>
              <a:gd name="connsiteX2" fmla="*/ 6372878 w 6372878"/>
              <a:gd name="connsiteY2" fmla="*/ 11925 h 6968576"/>
              <a:gd name="connsiteX3" fmla="*/ 6355879 w 6372878"/>
              <a:gd name="connsiteY3" fmla="*/ 606193 h 6968576"/>
              <a:gd name="connsiteX4" fmla="*/ 6339728 w 6372878"/>
              <a:gd name="connsiteY4" fmla="*/ 1770959 h 6968576"/>
              <a:gd name="connsiteX5" fmla="*/ 6285157 w 6372878"/>
              <a:gd name="connsiteY5" fmla="*/ 3361603 h 6968576"/>
              <a:gd name="connsiteX6" fmla="*/ 6256250 w 6372878"/>
              <a:gd name="connsiteY6" fmla="*/ 4897537 h 6968576"/>
              <a:gd name="connsiteX7" fmla="*/ 6292874 w 6372878"/>
              <a:gd name="connsiteY7" fmla="*/ 6012207 h 6968576"/>
              <a:gd name="connsiteX8" fmla="*/ 6329170 w 6372878"/>
              <a:gd name="connsiteY8" fmla="*/ 6968576 h 6968576"/>
              <a:gd name="connsiteX9" fmla="*/ 0 w 6372878"/>
              <a:gd name="connsiteY9" fmla="*/ 6928529 h 6968576"/>
              <a:gd name="connsiteX10" fmla="*/ 0 w 6372878"/>
              <a:gd name="connsiteY10" fmla="*/ 28321 h 6968576"/>
              <a:gd name="connsiteX0" fmla="*/ 0 w 6372878"/>
              <a:gd name="connsiteY0" fmla="*/ 28321 h 6968576"/>
              <a:gd name="connsiteX1" fmla="*/ 5021165 w 6372878"/>
              <a:gd name="connsiteY1" fmla="*/ 0 h 6968576"/>
              <a:gd name="connsiteX2" fmla="*/ 6372878 w 6372878"/>
              <a:gd name="connsiteY2" fmla="*/ 11925 h 6968576"/>
              <a:gd name="connsiteX3" fmla="*/ 6355879 w 6372878"/>
              <a:gd name="connsiteY3" fmla="*/ 606193 h 6968576"/>
              <a:gd name="connsiteX4" fmla="*/ 6339728 w 6372878"/>
              <a:gd name="connsiteY4" fmla="*/ 1770959 h 6968576"/>
              <a:gd name="connsiteX5" fmla="*/ 6285157 w 6372878"/>
              <a:gd name="connsiteY5" fmla="*/ 3361603 h 6968576"/>
              <a:gd name="connsiteX6" fmla="*/ 6256250 w 6372878"/>
              <a:gd name="connsiteY6" fmla="*/ 4897537 h 6968576"/>
              <a:gd name="connsiteX7" fmla="*/ 6292874 w 6372878"/>
              <a:gd name="connsiteY7" fmla="*/ 6012207 h 6968576"/>
              <a:gd name="connsiteX8" fmla="*/ 6329170 w 6372878"/>
              <a:gd name="connsiteY8" fmla="*/ 6968576 h 6968576"/>
              <a:gd name="connsiteX9" fmla="*/ 0 w 6372878"/>
              <a:gd name="connsiteY9" fmla="*/ 6928529 h 6968576"/>
              <a:gd name="connsiteX10" fmla="*/ 0 w 6372878"/>
              <a:gd name="connsiteY10" fmla="*/ 28321 h 6968576"/>
              <a:gd name="connsiteX0" fmla="*/ 0 w 6372878"/>
              <a:gd name="connsiteY0" fmla="*/ 28321 h 6968576"/>
              <a:gd name="connsiteX1" fmla="*/ 5021165 w 6372878"/>
              <a:gd name="connsiteY1" fmla="*/ 0 h 6968576"/>
              <a:gd name="connsiteX2" fmla="*/ 6372878 w 6372878"/>
              <a:gd name="connsiteY2" fmla="*/ 11925 h 6968576"/>
              <a:gd name="connsiteX3" fmla="*/ 6355879 w 6372878"/>
              <a:gd name="connsiteY3" fmla="*/ 606193 h 6968576"/>
              <a:gd name="connsiteX4" fmla="*/ 6339728 w 6372878"/>
              <a:gd name="connsiteY4" fmla="*/ 1770959 h 6968576"/>
              <a:gd name="connsiteX5" fmla="*/ 6285157 w 6372878"/>
              <a:gd name="connsiteY5" fmla="*/ 3361603 h 6968576"/>
              <a:gd name="connsiteX6" fmla="*/ 6256250 w 6372878"/>
              <a:gd name="connsiteY6" fmla="*/ 4897537 h 6968576"/>
              <a:gd name="connsiteX7" fmla="*/ 6292874 w 6372878"/>
              <a:gd name="connsiteY7" fmla="*/ 6012207 h 6968576"/>
              <a:gd name="connsiteX8" fmla="*/ 6329170 w 6372878"/>
              <a:gd name="connsiteY8" fmla="*/ 6968576 h 6968576"/>
              <a:gd name="connsiteX9" fmla="*/ 0 w 6372878"/>
              <a:gd name="connsiteY9" fmla="*/ 6928529 h 6968576"/>
              <a:gd name="connsiteX10" fmla="*/ 0 w 6372878"/>
              <a:gd name="connsiteY10" fmla="*/ 28321 h 6968576"/>
              <a:gd name="connsiteX0" fmla="*/ 0 w 6372878"/>
              <a:gd name="connsiteY0" fmla="*/ 16396 h 6956651"/>
              <a:gd name="connsiteX1" fmla="*/ 6372878 w 6372878"/>
              <a:gd name="connsiteY1" fmla="*/ 0 h 6956651"/>
              <a:gd name="connsiteX2" fmla="*/ 6355879 w 6372878"/>
              <a:gd name="connsiteY2" fmla="*/ 594268 h 6956651"/>
              <a:gd name="connsiteX3" fmla="*/ 6339728 w 6372878"/>
              <a:gd name="connsiteY3" fmla="*/ 1759034 h 6956651"/>
              <a:gd name="connsiteX4" fmla="*/ 6285157 w 6372878"/>
              <a:gd name="connsiteY4" fmla="*/ 3349678 h 6956651"/>
              <a:gd name="connsiteX5" fmla="*/ 6256250 w 6372878"/>
              <a:gd name="connsiteY5" fmla="*/ 4885612 h 6956651"/>
              <a:gd name="connsiteX6" fmla="*/ 6292874 w 6372878"/>
              <a:gd name="connsiteY6" fmla="*/ 6000282 h 6956651"/>
              <a:gd name="connsiteX7" fmla="*/ 6329170 w 6372878"/>
              <a:gd name="connsiteY7" fmla="*/ 6956651 h 6956651"/>
              <a:gd name="connsiteX8" fmla="*/ 0 w 6372878"/>
              <a:gd name="connsiteY8" fmla="*/ 6916604 h 6956651"/>
              <a:gd name="connsiteX9" fmla="*/ 0 w 6372878"/>
              <a:gd name="connsiteY9" fmla="*/ 16396 h 6956651"/>
              <a:gd name="connsiteX0" fmla="*/ 0 w 6372878"/>
              <a:gd name="connsiteY0" fmla="*/ 16396 h 6956651"/>
              <a:gd name="connsiteX1" fmla="*/ 6372878 w 6372878"/>
              <a:gd name="connsiteY1" fmla="*/ 0 h 6956651"/>
              <a:gd name="connsiteX2" fmla="*/ 6355879 w 6372878"/>
              <a:gd name="connsiteY2" fmla="*/ 594268 h 6956651"/>
              <a:gd name="connsiteX3" fmla="*/ 6339728 w 6372878"/>
              <a:gd name="connsiteY3" fmla="*/ 1759034 h 6956651"/>
              <a:gd name="connsiteX4" fmla="*/ 6285157 w 6372878"/>
              <a:gd name="connsiteY4" fmla="*/ 3349678 h 6956651"/>
              <a:gd name="connsiteX5" fmla="*/ 6256250 w 6372878"/>
              <a:gd name="connsiteY5" fmla="*/ 4885612 h 6956651"/>
              <a:gd name="connsiteX6" fmla="*/ 6292874 w 6372878"/>
              <a:gd name="connsiteY6" fmla="*/ 6000282 h 6956651"/>
              <a:gd name="connsiteX7" fmla="*/ 6329170 w 6372878"/>
              <a:gd name="connsiteY7" fmla="*/ 6956651 h 6956651"/>
              <a:gd name="connsiteX8" fmla="*/ 0 w 6372878"/>
              <a:gd name="connsiteY8" fmla="*/ 6935413 h 6956651"/>
              <a:gd name="connsiteX9" fmla="*/ 0 w 6372878"/>
              <a:gd name="connsiteY9" fmla="*/ 16396 h 6956651"/>
              <a:gd name="connsiteX0" fmla="*/ 9275 w 6382153"/>
              <a:gd name="connsiteY0" fmla="*/ 16396 h 6956651"/>
              <a:gd name="connsiteX1" fmla="*/ 6382153 w 6382153"/>
              <a:gd name="connsiteY1" fmla="*/ 0 h 6956651"/>
              <a:gd name="connsiteX2" fmla="*/ 6365154 w 6382153"/>
              <a:gd name="connsiteY2" fmla="*/ 594268 h 6956651"/>
              <a:gd name="connsiteX3" fmla="*/ 6349003 w 6382153"/>
              <a:gd name="connsiteY3" fmla="*/ 1759034 h 6956651"/>
              <a:gd name="connsiteX4" fmla="*/ 6294432 w 6382153"/>
              <a:gd name="connsiteY4" fmla="*/ 3349678 h 6956651"/>
              <a:gd name="connsiteX5" fmla="*/ 6265525 w 6382153"/>
              <a:gd name="connsiteY5" fmla="*/ 4885612 h 6956651"/>
              <a:gd name="connsiteX6" fmla="*/ 6302149 w 6382153"/>
              <a:gd name="connsiteY6" fmla="*/ 6000282 h 6956651"/>
              <a:gd name="connsiteX7" fmla="*/ 6338445 w 6382153"/>
              <a:gd name="connsiteY7" fmla="*/ 6956651 h 6956651"/>
              <a:gd name="connsiteX8" fmla="*/ 0 w 6382153"/>
              <a:gd name="connsiteY8" fmla="*/ 6944818 h 6956651"/>
              <a:gd name="connsiteX9" fmla="*/ 9275 w 6382153"/>
              <a:gd name="connsiteY9" fmla="*/ 16396 h 6956651"/>
              <a:gd name="connsiteX0" fmla="*/ 9275 w 6382153"/>
              <a:gd name="connsiteY0" fmla="*/ 16396 h 6956651"/>
              <a:gd name="connsiteX1" fmla="*/ 6382153 w 6382153"/>
              <a:gd name="connsiteY1" fmla="*/ 0 h 6956651"/>
              <a:gd name="connsiteX2" fmla="*/ 6365154 w 6382153"/>
              <a:gd name="connsiteY2" fmla="*/ 594268 h 6956651"/>
              <a:gd name="connsiteX3" fmla="*/ 6349003 w 6382153"/>
              <a:gd name="connsiteY3" fmla="*/ 1759034 h 6956651"/>
              <a:gd name="connsiteX4" fmla="*/ 6294432 w 6382153"/>
              <a:gd name="connsiteY4" fmla="*/ 3349678 h 6956651"/>
              <a:gd name="connsiteX5" fmla="*/ 6265525 w 6382153"/>
              <a:gd name="connsiteY5" fmla="*/ 4885612 h 6956651"/>
              <a:gd name="connsiteX6" fmla="*/ 6302149 w 6382153"/>
              <a:gd name="connsiteY6" fmla="*/ 6000282 h 6956651"/>
              <a:gd name="connsiteX7" fmla="*/ 6338445 w 6382153"/>
              <a:gd name="connsiteY7" fmla="*/ 6956651 h 6956651"/>
              <a:gd name="connsiteX8" fmla="*/ 0 w 6382153"/>
              <a:gd name="connsiteY8" fmla="*/ 6954221 h 6956651"/>
              <a:gd name="connsiteX9" fmla="*/ 9275 w 6382153"/>
              <a:gd name="connsiteY9" fmla="*/ 16396 h 6956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82153" h="6956651">
                <a:moveTo>
                  <a:pt x="9275" y="16396"/>
                </a:moveTo>
                <a:lnTo>
                  <a:pt x="6382153" y="0"/>
                </a:lnTo>
                <a:cubicBezTo>
                  <a:pt x="6348050" y="69437"/>
                  <a:pt x="6371783" y="337201"/>
                  <a:pt x="6365154" y="594268"/>
                </a:cubicBezTo>
                <a:cubicBezTo>
                  <a:pt x="6374660" y="883799"/>
                  <a:pt x="6338316" y="1227985"/>
                  <a:pt x="6349003" y="1759034"/>
                </a:cubicBezTo>
                <a:cubicBezTo>
                  <a:pt x="6365943" y="2376849"/>
                  <a:pt x="6308345" y="2828582"/>
                  <a:pt x="6294432" y="3349678"/>
                </a:cubicBezTo>
                <a:cubicBezTo>
                  <a:pt x="6280519" y="3870774"/>
                  <a:pt x="6265037" y="4476511"/>
                  <a:pt x="6265525" y="4885612"/>
                </a:cubicBezTo>
                <a:cubicBezTo>
                  <a:pt x="6265525" y="4965478"/>
                  <a:pt x="6313629" y="5605745"/>
                  <a:pt x="6302149" y="6000282"/>
                </a:cubicBezTo>
                <a:cubicBezTo>
                  <a:pt x="6319014" y="6538883"/>
                  <a:pt x="6363077" y="6683890"/>
                  <a:pt x="6338445" y="6956651"/>
                </a:cubicBezTo>
                <a:lnTo>
                  <a:pt x="0" y="6954221"/>
                </a:lnTo>
                <a:cubicBezTo>
                  <a:pt x="3092" y="4644747"/>
                  <a:pt x="6183" y="2325870"/>
                  <a:pt x="9275" y="16396"/>
                </a:cubicBez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0453E92-BCC2-9294-50D4-E7DD10A7667B}"/>
              </a:ext>
            </a:extLst>
          </p:cNvPr>
          <p:cNvSpPr>
            <a:spLocks noGrp="1"/>
          </p:cNvSpPr>
          <p:nvPr>
            <p:ph type="title" hasCustomPrompt="1"/>
          </p:nvPr>
        </p:nvSpPr>
        <p:spPr>
          <a:xfrm>
            <a:off x="647700" y="1333500"/>
            <a:ext cx="5213131" cy="3196459"/>
          </a:xfrm>
          <a:prstGeom prst="rect">
            <a:avLst/>
          </a:prstGeom>
        </p:spPr>
        <p:txBody>
          <a:bodyPr>
            <a:noAutofit/>
          </a:bodyPr>
          <a:lstStyle>
            <a:lvl1pPr>
              <a:defRPr sz="5200">
                <a:solidFill>
                  <a:schemeClr val="bg1"/>
                </a:solidFill>
              </a:defRPr>
            </a:lvl1pPr>
          </a:lstStyle>
          <a:p>
            <a:r>
              <a:rPr lang="en-US"/>
              <a:t>Click to add section title (Segoe UI, 52pt)</a:t>
            </a:r>
          </a:p>
        </p:txBody>
      </p:sp>
      <p:sp>
        <p:nvSpPr>
          <p:cNvPr id="8" name="Text Placeholder 7">
            <a:extLst>
              <a:ext uri="{FF2B5EF4-FFF2-40B4-BE49-F238E27FC236}">
                <a16:creationId xmlns:a16="http://schemas.microsoft.com/office/drawing/2014/main" id="{350B01AA-0A09-3D6C-2BAC-EB151A034837}"/>
              </a:ext>
            </a:extLst>
          </p:cNvPr>
          <p:cNvSpPr>
            <a:spLocks noGrp="1"/>
          </p:cNvSpPr>
          <p:nvPr>
            <p:ph type="body" sz="quarter" idx="12" hasCustomPrompt="1"/>
          </p:nvPr>
        </p:nvSpPr>
        <p:spPr>
          <a:xfrm>
            <a:off x="647700" y="4666594"/>
            <a:ext cx="5175031" cy="536027"/>
          </a:xfrm>
        </p:spPr>
        <p:txBody>
          <a:bodyPr>
            <a:noAutofit/>
          </a:bodyPr>
          <a:lstStyle>
            <a:lvl1pPr marL="0" indent="0">
              <a:buFontTx/>
              <a:buNone/>
              <a:defRPr sz="1800" b="1" i="0">
                <a:solidFill>
                  <a:schemeClr val="bg2"/>
                </a:solidFill>
                <a:latin typeface="Segoe UI Semibold" panose="020B0502040204020203" pitchFamily="34" charset="0"/>
                <a:cs typeface="Segoe UI Semibold" panose="020B0502040204020203" pitchFamily="34" charset="0"/>
              </a:defRPr>
            </a:lvl1pPr>
          </a:lstStyle>
          <a:p>
            <a:pPr lvl="0"/>
            <a:r>
              <a:rPr lang="en-US"/>
              <a:t>Click to add subhead text</a:t>
            </a:r>
          </a:p>
        </p:txBody>
      </p:sp>
      <p:pic>
        <p:nvPicPr>
          <p:cNvPr id="9" name="Picture 8" descr="A black and white logo&#10;&#10;Description automatically generated">
            <a:extLst>
              <a:ext uri="{FF2B5EF4-FFF2-40B4-BE49-F238E27FC236}">
                <a16:creationId xmlns:a16="http://schemas.microsoft.com/office/drawing/2014/main" id="{47F87D40-A9DC-BACD-1D79-9C09CE04A417}"/>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159" r="-1"/>
          <a:stretch/>
        </p:blipFill>
        <p:spPr>
          <a:xfrm>
            <a:off x="559069" y="6322203"/>
            <a:ext cx="1077219" cy="430204"/>
          </a:xfrm>
          <a:prstGeom prst="rect">
            <a:avLst/>
          </a:prstGeom>
        </p:spPr>
      </p:pic>
      <p:graphicFrame>
        <p:nvGraphicFramePr>
          <p:cNvPr id="4" name="Table 3">
            <a:extLst>
              <a:ext uri="{FF2B5EF4-FFF2-40B4-BE49-F238E27FC236}">
                <a16:creationId xmlns:a16="http://schemas.microsoft.com/office/drawing/2014/main" id="{3E43D6B3-C95B-21FA-C658-E0843BE29FF2}"/>
              </a:ext>
            </a:extLst>
          </p:cNvPr>
          <p:cNvGraphicFramePr>
            <a:graphicFrameLocks noGrp="1"/>
          </p:cNvGraphicFramePr>
          <p:nvPr userDrawn="1">
            <p:extLst>
              <p:ext uri="{D42A27DB-BD31-4B8C-83A1-F6EECF244321}">
                <p14:modId xmlns:p14="http://schemas.microsoft.com/office/powerpoint/2010/main" val="938702029"/>
              </p:ext>
            </p:extLst>
          </p:nvPr>
        </p:nvGraphicFramePr>
        <p:xfrm>
          <a:off x="1667827" y="6488470"/>
          <a:ext cx="1932173" cy="255359"/>
        </p:xfrm>
        <a:graphic>
          <a:graphicData uri="http://schemas.openxmlformats.org/drawingml/2006/table">
            <a:tbl>
              <a:tblPr firstRow="1" bandRow="1">
                <a:tableStyleId>{5C22544A-7EE6-4342-B048-85BDC9FD1C3A}</a:tableStyleId>
              </a:tblPr>
              <a:tblGrid>
                <a:gridCol w="1932173">
                  <a:extLst>
                    <a:ext uri="{9D8B030D-6E8A-4147-A177-3AD203B41FA5}">
                      <a16:colId xmlns:a16="http://schemas.microsoft.com/office/drawing/2014/main" val="1979303119"/>
                    </a:ext>
                  </a:extLst>
                </a:gridCol>
              </a:tblGrid>
              <a:tr h="2553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50" b="0">
                          <a:solidFill>
                            <a:schemeClr val="bg1"/>
                          </a:solidFill>
                        </a:rPr>
                        <a:t>© EMS LINQ, LLC. All rights reserved. </a:t>
                      </a:r>
                    </a:p>
                  </a:txBody>
                  <a:tcPr>
                    <a:lnL w="12700" cmpd="sng">
                      <a:noFill/>
                    </a:lnL>
                    <a:lnR w="12700" cmpd="sng">
                      <a:noFill/>
                    </a:lnR>
                    <a:lnT w="12700" cmpd="sng">
                      <a:noFill/>
                    </a:lnT>
                    <a:lnB w="38100" cmpd="sng">
                      <a:noFill/>
                    </a:lnB>
                    <a:noFill/>
                  </a:tcPr>
                </a:tc>
                <a:extLst>
                  <a:ext uri="{0D108BD9-81ED-4DB2-BD59-A6C34878D82A}">
                    <a16:rowId xmlns:a16="http://schemas.microsoft.com/office/drawing/2014/main" val="1911493861"/>
                  </a:ext>
                </a:extLst>
              </a:tr>
            </a:tbl>
          </a:graphicData>
        </a:graphic>
      </p:graphicFrame>
      <p:sp>
        <p:nvSpPr>
          <p:cNvPr id="7" name="Slide Number Placeholder 6">
            <a:extLst>
              <a:ext uri="{FF2B5EF4-FFF2-40B4-BE49-F238E27FC236}">
                <a16:creationId xmlns:a16="http://schemas.microsoft.com/office/drawing/2014/main" id="{A6B06879-0B27-1159-54BA-28931AA60A38}"/>
              </a:ext>
            </a:extLst>
          </p:cNvPr>
          <p:cNvSpPr>
            <a:spLocks noGrp="1"/>
          </p:cNvSpPr>
          <p:nvPr>
            <p:ph type="sldNum" sz="quarter" idx="13"/>
          </p:nvPr>
        </p:nvSpPr>
        <p:spPr/>
        <p:txBody>
          <a:bodyPr/>
          <a:lstStyle>
            <a:lvl1pPr>
              <a:defRPr>
                <a:solidFill>
                  <a:schemeClr val="bg1"/>
                </a:solidFill>
              </a:defRPr>
            </a:lvl1pPr>
          </a:lstStyle>
          <a:p>
            <a:fld id="{F71C0B42-4AEE-41DE-B077-4156AA01E9D4}" type="slidenum">
              <a:rPr lang="en-US" smtClean="0"/>
              <a:pPr/>
              <a:t>‹#›</a:t>
            </a:fld>
            <a:endParaRPr lang="en-US"/>
          </a:p>
        </p:txBody>
      </p:sp>
    </p:spTree>
    <p:extLst>
      <p:ext uri="{BB962C8B-B14F-4D97-AF65-F5344CB8AC3E}">
        <p14:creationId xmlns:p14="http://schemas.microsoft.com/office/powerpoint/2010/main" val="289457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Large Quote">
    <p:bg>
      <p:bgPr>
        <a:solidFill>
          <a:schemeClr val="bg1"/>
        </a:solidFill>
        <a:effectLst/>
      </p:bgPr>
    </p:bg>
    <p:spTree>
      <p:nvGrpSpPr>
        <p:cNvPr id="1" name=""/>
        <p:cNvGrpSpPr/>
        <p:nvPr/>
      </p:nvGrpSpPr>
      <p:grpSpPr>
        <a:xfrm>
          <a:off x="0" y="0"/>
          <a:ext cx="0" cy="0"/>
          <a:chOff x="0" y="0"/>
          <a:chExt cx="0" cy="0"/>
        </a:xfrm>
      </p:grpSpPr>
      <p:pic>
        <p:nvPicPr>
          <p:cNvPr id="3" name="Picture 2" descr="A row of colored pencils&#10;&#10;Description automatically generated">
            <a:extLst>
              <a:ext uri="{FF2B5EF4-FFF2-40B4-BE49-F238E27FC236}">
                <a16:creationId xmlns:a16="http://schemas.microsoft.com/office/drawing/2014/main" id="{2DED3CFF-561C-3E24-7DF4-A097BC3174D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2750" t="7907" r="3515" b="14744"/>
          <a:stretch/>
        </p:blipFill>
        <p:spPr>
          <a:xfrm>
            <a:off x="0" y="0"/>
            <a:ext cx="12466320" cy="6858000"/>
          </a:xfrm>
          <a:prstGeom prst="rect">
            <a:avLst/>
          </a:prstGeom>
        </p:spPr>
      </p:pic>
      <p:sp>
        <p:nvSpPr>
          <p:cNvPr id="5" name="Text Placeholder 14">
            <a:extLst>
              <a:ext uri="{FF2B5EF4-FFF2-40B4-BE49-F238E27FC236}">
                <a16:creationId xmlns:a16="http://schemas.microsoft.com/office/drawing/2014/main" id="{0A10B497-D67A-C0DC-8C3B-F705A0941A01}"/>
              </a:ext>
            </a:extLst>
          </p:cNvPr>
          <p:cNvSpPr>
            <a:spLocks noGrp="1"/>
          </p:cNvSpPr>
          <p:nvPr>
            <p:ph type="body" sz="quarter" idx="10" hasCustomPrompt="1"/>
          </p:nvPr>
        </p:nvSpPr>
        <p:spPr>
          <a:xfrm>
            <a:off x="4419600" y="1350963"/>
            <a:ext cx="7162800" cy="3487255"/>
          </a:xfrm>
        </p:spPr>
        <p:txBody>
          <a:bodyPr>
            <a:noAutofit/>
          </a:bodyPr>
          <a:lstStyle>
            <a:lvl1pPr marL="0" indent="0" algn="l">
              <a:lnSpc>
                <a:spcPct val="100000"/>
              </a:lnSpc>
              <a:spcAft>
                <a:spcPts val="0"/>
              </a:spcAft>
              <a:buFontTx/>
              <a:buNone/>
              <a:defRPr sz="5200" b="1" i="0">
                <a:solidFill>
                  <a:schemeClr val="tx1"/>
                </a:solidFill>
                <a:latin typeface="Segoe UI Semibold" panose="020B0502040204020203" pitchFamily="34" charset="0"/>
                <a:cs typeface="Segoe UI Semibold" panose="020B0502040204020203" pitchFamily="34" charset="0"/>
              </a:defRPr>
            </a:lvl1pPr>
            <a:lvl2pPr marL="457200" indent="0">
              <a:buFontTx/>
              <a:buNone/>
              <a:defRPr sz="6000" b="1">
                <a:solidFill>
                  <a:schemeClr val="bg1"/>
                </a:solidFill>
                <a:latin typeface="Century Gothic" panose="020B0502020202020204" pitchFamily="34" charset="0"/>
              </a:defRPr>
            </a:lvl2pPr>
            <a:lvl3pPr marL="914400" indent="0">
              <a:buFontTx/>
              <a:buNone/>
              <a:defRPr sz="6000" b="1">
                <a:solidFill>
                  <a:schemeClr val="bg1"/>
                </a:solidFill>
                <a:latin typeface="Century Gothic" panose="020B0502020202020204" pitchFamily="34" charset="0"/>
              </a:defRPr>
            </a:lvl3pPr>
            <a:lvl4pPr marL="1371600" indent="0">
              <a:buFontTx/>
              <a:buNone/>
              <a:defRPr sz="6000" b="1">
                <a:solidFill>
                  <a:schemeClr val="bg1"/>
                </a:solidFill>
                <a:latin typeface="Century Gothic" panose="020B0502020202020204" pitchFamily="34" charset="0"/>
              </a:defRPr>
            </a:lvl4pPr>
            <a:lvl5pPr marL="1828800" indent="0">
              <a:buFontTx/>
              <a:buNone/>
              <a:defRPr sz="6000" b="1">
                <a:solidFill>
                  <a:schemeClr val="bg1"/>
                </a:solidFill>
                <a:latin typeface="Century Gothic" panose="020B0502020202020204" pitchFamily="34" charset="0"/>
              </a:defRPr>
            </a:lvl5pPr>
          </a:lstStyle>
          <a:p>
            <a:pPr lvl="0"/>
            <a:r>
              <a:rPr lang="en-US"/>
              <a:t>“Click to add quote statement. Segoe UI Semibold, 52pt.”</a:t>
            </a:r>
          </a:p>
        </p:txBody>
      </p:sp>
      <p:sp>
        <p:nvSpPr>
          <p:cNvPr id="2" name="Text Placeholder 6">
            <a:extLst>
              <a:ext uri="{FF2B5EF4-FFF2-40B4-BE49-F238E27FC236}">
                <a16:creationId xmlns:a16="http://schemas.microsoft.com/office/drawing/2014/main" id="{620542FB-3AFE-E58E-7C5A-0D23B0A64873}"/>
              </a:ext>
            </a:extLst>
          </p:cNvPr>
          <p:cNvSpPr>
            <a:spLocks noGrp="1"/>
          </p:cNvSpPr>
          <p:nvPr>
            <p:ph type="body" sz="quarter" idx="14" hasCustomPrompt="1"/>
          </p:nvPr>
        </p:nvSpPr>
        <p:spPr>
          <a:xfrm>
            <a:off x="4419600" y="4943415"/>
            <a:ext cx="7315200" cy="398460"/>
          </a:xfrm>
        </p:spPr>
        <p:txBody>
          <a:bodyPr>
            <a:noAutofit/>
          </a:bodyPr>
          <a:lstStyle>
            <a:lvl1pPr marL="0" indent="0" algn="l">
              <a:buFontTx/>
              <a:buNone/>
              <a:defRPr sz="2000" b="1">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add first and last name</a:t>
            </a:r>
          </a:p>
        </p:txBody>
      </p:sp>
      <p:sp>
        <p:nvSpPr>
          <p:cNvPr id="4" name="Text Placeholder 6">
            <a:extLst>
              <a:ext uri="{FF2B5EF4-FFF2-40B4-BE49-F238E27FC236}">
                <a16:creationId xmlns:a16="http://schemas.microsoft.com/office/drawing/2014/main" id="{A6B8A069-A510-977B-CBE8-522272F69AA1}"/>
              </a:ext>
            </a:extLst>
          </p:cNvPr>
          <p:cNvSpPr>
            <a:spLocks noGrp="1"/>
          </p:cNvSpPr>
          <p:nvPr>
            <p:ph type="body" sz="quarter" idx="15" hasCustomPrompt="1"/>
          </p:nvPr>
        </p:nvSpPr>
        <p:spPr>
          <a:xfrm>
            <a:off x="4419600" y="5341875"/>
            <a:ext cx="7315200" cy="649133"/>
          </a:xfrm>
        </p:spPr>
        <p:txBody>
          <a:bodyPr>
            <a:noAutofit/>
          </a:bodyPr>
          <a:lstStyle>
            <a:lvl1pPr marL="0" indent="0" algn="l">
              <a:buFontTx/>
              <a:buNone/>
              <a:defRPr sz="1800" b="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add title, company, district, or school</a:t>
            </a:r>
          </a:p>
        </p:txBody>
      </p:sp>
      <p:pic>
        <p:nvPicPr>
          <p:cNvPr id="7" name="Graphic 6">
            <a:extLst>
              <a:ext uri="{FF2B5EF4-FFF2-40B4-BE49-F238E27FC236}">
                <a16:creationId xmlns:a16="http://schemas.microsoft.com/office/drawing/2014/main" id="{38B31122-F722-3CE8-8F0A-C71B80B33C4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66738" y="6330541"/>
            <a:ext cx="1045129" cy="418051"/>
          </a:xfrm>
          <a:prstGeom prst="rect">
            <a:avLst/>
          </a:prstGeom>
        </p:spPr>
      </p:pic>
      <p:sp>
        <p:nvSpPr>
          <p:cNvPr id="8" name="Slide Number Placeholder 4">
            <a:extLst>
              <a:ext uri="{FF2B5EF4-FFF2-40B4-BE49-F238E27FC236}">
                <a16:creationId xmlns:a16="http://schemas.microsoft.com/office/drawing/2014/main" id="{A7FD6330-A4A7-5843-B1A6-162D690D4EC8}"/>
              </a:ext>
            </a:extLst>
          </p:cNvPr>
          <p:cNvSpPr>
            <a:spLocks noGrp="1"/>
          </p:cNvSpPr>
          <p:nvPr>
            <p:ph type="sldNum" sz="quarter" idx="16"/>
          </p:nvPr>
        </p:nvSpPr>
        <p:spPr>
          <a:xfrm>
            <a:off x="10886032" y="6488471"/>
            <a:ext cx="658268" cy="255358"/>
          </a:xfrm>
          <a:prstGeom prst="rect">
            <a:avLst/>
          </a:prstGeom>
        </p:spPr>
        <p:txBody>
          <a:bodyPr/>
          <a:lstStyle>
            <a:lvl1pPr>
              <a:defRPr>
                <a:solidFill>
                  <a:schemeClr val="tx1"/>
                </a:solidFill>
              </a:defRPr>
            </a:lvl1pPr>
          </a:lstStyle>
          <a:p>
            <a:fld id="{F71C0B42-4AEE-41DE-B077-4156AA01E9D4}" type="slidenum">
              <a:rPr lang="en-US" smtClean="0"/>
              <a:pPr/>
              <a:t>‹#›</a:t>
            </a:fld>
            <a:endParaRPr lang="en-US"/>
          </a:p>
        </p:txBody>
      </p:sp>
      <p:graphicFrame>
        <p:nvGraphicFramePr>
          <p:cNvPr id="9" name="Table 8">
            <a:extLst>
              <a:ext uri="{FF2B5EF4-FFF2-40B4-BE49-F238E27FC236}">
                <a16:creationId xmlns:a16="http://schemas.microsoft.com/office/drawing/2014/main" id="{44FE3FD2-E840-84AA-B08B-004B6D84C70E}"/>
              </a:ext>
            </a:extLst>
          </p:cNvPr>
          <p:cNvGraphicFramePr>
            <a:graphicFrameLocks noGrp="1"/>
          </p:cNvGraphicFramePr>
          <p:nvPr userDrawn="1">
            <p:extLst>
              <p:ext uri="{D42A27DB-BD31-4B8C-83A1-F6EECF244321}">
                <p14:modId xmlns:p14="http://schemas.microsoft.com/office/powerpoint/2010/main" val="938702029"/>
              </p:ext>
            </p:extLst>
          </p:nvPr>
        </p:nvGraphicFramePr>
        <p:xfrm>
          <a:off x="1667827" y="6488470"/>
          <a:ext cx="1932173" cy="255359"/>
        </p:xfrm>
        <a:graphic>
          <a:graphicData uri="http://schemas.openxmlformats.org/drawingml/2006/table">
            <a:tbl>
              <a:tblPr firstRow="1" bandRow="1">
                <a:tableStyleId>{5C22544A-7EE6-4342-B048-85BDC9FD1C3A}</a:tableStyleId>
              </a:tblPr>
              <a:tblGrid>
                <a:gridCol w="1932173">
                  <a:extLst>
                    <a:ext uri="{9D8B030D-6E8A-4147-A177-3AD203B41FA5}">
                      <a16:colId xmlns:a16="http://schemas.microsoft.com/office/drawing/2014/main" val="1979303119"/>
                    </a:ext>
                  </a:extLst>
                </a:gridCol>
              </a:tblGrid>
              <a:tr h="2553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50" b="0">
                          <a:solidFill>
                            <a:schemeClr val="bg1"/>
                          </a:solidFill>
                        </a:rPr>
                        <a:t>© EMS LINQ, LLC. All rights reserved. </a:t>
                      </a:r>
                    </a:p>
                  </a:txBody>
                  <a:tcPr>
                    <a:lnL w="12700" cmpd="sng">
                      <a:noFill/>
                    </a:lnL>
                    <a:lnR w="12700" cmpd="sng">
                      <a:noFill/>
                    </a:lnR>
                    <a:lnT w="12700" cmpd="sng">
                      <a:noFill/>
                    </a:lnT>
                    <a:lnB w="38100" cmpd="sng">
                      <a:noFill/>
                    </a:lnB>
                    <a:noFill/>
                  </a:tcPr>
                </a:tc>
                <a:extLst>
                  <a:ext uri="{0D108BD9-81ED-4DB2-BD59-A6C34878D82A}">
                    <a16:rowId xmlns:a16="http://schemas.microsoft.com/office/drawing/2014/main" val="1911493861"/>
                  </a:ext>
                </a:extLst>
              </a:tr>
            </a:tbl>
          </a:graphicData>
        </a:graphic>
      </p:graphicFrame>
    </p:spTree>
    <p:extLst>
      <p:ext uri="{BB962C8B-B14F-4D97-AF65-F5344CB8AC3E}">
        <p14:creationId xmlns:p14="http://schemas.microsoft.com/office/powerpoint/2010/main" val="2726545729"/>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Large Quote - Bus">
    <p:bg>
      <p:bgPr>
        <a:solidFill>
          <a:schemeClr val="bg1"/>
        </a:solidFill>
        <a:effectLst/>
      </p:bgPr>
    </p:bg>
    <p:spTree>
      <p:nvGrpSpPr>
        <p:cNvPr id="1" name=""/>
        <p:cNvGrpSpPr/>
        <p:nvPr/>
      </p:nvGrpSpPr>
      <p:grpSpPr>
        <a:xfrm>
          <a:off x="0" y="0"/>
          <a:ext cx="0" cy="0"/>
          <a:chOff x="0" y="0"/>
          <a:chExt cx="0" cy="0"/>
        </a:xfrm>
      </p:grpSpPr>
      <p:pic>
        <p:nvPicPr>
          <p:cNvPr id="9" name="Picture 8" descr="A row of school buses in a parking lot&#10;&#10;Description automatically generated">
            <a:extLst>
              <a:ext uri="{FF2B5EF4-FFF2-40B4-BE49-F238E27FC236}">
                <a16:creationId xmlns:a16="http://schemas.microsoft.com/office/drawing/2014/main" id="{AAB88E68-462B-31E2-3A1C-98FF05BFE700}"/>
              </a:ext>
            </a:extLst>
          </p:cNvPr>
          <p:cNvPicPr>
            <a:picLocks noChangeAspect="1"/>
          </p:cNvPicPr>
          <p:nvPr userDrawn="1"/>
        </p:nvPicPr>
        <p:blipFill>
          <a:blip r:embed="rId2"/>
          <a:srcRect l="950" t="40702" r="647" b="4290"/>
          <a:stretch/>
        </p:blipFill>
        <p:spPr>
          <a:xfrm>
            <a:off x="0" y="0"/>
            <a:ext cx="12192000" cy="7010400"/>
          </a:xfrm>
          <a:prstGeom prst="rect">
            <a:avLst/>
          </a:prstGeom>
        </p:spPr>
      </p:pic>
      <p:sp>
        <p:nvSpPr>
          <p:cNvPr id="5" name="Text Placeholder 14">
            <a:extLst>
              <a:ext uri="{FF2B5EF4-FFF2-40B4-BE49-F238E27FC236}">
                <a16:creationId xmlns:a16="http://schemas.microsoft.com/office/drawing/2014/main" id="{0A10B497-D67A-C0DC-8C3B-F705A0941A01}"/>
              </a:ext>
            </a:extLst>
          </p:cNvPr>
          <p:cNvSpPr>
            <a:spLocks noGrp="1"/>
          </p:cNvSpPr>
          <p:nvPr>
            <p:ph type="body" sz="quarter" idx="10" hasCustomPrompt="1"/>
          </p:nvPr>
        </p:nvSpPr>
        <p:spPr>
          <a:xfrm>
            <a:off x="1247554" y="609600"/>
            <a:ext cx="9682716" cy="2616522"/>
          </a:xfrm>
        </p:spPr>
        <p:txBody>
          <a:bodyPr>
            <a:noAutofit/>
          </a:bodyPr>
          <a:lstStyle>
            <a:lvl1pPr marL="0" indent="0" algn="l">
              <a:lnSpc>
                <a:spcPct val="100000"/>
              </a:lnSpc>
              <a:spcAft>
                <a:spcPts val="0"/>
              </a:spcAft>
              <a:buFontTx/>
              <a:buNone/>
              <a:defRPr sz="5200" b="1" i="0">
                <a:solidFill>
                  <a:schemeClr val="bg1"/>
                </a:solidFill>
                <a:latin typeface="Segoe UI Semibold" panose="020B0502040204020203" pitchFamily="34" charset="0"/>
                <a:cs typeface="Segoe UI Semibold" panose="020B0502040204020203" pitchFamily="34" charset="0"/>
              </a:defRPr>
            </a:lvl1pPr>
            <a:lvl2pPr marL="457200" indent="0">
              <a:buFontTx/>
              <a:buNone/>
              <a:defRPr sz="6000" b="1">
                <a:solidFill>
                  <a:schemeClr val="bg1"/>
                </a:solidFill>
                <a:latin typeface="Century Gothic" panose="020B0502020202020204" pitchFamily="34" charset="0"/>
              </a:defRPr>
            </a:lvl2pPr>
            <a:lvl3pPr marL="914400" indent="0">
              <a:buFontTx/>
              <a:buNone/>
              <a:defRPr sz="6000" b="1">
                <a:solidFill>
                  <a:schemeClr val="bg1"/>
                </a:solidFill>
                <a:latin typeface="Century Gothic" panose="020B0502020202020204" pitchFamily="34" charset="0"/>
              </a:defRPr>
            </a:lvl3pPr>
            <a:lvl4pPr marL="1371600" indent="0">
              <a:buFontTx/>
              <a:buNone/>
              <a:defRPr sz="6000" b="1">
                <a:solidFill>
                  <a:schemeClr val="bg1"/>
                </a:solidFill>
                <a:latin typeface="Century Gothic" panose="020B0502020202020204" pitchFamily="34" charset="0"/>
              </a:defRPr>
            </a:lvl4pPr>
            <a:lvl5pPr marL="1828800" indent="0">
              <a:buFontTx/>
              <a:buNone/>
              <a:defRPr sz="6000" b="1">
                <a:solidFill>
                  <a:schemeClr val="bg1"/>
                </a:solidFill>
                <a:latin typeface="Century Gothic" panose="020B0502020202020204" pitchFamily="34" charset="0"/>
              </a:defRPr>
            </a:lvl5pPr>
          </a:lstStyle>
          <a:p>
            <a:pPr lvl="0"/>
            <a:r>
              <a:rPr lang="en-US"/>
              <a:t>“Click to add quote statement. Segoe UI Semibold, 52pt.”</a:t>
            </a:r>
          </a:p>
        </p:txBody>
      </p:sp>
      <p:sp>
        <p:nvSpPr>
          <p:cNvPr id="10" name="Text Placeholder 6">
            <a:extLst>
              <a:ext uri="{FF2B5EF4-FFF2-40B4-BE49-F238E27FC236}">
                <a16:creationId xmlns:a16="http://schemas.microsoft.com/office/drawing/2014/main" id="{ADF797FC-A522-B042-85D4-07FE5B2BFBFE}"/>
              </a:ext>
            </a:extLst>
          </p:cNvPr>
          <p:cNvSpPr>
            <a:spLocks noGrp="1"/>
          </p:cNvSpPr>
          <p:nvPr>
            <p:ph type="body" sz="quarter" idx="14" hasCustomPrompt="1"/>
          </p:nvPr>
        </p:nvSpPr>
        <p:spPr>
          <a:xfrm>
            <a:off x="1261730" y="3682348"/>
            <a:ext cx="9668540" cy="398460"/>
          </a:xfrm>
        </p:spPr>
        <p:txBody>
          <a:bodyPr>
            <a:noAutofit/>
          </a:bodyPr>
          <a:lstStyle>
            <a:lvl1pPr marL="0" indent="0" algn="l">
              <a:buFontTx/>
              <a:buNone/>
              <a:defRPr sz="2000" b="1" i="0">
                <a:solidFill>
                  <a:schemeClr val="bg1"/>
                </a:solidFill>
                <a:latin typeface="Segoe UI Semibold" panose="020B0502040204020203" pitchFamily="34" charset="0"/>
                <a:cs typeface="Segoe UI Semibold"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add first and last name</a:t>
            </a:r>
          </a:p>
        </p:txBody>
      </p:sp>
      <p:sp>
        <p:nvSpPr>
          <p:cNvPr id="11" name="Text Placeholder 6">
            <a:extLst>
              <a:ext uri="{FF2B5EF4-FFF2-40B4-BE49-F238E27FC236}">
                <a16:creationId xmlns:a16="http://schemas.microsoft.com/office/drawing/2014/main" id="{DE9BE1EF-4705-15F8-C576-A0B52C85CB3D}"/>
              </a:ext>
            </a:extLst>
          </p:cNvPr>
          <p:cNvSpPr>
            <a:spLocks noGrp="1"/>
          </p:cNvSpPr>
          <p:nvPr>
            <p:ph type="body" sz="quarter" idx="15" hasCustomPrompt="1"/>
          </p:nvPr>
        </p:nvSpPr>
        <p:spPr>
          <a:xfrm>
            <a:off x="1261730" y="4080808"/>
            <a:ext cx="9668540" cy="649133"/>
          </a:xfrm>
        </p:spPr>
        <p:txBody>
          <a:bodyPr>
            <a:noAutofit/>
          </a:bodyPr>
          <a:lstStyle>
            <a:lvl1pPr marL="0" indent="0" algn="l">
              <a:buFontTx/>
              <a:buNone/>
              <a:defRPr sz="1800" b="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add title, company, district, or school</a:t>
            </a:r>
          </a:p>
        </p:txBody>
      </p:sp>
      <p:pic>
        <p:nvPicPr>
          <p:cNvPr id="3" name="Graphic 2">
            <a:extLst>
              <a:ext uri="{FF2B5EF4-FFF2-40B4-BE49-F238E27FC236}">
                <a16:creationId xmlns:a16="http://schemas.microsoft.com/office/drawing/2014/main" id="{A583CA9F-2232-3F11-66F8-0EB165E03D5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66738" y="6330541"/>
            <a:ext cx="1045129" cy="418051"/>
          </a:xfrm>
          <a:prstGeom prst="rect">
            <a:avLst/>
          </a:prstGeom>
        </p:spPr>
      </p:pic>
      <p:sp>
        <p:nvSpPr>
          <p:cNvPr id="4" name="Slide Number Placeholder 4">
            <a:extLst>
              <a:ext uri="{FF2B5EF4-FFF2-40B4-BE49-F238E27FC236}">
                <a16:creationId xmlns:a16="http://schemas.microsoft.com/office/drawing/2014/main" id="{B5241D8E-F98C-6B8E-AA14-74203AF7D0AC}"/>
              </a:ext>
            </a:extLst>
          </p:cNvPr>
          <p:cNvSpPr>
            <a:spLocks noGrp="1"/>
          </p:cNvSpPr>
          <p:nvPr>
            <p:ph type="sldNum" sz="quarter" idx="16"/>
          </p:nvPr>
        </p:nvSpPr>
        <p:spPr>
          <a:xfrm>
            <a:off x="10886032" y="6488471"/>
            <a:ext cx="658268" cy="255358"/>
          </a:xfrm>
          <a:prstGeom prst="rect">
            <a:avLst/>
          </a:prstGeom>
        </p:spPr>
        <p:txBody>
          <a:bodyPr/>
          <a:lstStyle>
            <a:lvl1pPr>
              <a:defRPr>
                <a:solidFill>
                  <a:schemeClr val="bg1"/>
                </a:solidFill>
              </a:defRPr>
            </a:lvl1pPr>
          </a:lstStyle>
          <a:p>
            <a:fld id="{F71C0B42-4AEE-41DE-B077-4156AA01E9D4}" type="slidenum">
              <a:rPr lang="en-US" smtClean="0"/>
              <a:pPr/>
              <a:t>‹#›</a:t>
            </a:fld>
            <a:endParaRPr lang="en-US"/>
          </a:p>
        </p:txBody>
      </p:sp>
      <p:graphicFrame>
        <p:nvGraphicFramePr>
          <p:cNvPr id="6" name="Table 5">
            <a:extLst>
              <a:ext uri="{FF2B5EF4-FFF2-40B4-BE49-F238E27FC236}">
                <a16:creationId xmlns:a16="http://schemas.microsoft.com/office/drawing/2014/main" id="{B4DA7044-EFB8-1624-E8AC-9535EE8F1731}"/>
              </a:ext>
            </a:extLst>
          </p:cNvPr>
          <p:cNvGraphicFramePr>
            <a:graphicFrameLocks noGrp="1"/>
          </p:cNvGraphicFramePr>
          <p:nvPr userDrawn="1">
            <p:extLst>
              <p:ext uri="{D42A27DB-BD31-4B8C-83A1-F6EECF244321}">
                <p14:modId xmlns:p14="http://schemas.microsoft.com/office/powerpoint/2010/main" val="938702029"/>
              </p:ext>
            </p:extLst>
          </p:nvPr>
        </p:nvGraphicFramePr>
        <p:xfrm>
          <a:off x="1667827" y="6488470"/>
          <a:ext cx="1932173" cy="255359"/>
        </p:xfrm>
        <a:graphic>
          <a:graphicData uri="http://schemas.openxmlformats.org/drawingml/2006/table">
            <a:tbl>
              <a:tblPr firstRow="1" bandRow="1">
                <a:tableStyleId>{5C22544A-7EE6-4342-B048-85BDC9FD1C3A}</a:tableStyleId>
              </a:tblPr>
              <a:tblGrid>
                <a:gridCol w="1932173">
                  <a:extLst>
                    <a:ext uri="{9D8B030D-6E8A-4147-A177-3AD203B41FA5}">
                      <a16:colId xmlns:a16="http://schemas.microsoft.com/office/drawing/2014/main" val="1979303119"/>
                    </a:ext>
                  </a:extLst>
                </a:gridCol>
              </a:tblGrid>
              <a:tr h="2553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50" b="0">
                          <a:solidFill>
                            <a:schemeClr val="bg1"/>
                          </a:solidFill>
                        </a:rPr>
                        <a:t>© EMS LINQ, LLC. All rights reserved. </a:t>
                      </a:r>
                    </a:p>
                  </a:txBody>
                  <a:tcPr>
                    <a:lnL w="12700" cmpd="sng">
                      <a:noFill/>
                    </a:lnL>
                    <a:lnR w="12700" cmpd="sng">
                      <a:noFill/>
                    </a:lnR>
                    <a:lnT w="12700" cmpd="sng">
                      <a:noFill/>
                    </a:lnT>
                    <a:lnB w="38100" cmpd="sng">
                      <a:noFill/>
                    </a:lnB>
                    <a:noFill/>
                  </a:tcPr>
                </a:tc>
                <a:extLst>
                  <a:ext uri="{0D108BD9-81ED-4DB2-BD59-A6C34878D82A}">
                    <a16:rowId xmlns:a16="http://schemas.microsoft.com/office/drawing/2014/main" val="1911493861"/>
                  </a:ext>
                </a:extLst>
              </a:tr>
            </a:tbl>
          </a:graphicData>
        </a:graphic>
      </p:graphicFrame>
    </p:spTree>
    <p:extLst>
      <p:ext uri="{BB962C8B-B14F-4D97-AF65-F5344CB8AC3E}">
        <p14:creationId xmlns:p14="http://schemas.microsoft.com/office/powerpoint/2010/main" val="769722887"/>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ig Statement - Nutrition">
    <p:bg>
      <p:bgPr>
        <a:solidFill>
          <a:schemeClr val="bg1"/>
        </a:solidFill>
        <a:effectLst/>
      </p:bgPr>
    </p:bg>
    <p:spTree>
      <p:nvGrpSpPr>
        <p:cNvPr id="1" name=""/>
        <p:cNvGrpSpPr/>
        <p:nvPr/>
      </p:nvGrpSpPr>
      <p:grpSpPr>
        <a:xfrm>
          <a:off x="0" y="0"/>
          <a:ext cx="0" cy="0"/>
          <a:chOff x="0" y="0"/>
          <a:chExt cx="0" cy="0"/>
        </a:xfrm>
      </p:grpSpPr>
      <p:pic>
        <p:nvPicPr>
          <p:cNvPr id="4" name="Picture 3" descr="A young child eating an apple&#10;&#10;Description automatically generated">
            <a:extLst>
              <a:ext uri="{FF2B5EF4-FFF2-40B4-BE49-F238E27FC236}">
                <a16:creationId xmlns:a16="http://schemas.microsoft.com/office/drawing/2014/main" id="{63BBB0F4-F1CD-306F-AA08-1FB4EB915819}"/>
              </a:ext>
            </a:extLst>
          </p:cNvPr>
          <p:cNvPicPr>
            <a:picLocks noChangeAspect="1"/>
          </p:cNvPicPr>
          <p:nvPr userDrawn="1"/>
        </p:nvPicPr>
        <p:blipFill>
          <a:blip r:embed="rId2"/>
          <a:srcRect l="3448" t="2885" r="1197" b="7433"/>
          <a:stretch/>
        </p:blipFill>
        <p:spPr>
          <a:xfrm>
            <a:off x="-36871" y="-2839"/>
            <a:ext cx="12249046" cy="6897272"/>
          </a:xfrm>
          <a:prstGeom prst="rect">
            <a:avLst/>
          </a:prstGeom>
        </p:spPr>
      </p:pic>
      <p:sp>
        <p:nvSpPr>
          <p:cNvPr id="15" name="Text Placeholder 14">
            <a:extLst>
              <a:ext uri="{FF2B5EF4-FFF2-40B4-BE49-F238E27FC236}">
                <a16:creationId xmlns:a16="http://schemas.microsoft.com/office/drawing/2014/main" id="{4D8B44CD-0772-6B7B-3EA3-D91419EA390C}"/>
              </a:ext>
            </a:extLst>
          </p:cNvPr>
          <p:cNvSpPr>
            <a:spLocks noGrp="1"/>
          </p:cNvSpPr>
          <p:nvPr>
            <p:ph type="body" sz="quarter" idx="10" hasCustomPrompt="1"/>
          </p:nvPr>
        </p:nvSpPr>
        <p:spPr>
          <a:xfrm>
            <a:off x="647700" y="1350963"/>
            <a:ext cx="5448300" cy="3856037"/>
          </a:xfrm>
        </p:spPr>
        <p:txBody>
          <a:bodyPr>
            <a:noAutofit/>
          </a:bodyPr>
          <a:lstStyle>
            <a:lvl1pPr marL="0" indent="0">
              <a:lnSpc>
                <a:spcPct val="100000"/>
              </a:lnSpc>
              <a:buFontTx/>
              <a:buNone/>
              <a:defRPr sz="5200" b="1">
                <a:solidFill>
                  <a:schemeClr val="bg1"/>
                </a:solidFill>
                <a:latin typeface="Segoe UI" panose="020B0502040204020203" pitchFamily="34" charset="0"/>
                <a:cs typeface="Segoe UI" panose="020B0502040204020203" pitchFamily="34" charset="0"/>
              </a:defRPr>
            </a:lvl1pPr>
            <a:lvl2pPr marL="457200" indent="0">
              <a:buFontTx/>
              <a:buNone/>
              <a:defRPr sz="6000" b="1">
                <a:solidFill>
                  <a:schemeClr val="bg1"/>
                </a:solidFill>
                <a:latin typeface="Century Gothic" panose="020B0502020202020204" pitchFamily="34" charset="0"/>
              </a:defRPr>
            </a:lvl2pPr>
            <a:lvl3pPr marL="914400" indent="0">
              <a:buFontTx/>
              <a:buNone/>
              <a:defRPr sz="6000" b="1">
                <a:solidFill>
                  <a:schemeClr val="bg1"/>
                </a:solidFill>
                <a:latin typeface="Century Gothic" panose="020B0502020202020204" pitchFamily="34" charset="0"/>
              </a:defRPr>
            </a:lvl3pPr>
            <a:lvl4pPr marL="1371600" indent="0">
              <a:buFontTx/>
              <a:buNone/>
              <a:defRPr sz="6000" b="1">
                <a:solidFill>
                  <a:schemeClr val="bg1"/>
                </a:solidFill>
                <a:latin typeface="Century Gothic" panose="020B0502020202020204" pitchFamily="34" charset="0"/>
              </a:defRPr>
            </a:lvl4pPr>
            <a:lvl5pPr marL="1828800" indent="0">
              <a:buFontTx/>
              <a:buNone/>
              <a:defRPr sz="6000" b="1">
                <a:solidFill>
                  <a:schemeClr val="bg1"/>
                </a:solidFill>
                <a:latin typeface="Century Gothic" panose="020B0502020202020204" pitchFamily="34" charset="0"/>
              </a:defRPr>
            </a:lvl5pPr>
          </a:lstStyle>
          <a:p>
            <a:pPr lvl="0"/>
            <a:r>
              <a:rPr lang="en-US"/>
              <a:t>Click to add section title (Segoe UI, 52pt)</a:t>
            </a:r>
          </a:p>
        </p:txBody>
      </p:sp>
      <p:pic>
        <p:nvPicPr>
          <p:cNvPr id="5" name="Graphic 4">
            <a:extLst>
              <a:ext uri="{FF2B5EF4-FFF2-40B4-BE49-F238E27FC236}">
                <a16:creationId xmlns:a16="http://schemas.microsoft.com/office/drawing/2014/main" id="{B958DCA3-866A-F842-7C35-1A97439637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66738" y="6330541"/>
            <a:ext cx="1045129" cy="418051"/>
          </a:xfrm>
          <a:prstGeom prst="rect">
            <a:avLst/>
          </a:prstGeom>
        </p:spPr>
      </p:pic>
      <p:graphicFrame>
        <p:nvGraphicFramePr>
          <p:cNvPr id="6" name="Table 5">
            <a:extLst>
              <a:ext uri="{FF2B5EF4-FFF2-40B4-BE49-F238E27FC236}">
                <a16:creationId xmlns:a16="http://schemas.microsoft.com/office/drawing/2014/main" id="{A28FD589-974D-9C3E-0E2D-BB7BF402C9FD}"/>
              </a:ext>
            </a:extLst>
          </p:cNvPr>
          <p:cNvGraphicFramePr>
            <a:graphicFrameLocks noGrp="1"/>
          </p:cNvGraphicFramePr>
          <p:nvPr userDrawn="1">
            <p:extLst>
              <p:ext uri="{D42A27DB-BD31-4B8C-83A1-F6EECF244321}">
                <p14:modId xmlns:p14="http://schemas.microsoft.com/office/powerpoint/2010/main" val="938702029"/>
              </p:ext>
            </p:extLst>
          </p:nvPr>
        </p:nvGraphicFramePr>
        <p:xfrm>
          <a:off x="1667827" y="6488470"/>
          <a:ext cx="1932173" cy="255359"/>
        </p:xfrm>
        <a:graphic>
          <a:graphicData uri="http://schemas.openxmlformats.org/drawingml/2006/table">
            <a:tbl>
              <a:tblPr firstRow="1" bandRow="1">
                <a:tableStyleId>{5C22544A-7EE6-4342-B048-85BDC9FD1C3A}</a:tableStyleId>
              </a:tblPr>
              <a:tblGrid>
                <a:gridCol w="1932173">
                  <a:extLst>
                    <a:ext uri="{9D8B030D-6E8A-4147-A177-3AD203B41FA5}">
                      <a16:colId xmlns:a16="http://schemas.microsoft.com/office/drawing/2014/main" val="1979303119"/>
                    </a:ext>
                  </a:extLst>
                </a:gridCol>
              </a:tblGrid>
              <a:tr h="2553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50" b="0">
                          <a:solidFill>
                            <a:schemeClr val="bg1"/>
                          </a:solidFill>
                        </a:rPr>
                        <a:t>© EMS LINQ, LLC. All rights reserved. </a:t>
                      </a:r>
                    </a:p>
                  </a:txBody>
                  <a:tcPr>
                    <a:lnL w="12700" cmpd="sng">
                      <a:noFill/>
                    </a:lnL>
                    <a:lnR w="12700" cmpd="sng">
                      <a:noFill/>
                    </a:lnR>
                    <a:lnT w="12700" cmpd="sng">
                      <a:noFill/>
                    </a:lnT>
                    <a:lnB w="38100" cmpd="sng">
                      <a:noFill/>
                    </a:lnB>
                    <a:noFill/>
                  </a:tcPr>
                </a:tc>
                <a:extLst>
                  <a:ext uri="{0D108BD9-81ED-4DB2-BD59-A6C34878D82A}">
                    <a16:rowId xmlns:a16="http://schemas.microsoft.com/office/drawing/2014/main" val="1911493861"/>
                  </a:ext>
                </a:extLst>
              </a:tr>
            </a:tbl>
          </a:graphicData>
        </a:graphic>
      </p:graphicFrame>
      <p:sp>
        <p:nvSpPr>
          <p:cNvPr id="2" name="Slide Number Placeholder 1">
            <a:extLst>
              <a:ext uri="{FF2B5EF4-FFF2-40B4-BE49-F238E27FC236}">
                <a16:creationId xmlns:a16="http://schemas.microsoft.com/office/drawing/2014/main" id="{9C143758-5949-6C58-50F8-2ED8E80C2505}"/>
              </a:ext>
            </a:extLst>
          </p:cNvPr>
          <p:cNvSpPr>
            <a:spLocks noGrp="1"/>
          </p:cNvSpPr>
          <p:nvPr>
            <p:ph type="sldNum" sz="quarter" idx="11"/>
          </p:nvPr>
        </p:nvSpPr>
        <p:spPr/>
        <p:txBody>
          <a:bodyPr/>
          <a:lstStyle>
            <a:lvl1pPr>
              <a:defRPr>
                <a:solidFill>
                  <a:schemeClr val="bg1"/>
                </a:solidFill>
              </a:defRPr>
            </a:lvl1pPr>
          </a:lstStyle>
          <a:p>
            <a:fld id="{F71C0B42-4AEE-41DE-B077-4156AA01E9D4}" type="slidenum">
              <a:rPr lang="en-US" smtClean="0"/>
              <a:pPr/>
              <a:t>‹#›</a:t>
            </a:fld>
            <a:endParaRPr lang="en-US"/>
          </a:p>
        </p:txBody>
      </p:sp>
    </p:spTree>
    <p:extLst>
      <p:ext uri="{BB962C8B-B14F-4D97-AF65-F5344CB8AC3E}">
        <p14:creationId xmlns:p14="http://schemas.microsoft.com/office/powerpoint/2010/main" val="36260803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ig Statement - Backpack">
    <p:bg>
      <p:bgPr>
        <a:solidFill>
          <a:schemeClr val="tx1"/>
        </a:solidFill>
        <a:effectLst/>
      </p:bgPr>
    </p:bg>
    <p:spTree>
      <p:nvGrpSpPr>
        <p:cNvPr id="1" name=""/>
        <p:cNvGrpSpPr/>
        <p:nvPr/>
      </p:nvGrpSpPr>
      <p:grpSpPr>
        <a:xfrm>
          <a:off x="0" y="0"/>
          <a:ext cx="0" cy="0"/>
          <a:chOff x="0" y="0"/>
          <a:chExt cx="0" cy="0"/>
        </a:xfrm>
      </p:grpSpPr>
      <p:pic>
        <p:nvPicPr>
          <p:cNvPr id="9" name="Picture 8" descr="A blue and orange backpacks&#10;&#10;Description automatically generated">
            <a:extLst>
              <a:ext uri="{FF2B5EF4-FFF2-40B4-BE49-F238E27FC236}">
                <a16:creationId xmlns:a16="http://schemas.microsoft.com/office/drawing/2014/main" id="{68563EEF-CB83-EB60-5DD3-A02A4CC91288}"/>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22137" r="2902"/>
          <a:stretch/>
        </p:blipFill>
        <p:spPr>
          <a:xfrm>
            <a:off x="0" y="2492110"/>
            <a:ext cx="12192000" cy="4365890"/>
          </a:xfrm>
          <a:prstGeom prst="rect">
            <a:avLst/>
          </a:prstGeom>
        </p:spPr>
      </p:pic>
      <p:sp>
        <p:nvSpPr>
          <p:cNvPr id="15" name="Text Placeholder 14">
            <a:extLst>
              <a:ext uri="{FF2B5EF4-FFF2-40B4-BE49-F238E27FC236}">
                <a16:creationId xmlns:a16="http://schemas.microsoft.com/office/drawing/2014/main" id="{4D8B44CD-0772-6B7B-3EA3-D91419EA390C}"/>
              </a:ext>
            </a:extLst>
          </p:cNvPr>
          <p:cNvSpPr>
            <a:spLocks noGrp="1"/>
          </p:cNvSpPr>
          <p:nvPr>
            <p:ph type="body" sz="quarter" idx="10" hasCustomPrompt="1"/>
          </p:nvPr>
        </p:nvSpPr>
        <p:spPr>
          <a:xfrm>
            <a:off x="609600" y="533400"/>
            <a:ext cx="10972800" cy="3309258"/>
          </a:xfrm>
        </p:spPr>
        <p:txBody>
          <a:bodyPr>
            <a:noAutofit/>
          </a:bodyPr>
          <a:lstStyle>
            <a:lvl1pPr marL="0" indent="0">
              <a:buFontTx/>
              <a:buNone/>
              <a:defRPr sz="5200" b="1">
                <a:solidFill>
                  <a:schemeClr val="bg1"/>
                </a:solidFill>
                <a:latin typeface="Century Gothic" panose="020B0502020202020204" pitchFamily="34" charset="0"/>
              </a:defRPr>
            </a:lvl1pPr>
            <a:lvl2pPr marL="457200" indent="0">
              <a:buFontTx/>
              <a:buNone/>
              <a:defRPr sz="6000" b="1">
                <a:solidFill>
                  <a:schemeClr val="bg1"/>
                </a:solidFill>
                <a:latin typeface="Century Gothic" panose="020B0502020202020204" pitchFamily="34" charset="0"/>
              </a:defRPr>
            </a:lvl2pPr>
            <a:lvl3pPr marL="914400" indent="0">
              <a:buFontTx/>
              <a:buNone/>
              <a:defRPr sz="6000" b="1">
                <a:solidFill>
                  <a:schemeClr val="bg1"/>
                </a:solidFill>
                <a:latin typeface="Century Gothic" panose="020B0502020202020204" pitchFamily="34" charset="0"/>
              </a:defRPr>
            </a:lvl3pPr>
            <a:lvl4pPr marL="1371600" indent="0">
              <a:buFontTx/>
              <a:buNone/>
              <a:defRPr sz="6000" b="1">
                <a:solidFill>
                  <a:schemeClr val="bg1"/>
                </a:solidFill>
                <a:latin typeface="Century Gothic" panose="020B0502020202020204" pitchFamily="34" charset="0"/>
              </a:defRPr>
            </a:lvl4pPr>
            <a:lvl5pPr marL="1828800" indent="0">
              <a:buFontTx/>
              <a:buNone/>
              <a:defRPr sz="6000" b="1">
                <a:solidFill>
                  <a:schemeClr val="bg1"/>
                </a:solidFill>
                <a:latin typeface="Century Gothic" panose="020B0502020202020204" pitchFamily="34" charset="0"/>
              </a:defRPr>
            </a:lvl5pPr>
          </a:lstStyle>
          <a:p>
            <a:pPr lvl="0"/>
            <a:r>
              <a:rPr lang="en-US"/>
              <a:t>Click to add section title (Segoe UI, 52pt)</a:t>
            </a:r>
          </a:p>
        </p:txBody>
      </p:sp>
      <p:pic>
        <p:nvPicPr>
          <p:cNvPr id="2" name="Graphic 1">
            <a:extLst>
              <a:ext uri="{FF2B5EF4-FFF2-40B4-BE49-F238E27FC236}">
                <a16:creationId xmlns:a16="http://schemas.microsoft.com/office/drawing/2014/main" id="{4D3812CE-4350-AED0-977B-FFC29E309E5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66738" y="6330541"/>
            <a:ext cx="1045129" cy="418051"/>
          </a:xfrm>
          <a:prstGeom prst="rect">
            <a:avLst/>
          </a:prstGeom>
        </p:spPr>
      </p:pic>
      <p:graphicFrame>
        <p:nvGraphicFramePr>
          <p:cNvPr id="3" name="Table 2">
            <a:extLst>
              <a:ext uri="{FF2B5EF4-FFF2-40B4-BE49-F238E27FC236}">
                <a16:creationId xmlns:a16="http://schemas.microsoft.com/office/drawing/2014/main" id="{8F9540A1-FA31-6E8D-1DF1-B055AE211052}"/>
              </a:ext>
            </a:extLst>
          </p:cNvPr>
          <p:cNvGraphicFramePr>
            <a:graphicFrameLocks noGrp="1"/>
          </p:cNvGraphicFramePr>
          <p:nvPr userDrawn="1">
            <p:extLst>
              <p:ext uri="{D42A27DB-BD31-4B8C-83A1-F6EECF244321}">
                <p14:modId xmlns:p14="http://schemas.microsoft.com/office/powerpoint/2010/main" val="938702029"/>
              </p:ext>
            </p:extLst>
          </p:nvPr>
        </p:nvGraphicFramePr>
        <p:xfrm>
          <a:off x="1667827" y="6488470"/>
          <a:ext cx="1932173" cy="255359"/>
        </p:xfrm>
        <a:graphic>
          <a:graphicData uri="http://schemas.openxmlformats.org/drawingml/2006/table">
            <a:tbl>
              <a:tblPr firstRow="1" bandRow="1">
                <a:tableStyleId>{5C22544A-7EE6-4342-B048-85BDC9FD1C3A}</a:tableStyleId>
              </a:tblPr>
              <a:tblGrid>
                <a:gridCol w="1932173">
                  <a:extLst>
                    <a:ext uri="{9D8B030D-6E8A-4147-A177-3AD203B41FA5}">
                      <a16:colId xmlns:a16="http://schemas.microsoft.com/office/drawing/2014/main" val="1979303119"/>
                    </a:ext>
                  </a:extLst>
                </a:gridCol>
              </a:tblGrid>
              <a:tr h="2553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50" b="0">
                          <a:solidFill>
                            <a:schemeClr val="bg1"/>
                          </a:solidFill>
                        </a:rPr>
                        <a:t>© EMS LINQ, LLC. All rights reserved. </a:t>
                      </a:r>
                    </a:p>
                  </a:txBody>
                  <a:tcPr>
                    <a:lnL w="12700" cmpd="sng">
                      <a:noFill/>
                    </a:lnL>
                    <a:lnR w="12700" cmpd="sng">
                      <a:noFill/>
                    </a:lnR>
                    <a:lnT w="12700" cmpd="sng">
                      <a:noFill/>
                    </a:lnT>
                    <a:lnB w="38100" cmpd="sng">
                      <a:noFill/>
                    </a:lnB>
                    <a:noFill/>
                  </a:tcPr>
                </a:tc>
                <a:extLst>
                  <a:ext uri="{0D108BD9-81ED-4DB2-BD59-A6C34878D82A}">
                    <a16:rowId xmlns:a16="http://schemas.microsoft.com/office/drawing/2014/main" val="1911493861"/>
                  </a:ext>
                </a:extLst>
              </a:tr>
            </a:tbl>
          </a:graphicData>
        </a:graphic>
      </p:graphicFrame>
      <p:sp>
        <p:nvSpPr>
          <p:cNvPr id="4" name="Slide Number Placeholder 3">
            <a:extLst>
              <a:ext uri="{FF2B5EF4-FFF2-40B4-BE49-F238E27FC236}">
                <a16:creationId xmlns:a16="http://schemas.microsoft.com/office/drawing/2014/main" id="{AE3CBDCA-D71F-9CCE-92DF-DEAA057045B7}"/>
              </a:ext>
            </a:extLst>
          </p:cNvPr>
          <p:cNvSpPr>
            <a:spLocks noGrp="1"/>
          </p:cNvSpPr>
          <p:nvPr>
            <p:ph type="sldNum" sz="quarter" idx="11"/>
          </p:nvPr>
        </p:nvSpPr>
        <p:spPr/>
        <p:txBody>
          <a:bodyPr/>
          <a:lstStyle>
            <a:lvl1pPr>
              <a:defRPr>
                <a:solidFill>
                  <a:schemeClr val="bg1"/>
                </a:solidFill>
              </a:defRPr>
            </a:lvl1pPr>
          </a:lstStyle>
          <a:p>
            <a:fld id="{F71C0B42-4AEE-41DE-B077-4156AA01E9D4}" type="slidenum">
              <a:rPr lang="en-US" smtClean="0"/>
              <a:pPr/>
              <a:t>‹#›</a:t>
            </a:fld>
            <a:endParaRPr lang="en-US"/>
          </a:p>
        </p:txBody>
      </p:sp>
    </p:spTree>
    <p:extLst>
      <p:ext uri="{BB962C8B-B14F-4D97-AF65-F5344CB8AC3E}">
        <p14:creationId xmlns:p14="http://schemas.microsoft.com/office/powerpoint/2010/main" val="74159979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6" name="Picture 5" descr="A desks and chairs in a classroom&#10;&#10;Description automatically generated">
            <a:extLst>
              <a:ext uri="{FF2B5EF4-FFF2-40B4-BE49-F238E27FC236}">
                <a16:creationId xmlns:a16="http://schemas.microsoft.com/office/drawing/2014/main" id="{E730226D-85AA-44BB-66C0-0FF6EEDC1B5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75B03C35-6E58-8D82-576B-A141357299CC}"/>
              </a:ext>
            </a:extLst>
          </p:cNvPr>
          <p:cNvSpPr txBox="1"/>
          <p:nvPr userDrawn="1"/>
        </p:nvSpPr>
        <p:spPr>
          <a:xfrm>
            <a:off x="4653411" y="3966926"/>
            <a:ext cx="3543237" cy="769440"/>
          </a:xfrm>
          <a:prstGeom prst="rect">
            <a:avLst/>
          </a:prstGeom>
          <a:noFill/>
        </p:spPr>
        <p:txBody>
          <a:bodyPr wrap="square" lIns="0" tIns="0" rIns="0" bIns="0" rtlCol="0">
            <a:noAutofit/>
          </a:bodyPr>
          <a:lstStyle/>
          <a:p>
            <a:pPr defTabSz="1219170">
              <a:lnSpc>
                <a:spcPts val="6000"/>
              </a:lnSpc>
              <a:buClr>
                <a:srgbClr val="000000"/>
              </a:buClr>
            </a:pPr>
            <a:r>
              <a:rPr lang="en-US" sz="5200" b="1" kern="600" spc="-67">
                <a:solidFill>
                  <a:schemeClr val="bg1"/>
                </a:solidFill>
                <a:latin typeface="Century Gothic" panose="020B0502020202020204" pitchFamily="34" charset="0"/>
                <a:cs typeface="Arial" panose="020B0604020202020204" pitchFamily="34" charset="0"/>
                <a:sym typeface="Arial"/>
              </a:rPr>
              <a:t>Thank You.</a:t>
            </a:r>
          </a:p>
        </p:txBody>
      </p:sp>
      <p:pic>
        <p:nvPicPr>
          <p:cNvPr id="11" name="Graphic 10">
            <a:extLst>
              <a:ext uri="{FF2B5EF4-FFF2-40B4-BE49-F238E27FC236}">
                <a16:creationId xmlns:a16="http://schemas.microsoft.com/office/drawing/2014/main" id="{FAF00A75-FAC2-F172-203A-D7010B3DA90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696290" y="5596867"/>
            <a:ext cx="2224149" cy="1032533"/>
          </a:xfrm>
          <a:prstGeom prst="rect">
            <a:avLst/>
          </a:prstGeom>
        </p:spPr>
      </p:pic>
      <p:pic>
        <p:nvPicPr>
          <p:cNvPr id="12" name="Picture 11" descr="A blue and black logo&#10;&#10;Description automatically generated">
            <a:extLst>
              <a:ext uri="{FF2B5EF4-FFF2-40B4-BE49-F238E27FC236}">
                <a16:creationId xmlns:a16="http://schemas.microsoft.com/office/drawing/2014/main" id="{AAC4DC9F-9883-78C1-9D28-1F439DD9D9C9}"/>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926882" y="5785326"/>
            <a:ext cx="1639043" cy="655617"/>
          </a:xfrm>
          <a:prstGeom prst="rect">
            <a:avLst/>
          </a:prstGeom>
        </p:spPr>
      </p:pic>
    </p:spTree>
    <p:extLst>
      <p:ext uri="{BB962C8B-B14F-4D97-AF65-F5344CB8AC3E}">
        <p14:creationId xmlns:p14="http://schemas.microsoft.com/office/powerpoint/2010/main" val="66050040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Slide master 3">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2D4A"/>
          </a:solidFill>
          <a:ln/>
        </p:spPr>
        <p:txBody>
          <a:bodyPr/>
          <a:lstStyle/>
          <a:p>
            <a:endParaRPr lang="en-US"/>
          </a:p>
        </p:txBody>
      </p:sp>
      <p:sp>
        <p:nvSpPr>
          <p:cNvPr id="3" name="Shape 1"/>
          <p:cNvSpPr/>
          <p:nvPr/>
        </p:nvSpPr>
        <p:spPr>
          <a:xfrm>
            <a:off x="0" y="0"/>
            <a:ext cx="12191695" cy="6858000"/>
          </a:xfrm>
          <a:prstGeom prst="rect">
            <a:avLst/>
          </a:prstGeom>
          <a:solidFill>
            <a:srgbClr val="F7F0E3"/>
          </a:solidFill>
          <a:ln/>
        </p:spPr>
        <p:txBody>
          <a:bodyPr/>
          <a:lstStyle/>
          <a:p>
            <a:endParaRPr lang="en-US"/>
          </a:p>
        </p:txBody>
      </p:sp>
    </p:spTree>
    <p:extLst>
      <p:ext uri="{BB962C8B-B14F-4D97-AF65-F5344CB8AC3E}">
        <p14:creationId xmlns:p14="http://schemas.microsoft.com/office/powerpoint/2010/main" val="196543525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2A6FBE-B229-50B4-6080-8FB6580AF9AC}"/>
              </a:ext>
            </a:extLst>
          </p:cNvPr>
          <p:cNvSpPr>
            <a:spLocks noGrp="1"/>
          </p:cNvSpPr>
          <p:nvPr>
            <p:ph type="title"/>
          </p:nvPr>
        </p:nvSpPr>
        <p:spPr>
          <a:xfrm>
            <a:off x="669472" y="627536"/>
            <a:ext cx="10874828" cy="705964"/>
          </a:xfrm>
          <a:prstGeom prst="rect">
            <a:avLst/>
          </a:prstGeom>
        </p:spPr>
        <p:txBody>
          <a:bodyPr vert="horz" lIns="0" tIns="45720" rIns="91440" bIns="45720" rtlCol="0" anchor="t" anchorCtr="0">
            <a:noAutofit/>
          </a:bodyPr>
          <a:lstStyle/>
          <a:p>
            <a:r>
              <a:rPr lang="en-US"/>
              <a:t>Click to edit title (Segoe UI Bold, 28pt)</a:t>
            </a:r>
          </a:p>
        </p:txBody>
      </p:sp>
      <p:sp>
        <p:nvSpPr>
          <p:cNvPr id="3" name="Text Placeholder 2">
            <a:extLst>
              <a:ext uri="{FF2B5EF4-FFF2-40B4-BE49-F238E27FC236}">
                <a16:creationId xmlns:a16="http://schemas.microsoft.com/office/drawing/2014/main" id="{810AFA17-5422-A0DF-039E-8C826DD923AE}"/>
              </a:ext>
            </a:extLst>
          </p:cNvPr>
          <p:cNvSpPr>
            <a:spLocks noGrp="1"/>
          </p:cNvSpPr>
          <p:nvPr>
            <p:ph type="body" idx="1"/>
          </p:nvPr>
        </p:nvSpPr>
        <p:spPr>
          <a:xfrm>
            <a:off x="647700" y="1927225"/>
            <a:ext cx="10896600" cy="4283075"/>
          </a:xfrm>
          <a:prstGeom prst="rect">
            <a:avLst/>
          </a:prstGeom>
        </p:spPr>
        <p:txBody>
          <a:bodyPr vert="horz" lIns="0" tIns="45720" rIns="91440" bIns="45720" rtlCol="0">
            <a:noAutofit/>
          </a:bodyPr>
          <a:lstStyle/>
          <a:p>
            <a:pPr lvl="0"/>
            <a:r>
              <a:rPr lang="en-US"/>
              <a:t>Click to add text (Segoe UI, 14pt)</a:t>
            </a:r>
          </a:p>
          <a:p>
            <a:pPr lvl="1"/>
            <a:r>
              <a:rPr lang="en-US"/>
              <a:t>Second Level</a:t>
            </a:r>
          </a:p>
        </p:txBody>
      </p:sp>
      <p:sp>
        <p:nvSpPr>
          <p:cNvPr id="5" name="Slide Number Placeholder 7">
            <a:extLst>
              <a:ext uri="{FF2B5EF4-FFF2-40B4-BE49-F238E27FC236}">
                <a16:creationId xmlns:a16="http://schemas.microsoft.com/office/drawing/2014/main" id="{AB244D0A-4185-478E-51A0-8A197319A070}"/>
              </a:ext>
            </a:extLst>
          </p:cNvPr>
          <p:cNvSpPr>
            <a:spLocks noGrp="1" noRot="1" noMove="1" noResize="1" noEditPoints="1" noAdjustHandles="1" noChangeArrowheads="1" noChangeShapeType="1"/>
          </p:cNvSpPr>
          <p:nvPr>
            <p:ph type="sldNum" sz="quarter" idx="4"/>
          </p:nvPr>
        </p:nvSpPr>
        <p:spPr>
          <a:xfrm>
            <a:off x="10886032" y="6488471"/>
            <a:ext cx="658268" cy="255358"/>
          </a:xfrm>
          <a:prstGeom prst="rect">
            <a:avLst/>
          </a:prstGeom>
        </p:spPr>
        <p:txBody>
          <a:bodyPr lIns="0" rIns="0">
            <a:noAutofit/>
          </a:bodyPr>
          <a:lstStyle>
            <a:lvl1pPr algn="r">
              <a:defRPr sz="800">
                <a:latin typeface="Segoe UI" panose="020B0502040204020203" pitchFamily="34" charset="0"/>
                <a:cs typeface="Segoe UI" panose="020B0502040204020203" pitchFamily="34" charset="0"/>
              </a:defRPr>
            </a:lvl1pPr>
          </a:lstStyle>
          <a:p>
            <a:fld id="{F71C0B42-4AEE-41DE-B077-4156AA01E9D4}" type="slidenum">
              <a:rPr lang="en-US" smtClean="0"/>
              <a:pPr/>
              <a:t>‹#›</a:t>
            </a:fld>
            <a:endParaRPr lang="en-US"/>
          </a:p>
        </p:txBody>
      </p:sp>
      <p:pic>
        <p:nvPicPr>
          <p:cNvPr id="9" name="Picture 8" descr="A blue and black logo&#10;&#10;Description automatically generated">
            <a:extLst>
              <a:ext uri="{FF2B5EF4-FFF2-40B4-BE49-F238E27FC236}">
                <a16:creationId xmlns:a16="http://schemas.microsoft.com/office/drawing/2014/main" id="{1CC8ADF9-B112-3BE1-1976-5018D0981B72}"/>
              </a:ext>
            </a:extLst>
          </p:cNvPr>
          <p:cNvPicPr>
            <a:picLocks noChangeAspect="1"/>
          </p:cNvPicPr>
          <p:nvPr userDrawn="1"/>
        </p:nvPicPr>
        <p:blipFill>
          <a:blip r:embed="rId45" cstate="print">
            <a:extLst>
              <a:ext uri="{28A0092B-C50C-407E-A947-70E740481C1C}">
                <a14:useLocalDpi xmlns:a14="http://schemas.microsoft.com/office/drawing/2010/main" val="0"/>
              </a:ext>
            </a:extLst>
          </a:blip>
          <a:stretch>
            <a:fillRect/>
          </a:stretch>
        </p:blipFill>
        <p:spPr>
          <a:xfrm>
            <a:off x="567104" y="6332798"/>
            <a:ext cx="1049020" cy="419608"/>
          </a:xfrm>
          <a:prstGeom prst="rect">
            <a:avLst/>
          </a:prstGeom>
        </p:spPr>
      </p:pic>
      <p:graphicFrame>
        <p:nvGraphicFramePr>
          <p:cNvPr id="16" name="Table 15">
            <a:extLst>
              <a:ext uri="{FF2B5EF4-FFF2-40B4-BE49-F238E27FC236}">
                <a16:creationId xmlns:a16="http://schemas.microsoft.com/office/drawing/2014/main" id="{8AB9E31F-D5AF-FDD3-4BDC-B284586CC3B4}"/>
              </a:ext>
            </a:extLst>
          </p:cNvPr>
          <p:cNvGraphicFramePr>
            <a:graphicFrameLocks noGrp="1"/>
          </p:cNvGraphicFramePr>
          <p:nvPr userDrawn="1">
            <p:extLst>
              <p:ext uri="{D42A27DB-BD31-4B8C-83A1-F6EECF244321}">
                <p14:modId xmlns:p14="http://schemas.microsoft.com/office/powerpoint/2010/main" val="3199610879"/>
              </p:ext>
            </p:extLst>
          </p:nvPr>
        </p:nvGraphicFramePr>
        <p:xfrm>
          <a:off x="1667827" y="6501720"/>
          <a:ext cx="1932173" cy="255359"/>
        </p:xfrm>
        <a:graphic>
          <a:graphicData uri="http://schemas.openxmlformats.org/drawingml/2006/table">
            <a:tbl>
              <a:tblPr firstRow="1" bandRow="1">
                <a:tableStyleId>{5C22544A-7EE6-4342-B048-85BDC9FD1C3A}</a:tableStyleId>
              </a:tblPr>
              <a:tblGrid>
                <a:gridCol w="1932173">
                  <a:extLst>
                    <a:ext uri="{9D8B030D-6E8A-4147-A177-3AD203B41FA5}">
                      <a16:colId xmlns:a16="http://schemas.microsoft.com/office/drawing/2014/main" val="1979303119"/>
                    </a:ext>
                  </a:extLst>
                </a:gridCol>
              </a:tblGrid>
              <a:tr h="2553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50" b="0">
                          <a:solidFill>
                            <a:schemeClr val="bg1">
                              <a:lumMod val="50000"/>
                            </a:schemeClr>
                          </a:solidFill>
                        </a:rPr>
                        <a:t>© EMS LINQ, LLC. All rights reserved. </a:t>
                      </a:r>
                    </a:p>
                  </a:txBody>
                  <a:tcPr>
                    <a:noFill/>
                  </a:tcPr>
                </a:tc>
                <a:extLst>
                  <a:ext uri="{0D108BD9-81ED-4DB2-BD59-A6C34878D82A}">
                    <a16:rowId xmlns:a16="http://schemas.microsoft.com/office/drawing/2014/main" val="1911493861"/>
                  </a:ext>
                </a:extLst>
              </a:tr>
            </a:tbl>
          </a:graphicData>
        </a:graphic>
      </p:graphicFrame>
    </p:spTree>
    <p:extLst>
      <p:ext uri="{BB962C8B-B14F-4D97-AF65-F5344CB8AC3E}">
        <p14:creationId xmlns:p14="http://schemas.microsoft.com/office/powerpoint/2010/main" val="3966009689"/>
      </p:ext>
    </p:extLst>
  </p:cSld>
  <p:clrMap bg1="lt1" tx1="dk1" bg2="lt2" tx2="dk2" accent1="accent1" accent2="accent2" accent3="accent3" accent4="accent4" accent5="accent5" accent6="accent6" hlink="hlink" folHlink="folHlink"/>
  <p:sldLayoutIdLst>
    <p:sldLayoutId id="2147483959" r:id="rId1"/>
    <p:sldLayoutId id="2147483986" r:id="rId2"/>
    <p:sldLayoutId id="2147483960" r:id="rId3"/>
    <p:sldLayoutId id="2147483987" r:id="rId4"/>
    <p:sldLayoutId id="2147483999" r:id="rId5"/>
    <p:sldLayoutId id="2147483978" r:id="rId6"/>
    <p:sldLayoutId id="2147483979" r:id="rId7"/>
    <p:sldLayoutId id="2147483980" r:id="rId8"/>
    <p:sldLayoutId id="2147483981" r:id="rId9"/>
    <p:sldLayoutId id="2147483961" r:id="rId10"/>
    <p:sldLayoutId id="2147483963" r:id="rId11"/>
    <p:sldLayoutId id="2147484014" r:id="rId12"/>
    <p:sldLayoutId id="2147484008" r:id="rId13"/>
    <p:sldLayoutId id="2147484002" r:id="rId14"/>
    <p:sldLayoutId id="2147483984" r:id="rId15"/>
    <p:sldLayoutId id="2147484005" r:id="rId16"/>
    <p:sldLayoutId id="2147483988" r:id="rId17"/>
    <p:sldLayoutId id="2147484003" r:id="rId18"/>
    <p:sldLayoutId id="2147483989" r:id="rId19"/>
    <p:sldLayoutId id="2147484004" r:id="rId20"/>
    <p:sldLayoutId id="2147484012" r:id="rId21"/>
    <p:sldLayoutId id="2147483993" r:id="rId22"/>
    <p:sldLayoutId id="2147483965" r:id="rId23"/>
    <p:sldLayoutId id="2147483992" r:id="rId24"/>
    <p:sldLayoutId id="2147483967" r:id="rId25"/>
    <p:sldLayoutId id="2147483994" r:id="rId26"/>
    <p:sldLayoutId id="2147484006" r:id="rId27"/>
    <p:sldLayoutId id="2147483975" r:id="rId28"/>
    <p:sldLayoutId id="2147483977" r:id="rId29"/>
    <p:sldLayoutId id="2147484007" r:id="rId30"/>
    <p:sldLayoutId id="2147484010" r:id="rId31"/>
    <p:sldLayoutId id="2147484011" r:id="rId32"/>
    <p:sldLayoutId id="2147484013" r:id="rId33"/>
    <p:sldLayoutId id="2147483996" r:id="rId34"/>
    <p:sldLayoutId id="2147483997" r:id="rId35"/>
    <p:sldLayoutId id="2147483998" r:id="rId36"/>
    <p:sldLayoutId id="2147484000" r:id="rId37"/>
    <p:sldLayoutId id="2147483969" r:id="rId38"/>
    <p:sldLayoutId id="2147484001" r:id="rId39"/>
    <p:sldLayoutId id="2147483970" r:id="rId40"/>
    <p:sldLayoutId id="2147483971" r:id="rId41"/>
    <p:sldLayoutId id="2147483968" r:id="rId42"/>
    <p:sldLayoutId id="2147484015" r:id="rId43"/>
  </p:sldLayoutIdLst>
  <p:hf hdr="0" dt="0"/>
  <p:txStyles>
    <p:titleStyle>
      <a:lvl1pPr algn="l" defTabSz="914400" rtl="0" eaLnBrk="1" latinLnBrk="0" hangingPunct="1">
        <a:lnSpc>
          <a:spcPct val="90000"/>
        </a:lnSpc>
        <a:spcBef>
          <a:spcPct val="0"/>
        </a:spcBef>
        <a:buNone/>
        <a:defRPr sz="2800" b="1" i="0" kern="1200">
          <a:solidFill>
            <a:schemeClr val="tx1"/>
          </a:solidFill>
          <a:latin typeface="Segoe UI" panose="020B0502040204020203" pitchFamily="34" charset="0"/>
          <a:ea typeface="+mj-ea"/>
          <a:cs typeface="Segoe UI" panose="020B0502040204020203" pitchFamily="34" charset="0"/>
        </a:defRPr>
      </a:lvl1pPr>
    </p:titleStyle>
    <p:bodyStyle>
      <a:lvl1pPr marL="228600" indent="-228600" algn="l" defTabSz="914400" rtl="0" eaLnBrk="1" latinLnBrk="0" hangingPunct="1">
        <a:lnSpc>
          <a:spcPct val="110000"/>
        </a:lnSpc>
        <a:spcBef>
          <a:spcPts val="0"/>
        </a:spcBef>
        <a:spcAft>
          <a:spcPts val="600"/>
        </a:spcAft>
        <a:buClr>
          <a:srgbClr val="1BAAC1"/>
        </a:buClr>
        <a:buSzPct val="90000"/>
        <a:buFont typeface="Arial" panose="020B0604020202020204" pitchFamily="34" charset="0"/>
        <a:buChar char="•"/>
        <a:defRPr sz="1400" kern="1200">
          <a:solidFill>
            <a:schemeClr val="tx1"/>
          </a:solidFill>
          <a:latin typeface="Segoe UI" panose="020B0502040204020203" pitchFamily="34" charset="0"/>
          <a:ea typeface="+mn-ea"/>
          <a:cs typeface="Segoe UI" panose="020B0502040204020203" pitchFamily="34" charset="0"/>
        </a:defRPr>
      </a:lvl1pPr>
      <a:lvl2pPr marL="228600" indent="-228600" algn="l" defTabSz="914400" rtl="0" eaLnBrk="1" latinLnBrk="0" hangingPunct="1">
        <a:lnSpc>
          <a:spcPct val="110000"/>
        </a:lnSpc>
        <a:spcBef>
          <a:spcPts val="0"/>
        </a:spcBef>
        <a:spcAft>
          <a:spcPts val="600"/>
        </a:spcAft>
        <a:buClr>
          <a:srgbClr val="1BAAC1"/>
        </a:buClr>
        <a:buSzPct val="90000"/>
        <a:buFont typeface="Arial" panose="020B0604020202020204" pitchFamily="34" charset="0"/>
        <a:buChar char="•"/>
        <a:defRPr sz="1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Clr>
          <a:srgbClr val="1BAAC1"/>
        </a:buClr>
        <a:buSzPct val="90000"/>
        <a:buFont typeface="Arial" panose="020B0604020202020204" pitchFamily="34" charset="0"/>
        <a:buChar char="•"/>
        <a:defRPr sz="14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Clr>
          <a:srgbClr val="1BAAC1"/>
        </a:buClr>
        <a:buSzPct val="90000"/>
        <a:buFont typeface="Arial" panose="020B0604020202020204" pitchFamily="34" charset="0"/>
        <a:buChar char="•"/>
        <a:defRPr sz="11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Clr>
          <a:srgbClr val="1BAAC1"/>
        </a:buClr>
        <a:buSzPct val="90000"/>
        <a:buFont typeface="Arial" panose="020B0604020202020204" pitchFamily="34" charset="0"/>
        <a:buChar char="•"/>
        <a:defRPr sz="10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4" userDrawn="1">
          <p15:clr>
            <a:srgbClr val="F26B43"/>
          </p15:clr>
        </p15:guide>
        <p15:guide id="2" pos="3840" userDrawn="1">
          <p15:clr>
            <a:srgbClr val="F26B43"/>
          </p15:clr>
        </p15:guide>
        <p15:guide id="11" orient="horz" pos="3912" userDrawn="1">
          <p15:clr>
            <a:srgbClr val="F26B43"/>
          </p15:clr>
        </p15:guide>
        <p15:guide id="12" pos="408" userDrawn="1">
          <p15:clr>
            <a:srgbClr val="F26B43"/>
          </p15:clr>
        </p15:guide>
        <p15:guide id="14" pos="7680" userDrawn="1">
          <p15:clr>
            <a:srgbClr val="F26B43"/>
          </p15:clr>
        </p15:guide>
        <p15:guide id="15" pos="2520" userDrawn="1">
          <p15:clr>
            <a:srgbClr val="F26B43"/>
          </p15:clr>
        </p15:guide>
        <p15:guide id="16" pos="2784" userDrawn="1">
          <p15:clr>
            <a:srgbClr val="F26B43"/>
          </p15:clr>
        </p15:guide>
        <p15:guide id="17" pos="4896" userDrawn="1">
          <p15:clr>
            <a:srgbClr val="F26B43"/>
          </p15:clr>
        </p15:guide>
        <p15:guide id="19" pos="7272" userDrawn="1">
          <p15:clr>
            <a:srgbClr val="F26B43"/>
          </p15:clr>
        </p15:guide>
        <p15:guide id="20" pos="5160" userDrawn="1">
          <p15:clr>
            <a:srgbClr val="F26B43"/>
          </p15:clr>
        </p15:guide>
        <p15:guide id="21" orient="horz" pos="4176" userDrawn="1">
          <p15:clr>
            <a:srgbClr val="F26B43"/>
          </p15:clr>
        </p15:guide>
        <p15:guide id="22" orient="horz" pos="840" userDrawn="1">
          <p15:clr>
            <a:srgbClr val="F26B43"/>
          </p15:clr>
        </p15:guide>
        <p15:guide id="23" orient="horz" pos="121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43.xml"/><Relationship Id="rId4" Type="http://schemas.openxmlformats.org/officeDocument/2006/relationships/image" Target="../media/image2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43.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3.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94B63-D9DE-EAC1-5253-BF6B2284F7D4}"/>
              </a:ext>
            </a:extLst>
          </p:cNvPr>
          <p:cNvSpPr>
            <a:spLocks noGrp="1"/>
          </p:cNvSpPr>
          <p:nvPr>
            <p:ph type="title"/>
          </p:nvPr>
        </p:nvSpPr>
        <p:spPr>
          <a:xfrm>
            <a:off x="609600" y="715635"/>
            <a:ext cx="5486400" cy="1819160"/>
          </a:xfrm>
        </p:spPr>
        <p:txBody>
          <a:bodyPr/>
          <a:lstStyle/>
          <a:p>
            <a:r>
              <a:rPr lang="en-US" dirty="0">
                <a:latin typeface="Poppins"/>
                <a:cs typeface="Poppins"/>
              </a:rPr>
              <a:t>A fresh future</a:t>
            </a:r>
            <a:br>
              <a:rPr lang="en-US" dirty="0">
                <a:latin typeface="Poppins"/>
                <a:cs typeface="Poppins"/>
              </a:rPr>
            </a:br>
            <a:r>
              <a:rPr lang="en-US" dirty="0">
                <a:latin typeface="Poppins"/>
                <a:cs typeface="Poppins"/>
              </a:rPr>
              <a:t>for Child Nutrition Programs</a:t>
            </a:r>
          </a:p>
        </p:txBody>
      </p:sp>
      <p:sp>
        <p:nvSpPr>
          <p:cNvPr id="3" name="Text Placeholder 2">
            <a:extLst>
              <a:ext uri="{FF2B5EF4-FFF2-40B4-BE49-F238E27FC236}">
                <a16:creationId xmlns:a16="http://schemas.microsoft.com/office/drawing/2014/main" id="{9D65884F-DFE9-FE36-14FC-6E8B762D19B5}"/>
              </a:ext>
            </a:extLst>
          </p:cNvPr>
          <p:cNvSpPr>
            <a:spLocks noGrp="1"/>
          </p:cNvSpPr>
          <p:nvPr>
            <p:ph type="body" sz="quarter" idx="12"/>
          </p:nvPr>
        </p:nvSpPr>
        <p:spPr/>
        <p:txBody>
          <a:bodyPr vert="horz" lIns="0" tIns="45720" rIns="91440" bIns="45720" rtlCol="0" anchor="t">
            <a:noAutofit/>
          </a:bodyPr>
          <a:lstStyle/>
          <a:p>
            <a:r>
              <a:rPr lang="en-US" dirty="0">
                <a:latin typeface="Poppins"/>
                <a:cs typeface="Poppins"/>
              </a:rPr>
              <a:t>Features, Workflows, and Professional Services Configurations</a:t>
            </a:r>
          </a:p>
        </p:txBody>
      </p:sp>
    </p:spTree>
    <p:extLst>
      <p:ext uri="{BB962C8B-B14F-4D97-AF65-F5344CB8AC3E}">
        <p14:creationId xmlns:p14="http://schemas.microsoft.com/office/powerpoint/2010/main" val="39850220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4"/>
          <p:cNvSpPr/>
          <p:nvPr/>
        </p:nvSpPr>
        <p:spPr>
          <a:xfrm>
            <a:off x="709284" y="894259"/>
            <a:ext cx="6879061" cy="822523"/>
          </a:xfrm>
          <a:prstGeom prst="rect">
            <a:avLst/>
          </a:prstGeom>
          <a:noFill/>
          <a:ln/>
        </p:spPr>
        <p:txBody>
          <a:bodyPr wrap="square" lIns="0" tIns="0" rIns="0" bIns="0" rtlCol="0" anchor="t">
            <a:noAutofit/>
          </a:bodyPr>
          <a:lstStyle/>
          <a:p>
            <a:pPr>
              <a:lnSpc>
                <a:spcPct val="104000"/>
              </a:lnSpc>
              <a:defRPr/>
            </a:pPr>
            <a:r>
              <a:rPr lang="en-US" sz="3600">
                <a:solidFill>
                  <a:srgbClr val="0F2D4A"/>
                </a:solidFill>
                <a:latin typeface="Poppins Medium"/>
                <a:cs typeface="Poppins Medium"/>
              </a:rPr>
              <a:t>A look at what we're building...</a:t>
            </a:r>
            <a:endParaRPr lang="en-US" sz="3600" b="0" i="0" u="none" strike="noStrike" kern="1200" cap="none" spc="0" normalizeH="0" baseline="0" noProof="0">
              <a:ln>
                <a:noFill/>
              </a:ln>
              <a:solidFill>
                <a:srgbClr val="0F2D4A"/>
              </a:solidFill>
              <a:effectLst/>
              <a:uLnTx/>
              <a:uFillTx/>
              <a:latin typeface="Poppins Medium"/>
              <a:cs typeface="Poppins Medium"/>
            </a:endParaRPr>
          </a:p>
        </p:txBody>
      </p:sp>
      <p:sp>
        <p:nvSpPr>
          <p:cNvPr id="8" name="Text 6"/>
          <p:cNvSpPr/>
          <p:nvPr/>
        </p:nvSpPr>
        <p:spPr>
          <a:xfrm>
            <a:off x="709285" y="2560111"/>
            <a:ext cx="6515604" cy="3990690"/>
          </a:xfrm>
          <a:prstGeom prst="rect">
            <a:avLst/>
          </a:prstGeom>
          <a:noFill/>
          <a:ln/>
        </p:spPr>
        <p:txBody>
          <a:bodyPr wrap="square" lIns="0" tIns="0" rIns="0" bIns="0" rtlCol="0" anchor="t">
            <a:noAutofit/>
          </a:bodyPr>
          <a:lstStyle/>
          <a:p>
            <a:pPr>
              <a:defRPr/>
            </a:pPr>
            <a:r>
              <a:rPr lang="en-US">
                <a:solidFill>
                  <a:srgbClr val="0F2D4A"/>
                </a:solidFill>
                <a:latin typeface="Nunito Sans"/>
                <a:ea typeface="+mn-lt"/>
                <a:cs typeface="+mn-lt"/>
              </a:rPr>
              <a:t>A new platform replacing CTS </a:t>
            </a:r>
            <a:r>
              <a:rPr kumimoji="0" lang="en-US" i="0" u="none" strike="noStrike" kern="1200" cap="none" spc="0" normalizeH="0" baseline="0" noProof="0">
                <a:ln>
                  <a:noFill/>
                </a:ln>
                <a:solidFill>
                  <a:srgbClr val="0F2D4A"/>
                </a:solidFill>
                <a:effectLst/>
                <a:uLnTx/>
                <a:uFillTx/>
                <a:latin typeface="Nunito Sans"/>
                <a:ea typeface="+mn-lt"/>
                <a:cs typeface="+mn-lt"/>
              </a:rPr>
              <a:t>and </a:t>
            </a:r>
            <a:r>
              <a:rPr lang="en-US">
                <a:solidFill>
                  <a:srgbClr val="0F2D4A"/>
                </a:solidFill>
                <a:latin typeface="Nunito Sans"/>
                <a:ea typeface="+mn-lt"/>
                <a:cs typeface="+mn-lt"/>
              </a:rPr>
              <a:t>DIS, managing </a:t>
            </a:r>
            <a:br>
              <a:rPr lang="en-US">
                <a:latin typeface="Nunito Sans"/>
                <a:ea typeface="+mn-lt"/>
                <a:cs typeface="+mn-lt"/>
              </a:rPr>
            </a:br>
            <a:r>
              <a:rPr lang="en-US">
                <a:solidFill>
                  <a:srgbClr val="0F2D4A"/>
                </a:solidFill>
                <a:latin typeface="Nunito Sans"/>
                <a:ea typeface="+mn-lt"/>
                <a:cs typeface="+mn-lt"/>
              </a:rPr>
              <a:t>Child Nutrition Programs across multiple states that will manage every step of the program cycle, including:</a:t>
            </a:r>
            <a:br>
              <a:rPr lang="en-US" b="1">
                <a:solidFill>
                  <a:srgbClr val="0F2D4A"/>
                </a:solidFill>
                <a:latin typeface="Nunito Sans"/>
                <a:ea typeface="+mn-lt"/>
                <a:cs typeface="+mn-lt"/>
              </a:rPr>
            </a:br>
            <a:endParaRPr lang="en-US" b="1"/>
          </a:p>
          <a:p>
            <a:pPr marL="285750" indent="-285750">
              <a:buFont typeface="Arial"/>
              <a:buChar char="•"/>
              <a:defRPr/>
            </a:pPr>
            <a:r>
              <a:rPr lang="en-US">
                <a:solidFill>
                  <a:srgbClr val="0F2D4A"/>
                </a:solidFill>
                <a:latin typeface="Nunito Sans"/>
                <a:ea typeface="+mn-lt"/>
                <a:cs typeface="+mn-lt"/>
              </a:rPr>
              <a:t>sponsor applications</a:t>
            </a:r>
            <a:endParaRPr lang="en-US">
              <a:solidFill>
                <a:srgbClr val="002A59"/>
              </a:solidFill>
              <a:latin typeface="SegoeUI"/>
              <a:ea typeface="+mn-lt"/>
              <a:cs typeface="+mn-lt"/>
            </a:endParaRPr>
          </a:p>
          <a:p>
            <a:pPr marL="285750" indent="-285750">
              <a:buFont typeface="Arial"/>
              <a:buChar char="•"/>
              <a:defRPr/>
            </a:pPr>
            <a:r>
              <a:rPr lang="en-US">
                <a:solidFill>
                  <a:srgbClr val="0F2D4A"/>
                </a:solidFill>
                <a:latin typeface="Nunito Sans"/>
                <a:ea typeface="+mn-lt"/>
                <a:cs typeface="+mn-lt"/>
              </a:rPr>
              <a:t>site approvals</a:t>
            </a:r>
            <a:endParaRPr lang="en-US">
              <a:solidFill>
                <a:srgbClr val="002A59"/>
              </a:solidFill>
              <a:latin typeface="SegoeUI"/>
              <a:ea typeface="+mn-lt"/>
              <a:cs typeface="+mn-lt"/>
            </a:endParaRPr>
          </a:p>
          <a:p>
            <a:pPr marL="285750" indent="-285750">
              <a:buFont typeface="Arial"/>
              <a:buChar char="•"/>
              <a:defRPr/>
            </a:pPr>
            <a:r>
              <a:rPr lang="en-US">
                <a:solidFill>
                  <a:srgbClr val="0F2D4A"/>
                </a:solidFill>
                <a:latin typeface="Nunito Sans"/>
                <a:ea typeface="+mn-lt"/>
                <a:cs typeface="+mn-lt"/>
              </a:rPr>
              <a:t>monthly claims</a:t>
            </a:r>
            <a:endParaRPr lang="en-US">
              <a:solidFill>
                <a:srgbClr val="002A59"/>
              </a:solidFill>
              <a:latin typeface="SegoeUI"/>
              <a:ea typeface="+mn-lt"/>
              <a:cs typeface="+mn-lt"/>
            </a:endParaRPr>
          </a:p>
          <a:p>
            <a:pPr marL="285750" indent="-285750">
              <a:buFont typeface="Arial"/>
              <a:buChar char="•"/>
              <a:defRPr/>
            </a:pPr>
            <a:r>
              <a:rPr lang="en-US">
                <a:solidFill>
                  <a:srgbClr val="0F2D4A"/>
                </a:solidFill>
                <a:latin typeface="Nunito Sans"/>
                <a:ea typeface="+mn-lt"/>
                <a:cs typeface="+mn-lt"/>
              </a:rPr>
              <a:t>administrative reviews</a:t>
            </a:r>
            <a:endParaRPr lang="en-US">
              <a:solidFill>
                <a:srgbClr val="002A59"/>
              </a:solidFill>
              <a:latin typeface="SegoeUI"/>
              <a:ea typeface="+mn-lt"/>
              <a:cs typeface="+mn-lt"/>
            </a:endParaRPr>
          </a:p>
          <a:p>
            <a:pPr marL="285750" indent="-285750">
              <a:buFont typeface="Arial"/>
              <a:buChar char="•"/>
              <a:defRPr/>
            </a:pPr>
            <a:r>
              <a:rPr lang="en-US">
                <a:solidFill>
                  <a:srgbClr val="0F2D4A"/>
                </a:solidFill>
                <a:latin typeface="Nunito Sans"/>
                <a:ea typeface="+mn-lt"/>
                <a:cs typeface="+mn-lt"/>
              </a:rPr>
              <a:t>corrective actions, and appeals</a:t>
            </a:r>
            <a:endParaRPr lang="en-US"/>
          </a:p>
          <a:p>
            <a:pPr>
              <a:defRPr/>
            </a:pPr>
            <a:endParaRPr lang="en-US">
              <a:solidFill>
                <a:srgbClr val="0F2D4A"/>
              </a:solidFill>
              <a:latin typeface="Nunito Sans"/>
              <a:ea typeface="+mn-lt"/>
              <a:cs typeface="+mn-lt"/>
            </a:endParaRPr>
          </a:p>
          <a:p>
            <a:pPr>
              <a:defRPr/>
            </a:pPr>
            <a:r>
              <a:rPr lang="en-US">
                <a:solidFill>
                  <a:srgbClr val="0F2D4A"/>
                </a:solidFill>
                <a:latin typeface="Nunito Sans"/>
                <a:ea typeface="+mn-lt"/>
                <a:cs typeface="+mn-lt"/>
              </a:rPr>
              <a:t>Built from the ground up as a single platform that adapts </a:t>
            </a:r>
            <a:r>
              <a:rPr kumimoji="0" lang="en-US" i="0" u="none" strike="noStrike" kern="1200" cap="none" spc="0" normalizeH="0" baseline="0" noProof="0">
                <a:ln>
                  <a:noFill/>
                </a:ln>
                <a:solidFill>
                  <a:srgbClr val="0F2D4A"/>
                </a:solidFill>
                <a:effectLst/>
                <a:uLnTx/>
                <a:uFillTx/>
                <a:latin typeface="Nunito Sans"/>
                <a:ea typeface="+mn-lt"/>
                <a:cs typeface="+mn-lt"/>
              </a:rPr>
              <a:t>to </a:t>
            </a:r>
            <a:r>
              <a:rPr lang="en-US">
                <a:solidFill>
                  <a:srgbClr val="0F2D4A"/>
                </a:solidFill>
                <a:latin typeface="Nunito Sans"/>
                <a:ea typeface="+mn-lt"/>
                <a:cs typeface="+mn-lt"/>
              </a:rPr>
              <a:t>each state's rules without custom development</a:t>
            </a:r>
            <a:r>
              <a:rPr kumimoji="0" lang="en-US" i="0" u="none" strike="noStrike" kern="1200" cap="none" spc="0" normalizeH="0" baseline="0" noProof="0">
                <a:ln>
                  <a:noFill/>
                </a:ln>
                <a:solidFill>
                  <a:srgbClr val="0F2D4A"/>
                </a:solidFill>
                <a:effectLst/>
                <a:uLnTx/>
                <a:uFillTx/>
                <a:latin typeface="Nunito Sans"/>
                <a:ea typeface="+mn-lt"/>
                <a:cs typeface="+mn-lt"/>
              </a:rPr>
              <a:t>.</a:t>
            </a:r>
            <a:endParaRPr lang="en-US"/>
          </a:p>
        </p:txBody>
      </p:sp>
      <p:pic>
        <p:nvPicPr>
          <p:cNvPr id="15" name="Picture 14" descr="A blue and black logo&#10;&#10;Description automatically generated">
            <a:extLst>
              <a:ext uri="{FF2B5EF4-FFF2-40B4-BE49-F238E27FC236}">
                <a16:creationId xmlns:a16="http://schemas.microsoft.com/office/drawing/2014/main" id="{70FB53D6-EDC5-A8A0-6099-3550B36D162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67104" y="6332798"/>
            <a:ext cx="1049020" cy="419608"/>
          </a:xfrm>
          <a:prstGeom prst="rect">
            <a:avLst/>
          </a:prstGeom>
        </p:spPr>
      </p:pic>
      <p:graphicFrame>
        <p:nvGraphicFramePr>
          <p:cNvPr id="16" name="Table 15">
            <a:extLst>
              <a:ext uri="{FF2B5EF4-FFF2-40B4-BE49-F238E27FC236}">
                <a16:creationId xmlns:a16="http://schemas.microsoft.com/office/drawing/2014/main" id="{174F0C12-96CA-BF4E-08FE-B0F2E7DA55DF}"/>
              </a:ext>
            </a:extLst>
          </p:cNvPr>
          <p:cNvGraphicFramePr>
            <a:graphicFrameLocks noGrp="1"/>
          </p:cNvGraphicFramePr>
          <p:nvPr/>
        </p:nvGraphicFramePr>
        <p:xfrm>
          <a:off x="1667827" y="6501720"/>
          <a:ext cx="1932173" cy="255359"/>
        </p:xfrm>
        <a:graphic>
          <a:graphicData uri="http://schemas.openxmlformats.org/drawingml/2006/table">
            <a:tbl>
              <a:tblPr firstRow="1" bandRow="1">
                <a:tableStyleId>{5C22544A-7EE6-4342-B048-85BDC9FD1C3A}</a:tableStyleId>
              </a:tblPr>
              <a:tblGrid>
                <a:gridCol w="1932173">
                  <a:extLst>
                    <a:ext uri="{9D8B030D-6E8A-4147-A177-3AD203B41FA5}">
                      <a16:colId xmlns:a16="http://schemas.microsoft.com/office/drawing/2014/main" val="1979303119"/>
                    </a:ext>
                  </a:extLst>
                </a:gridCol>
              </a:tblGrid>
              <a:tr h="2553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50" b="0">
                          <a:solidFill>
                            <a:schemeClr val="bg1">
                              <a:lumMod val="50000"/>
                            </a:schemeClr>
                          </a:solidFill>
                        </a:rPr>
                        <a:t>© EMS LINQ, LLC. All rights reserved. </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11493861"/>
                  </a:ext>
                </a:extLst>
              </a:tr>
            </a:tbl>
          </a:graphicData>
        </a:graphic>
      </p:graphicFrame>
      <p:sp>
        <p:nvSpPr>
          <p:cNvPr id="4" name="Slide Number Placeholder 7">
            <a:extLst>
              <a:ext uri="{FF2B5EF4-FFF2-40B4-BE49-F238E27FC236}">
                <a16:creationId xmlns:a16="http://schemas.microsoft.com/office/drawing/2014/main" id="{372F435F-0A37-B8AD-C8F8-DA1E835E9DC8}"/>
              </a:ext>
            </a:extLst>
          </p:cNvPr>
          <p:cNvSpPr txBox="1">
            <a:spLocks/>
          </p:cNvSpPr>
          <p:nvPr/>
        </p:nvSpPr>
        <p:spPr>
          <a:xfrm>
            <a:off x="10664493" y="6483396"/>
            <a:ext cx="877691" cy="340477"/>
          </a:xfrm>
          <a:prstGeom prst="rect">
            <a:avLst/>
          </a:prstGeom>
        </p:spPr>
        <p:txBody>
          <a:bodyPr lIns="0" rIns="0">
            <a:noAutofit/>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r" defTabSz="1219170" rtl="0" eaLnBrk="1" fontAlgn="auto" latinLnBrk="0" hangingPunct="1">
              <a:lnSpc>
                <a:spcPct val="100000"/>
              </a:lnSpc>
              <a:spcBef>
                <a:spcPts val="0"/>
              </a:spcBef>
              <a:spcAft>
                <a:spcPts val="0"/>
              </a:spcAft>
              <a:buClrTx/>
              <a:buSzTx/>
              <a:buFontTx/>
              <a:buNone/>
              <a:tabLst/>
              <a:defRPr/>
            </a:pPr>
            <a:fld id="{F71C0B42-4AEE-41DE-B077-4156AA01E9D4}" type="slidenum">
              <a:rPr kumimoji="0" lang="en-US" sz="800" b="0" i="0" u="none" strike="noStrike" kern="1200" cap="none" spc="0" normalizeH="0" baseline="0" noProof="0" smtClean="0">
                <a:ln>
                  <a:noFill/>
                </a:ln>
                <a:solidFill>
                  <a:srgbClr val="0F2D4A"/>
                </a:solidFill>
                <a:effectLst/>
                <a:uLnTx/>
                <a:uFillTx/>
                <a:latin typeface="Nunito Sans Normal" pitchFamily="2" charset="77"/>
                <a:cs typeface="Segoe UI" panose="020B0502040204020203" pitchFamily="34" charset="0"/>
              </a:rPr>
              <a:pPr marL="0" marR="0" lvl="0" indent="0" algn="r" defTabSz="121917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0F2D4A"/>
              </a:solidFill>
              <a:effectLst/>
              <a:uLnTx/>
              <a:uFillTx/>
              <a:latin typeface="Nunito Sans Normal" pitchFamily="2" charset="77"/>
              <a:cs typeface="Segoe UI" panose="020B0502040204020203" pitchFamily="34" charset="0"/>
            </a:endParaRPr>
          </a:p>
        </p:txBody>
      </p:sp>
      <p:pic>
        <p:nvPicPr>
          <p:cNvPr id="2" name="Picture 1" descr="A young child eating an apple&#10;&#10;AI-generated content may be incorrect.">
            <a:extLst>
              <a:ext uri="{FF2B5EF4-FFF2-40B4-BE49-F238E27FC236}">
                <a16:creationId xmlns:a16="http://schemas.microsoft.com/office/drawing/2014/main" id="{10413733-9BBD-222E-FF82-F7F93EC2EE67}"/>
              </a:ext>
            </a:extLst>
          </p:cNvPr>
          <p:cNvPicPr>
            <a:picLocks noChangeAspect="1"/>
          </p:cNvPicPr>
          <p:nvPr/>
        </p:nvPicPr>
        <p:blipFill>
          <a:blip r:embed="rId4"/>
          <a:stretch>
            <a:fillRect/>
          </a:stretch>
        </p:blipFill>
        <p:spPr>
          <a:xfrm>
            <a:off x="7589384" y="507093"/>
            <a:ext cx="3762375" cy="5829300"/>
          </a:xfrm>
          <a:prstGeom prst="rect">
            <a:avLst/>
          </a:prstGeom>
        </p:spPr>
      </p:pic>
    </p:spTree>
    <p:extLst>
      <p:ext uri="{BB962C8B-B14F-4D97-AF65-F5344CB8AC3E}">
        <p14:creationId xmlns:p14="http://schemas.microsoft.com/office/powerpoint/2010/main" val="2109663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13">
            <a:extLst>
              <a:ext uri="{FF2B5EF4-FFF2-40B4-BE49-F238E27FC236}">
                <a16:creationId xmlns:a16="http://schemas.microsoft.com/office/drawing/2014/main" id="{884E2F35-3413-AC49-8A92-E652F8519962}"/>
              </a:ext>
            </a:extLst>
          </p:cNvPr>
          <p:cNvSpPr>
            <a:spLocks noGrp="1"/>
          </p:cNvSpPr>
          <p:nvPr/>
        </p:nvSpPr>
        <p:spPr>
          <a:xfrm>
            <a:off x="400411" y="1218558"/>
            <a:ext cx="2697480" cy="5486400"/>
          </a:xfrm>
          <a:prstGeom prst="rect">
            <a:avLst/>
          </a:prstGeom>
          <a:solidFill>
            <a:schemeClr val="bg1"/>
          </a:solidFill>
          <a:ln>
            <a:noFill/>
          </a:ln>
        </p:spPr>
        <p:txBody>
          <a:bodyPr/>
          <a:lstStyle/>
          <a:p>
            <a:endParaRPr/>
          </a:p>
        </p:txBody>
      </p:sp>
      <p:sp>
        <p:nvSpPr>
          <p:cNvPr id="7" name="s14">
            <a:extLst>
              <a:ext uri="{FF2B5EF4-FFF2-40B4-BE49-F238E27FC236}">
                <a16:creationId xmlns:a16="http://schemas.microsoft.com/office/drawing/2014/main" id="{92C514F0-AE90-4CE1-730D-5E209B238DA4}"/>
              </a:ext>
            </a:extLst>
          </p:cNvPr>
          <p:cNvSpPr>
            <a:spLocks noGrp="1"/>
          </p:cNvSpPr>
          <p:nvPr/>
        </p:nvSpPr>
        <p:spPr>
          <a:xfrm>
            <a:off x="537571" y="1314308"/>
            <a:ext cx="2423160" cy="530352"/>
          </a:xfrm>
          <a:prstGeom prst="rect">
            <a:avLst/>
          </a:prstGeom>
          <a:solidFill>
            <a:schemeClr val="bg1"/>
          </a:solidFill>
          <a:ln>
            <a:noFill/>
          </a:ln>
        </p:spPr>
        <p:txBody>
          <a:bodyPr wrap="square" lIns="91440" tIns="45720" rIns="91440" bIns="45720">
            <a:normAutofit fontScale="92500" lnSpcReduction="20000"/>
          </a:bodyPr>
          <a:lstStyle/>
          <a:p>
            <a:pPr algn="l"/>
            <a:r>
              <a:rPr lang="en-US" sz="3800" b="1" dirty="0"/>
              <a:t>01</a:t>
            </a:r>
          </a:p>
        </p:txBody>
      </p:sp>
      <p:sp>
        <p:nvSpPr>
          <p:cNvPr id="9" name="s15">
            <a:extLst>
              <a:ext uri="{FF2B5EF4-FFF2-40B4-BE49-F238E27FC236}">
                <a16:creationId xmlns:a16="http://schemas.microsoft.com/office/drawing/2014/main" id="{FFE43AC0-D5C9-4513-7D74-055988C43DAC}"/>
              </a:ext>
            </a:extLst>
          </p:cNvPr>
          <p:cNvSpPr>
            <a:spLocks noGrp="1"/>
          </p:cNvSpPr>
          <p:nvPr/>
        </p:nvSpPr>
        <p:spPr>
          <a:xfrm>
            <a:off x="537571" y="1904358"/>
            <a:ext cx="2423160" cy="475488"/>
          </a:xfrm>
          <a:prstGeom prst="rect">
            <a:avLst/>
          </a:prstGeom>
          <a:solidFill>
            <a:schemeClr val="bg1"/>
          </a:solidFill>
          <a:ln>
            <a:noFill/>
          </a:ln>
        </p:spPr>
        <p:txBody>
          <a:bodyPr wrap="square" lIns="91440" tIns="45720" rIns="91440" bIns="45720">
            <a:normAutofit/>
          </a:bodyPr>
          <a:lstStyle/>
          <a:p>
            <a:pPr algn="l"/>
            <a:r>
              <a:rPr lang="en-US" sz="1600" b="1" dirty="0"/>
              <a:t>Configuration</a:t>
            </a:r>
          </a:p>
        </p:txBody>
      </p:sp>
      <p:sp>
        <p:nvSpPr>
          <p:cNvPr id="11" name="s16">
            <a:extLst>
              <a:ext uri="{FF2B5EF4-FFF2-40B4-BE49-F238E27FC236}">
                <a16:creationId xmlns:a16="http://schemas.microsoft.com/office/drawing/2014/main" id="{DC2731EB-6D1C-FAE1-B65E-0C54CC663F1C}"/>
              </a:ext>
            </a:extLst>
          </p:cNvPr>
          <p:cNvSpPr>
            <a:spLocks noGrp="1"/>
          </p:cNvSpPr>
          <p:nvPr/>
        </p:nvSpPr>
        <p:spPr>
          <a:xfrm>
            <a:off x="537571" y="2434710"/>
            <a:ext cx="2423160" cy="20116"/>
          </a:xfrm>
          <a:prstGeom prst="rect">
            <a:avLst/>
          </a:prstGeom>
          <a:solidFill>
            <a:schemeClr val="bg1"/>
          </a:solidFill>
          <a:ln>
            <a:noFill/>
          </a:ln>
        </p:spPr>
        <p:txBody>
          <a:bodyPr/>
          <a:lstStyle/>
          <a:p>
            <a:endParaRPr/>
          </a:p>
        </p:txBody>
      </p:sp>
      <p:sp>
        <p:nvSpPr>
          <p:cNvPr id="13" name="s17">
            <a:extLst>
              <a:ext uri="{FF2B5EF4-FFF2-40B4-BE49-F238E27FC236}">
                <a16:creationId xmlns:a16="http://schemas.microsoft.com/office/drawing/2014/main" id="{7C5C0DF3-B934-1BA0-2332-A47060C0BA89}"/>
              </a:ext>
            </a:extLst>
          </p:cNvPr>
          <p:cNvSpPr>
            <a:spLocks noGrp="1"/>
          </p:cNvSpPr>
          <p:nvPr/>
        </p:nvSpPr>
        <p:spPr>
          <a:xfrm>
            <a:off x="537571" y="2517006"/>
            <a:ext cx="2423160" cy="2560320"/>
          </a:xfrm>
          <a:prstGeom prst="rect">
            <a:avLst/>
          </a:prstGeom>
          <a:solidFill>
            <a:schemeClr val="bg1"/>
          </a:solidFill>
          <a:ln>
            <a:noFill/>
          </a:ln>
        </p:spPr>
        <p:txBody>
          <a:bodyPr wrap="square" lIns="91440" tIns="45720" rIns="91440" bIns="45720">
            <a:normAutofit/>
          </a:bodyPr>
          <a:lstStyle/>
          <a:p>
            <a:pPr algn="l"/>
            <a:r>
              <a:rPr lang="en-US" sz="1050" dirty="0"/>
              <a:t>States choose how their program </a:t>
            </a:r>
            <a:r>
              <a:rPr lang="en-US" sz="1050" dirty="0" err="1"/>
              <a:t>works,within</a:t>
            </a:r>
            <a:r>
              <a:rPr lang="en-US" sz="1050" dirty="0"/>
              <a:t> boundaries they cannot cross. Three tiers: self-service in the portal, LINQ-guided setup, or a platform build for code-level changes.</a:t>
            </a:r>
          </a:p>
        </p:txBody>
      </p:sp>
      <p:sp>
        <p:nvSpPr>
          <p:cNvPr id="15" name="s18">
            <a:extLst>
              <a:ext uri="{FF2B5EF4-FFF2-40B4-BE49-F238E27FC236}">
                <a16:creationId xmlns:a16="http://schemas.microsoft.com/office/drawing/2014/main" id="{D9A9485A-8E46-D4DC-72BC-2324D2EB155D}"/>
              </a:ext>
            </a:extLst>
          </p:cNvPr>
          <p:cNvSpPr>
            <a:spLocks noGrp="1"/>
          </p:cNvSpPr>
          <p:nvPr/>
        </p:nvSpPr>
        <p:spPr>
          <a:xfrm>
            <a:off x="510139" y="5196197"/>
            <a:ext cx="2478024" cy="1325880"/>
          </a:xfrm>
          <a:prstGeom prst="rect">
            <a:avLst/>
          </a:prstGeom>
          <a:solidFill>
            <a:schemeClr val="bg1"/>
          </a:solidFill>
          <a:ln>
            <a:noFill/>
          </a:ln>
        </p:spPr>
        <p:txBody>
          <a:bodyPr wrap="square" lIns="109728" tIns="91440" rIns="109728" bIns="91440">
            <a:normAutofit/>
          </a:bodyPr>
          <a:lstStyle/>
          <a:p>
            <a:r>
              <a:rPr lang="en-US" sz="1100" b="1" dirty="0"/>
              <a:t>Configuration is a first-class architectural concern.</a:t>
            </a:r>
          </a:p>
        </p:txBody>
      </p:sp>
      <p:sp>
        <p:nvSpPr>
          <p:cNvPr id="17" name="s19">
            <a:extLst>
              <a:ext uri="{FF2B5EF4-FFF2-40B4-BE49-F238E27FC236}">
                <a16:creationId xmlns:a16="http://schemas.microsoft.com/office/drawing/2014/main" id="{FF33BE3C-CB1A-326F-A63B-72EEDA4FF3C5}"/>
              </a:ext>
            </a:extLst>
          </p:cNvPr>
          <p:cNvSpPr>
            <a:spLocks noGrp="1"/>
          </p:cNvSpPr>
          <p:nvPr/>
        </p:nvSpPr>
        <p:spPr>
          <a:xfrm>
            <a:off x="3262483" y="1218558"/>
            <a:ext cx="2697480" cy="5486400"/>
          </a:xfrm>
          <a:prstGeom prst="rect">
            <a:avLst/>
          </a:prstGeom>
          <a:solidFill>
            <a:schemeClr val="bg1"/>
          </a:solidFill>
          <a:ln>
            <a:noFill/>
          </a:ln>
        </p:spPr>
        <p:txBody>
          <a:bodyPr/>
          <a:lstStyle/>
          <a:p>
            <a:endParaRPr/>
          </a:p>
        </p:txBody>
      </p:sp>
      <p:sp>
        <p:nvSpPr>
          <p:cNvPr id="19" name="s20">
            <a:extLst>
              <a:ext uri="{FF2B5EF4-FFF2-40B4-BE49-F238E27FC236}">
                <a16:creationId xmlns:a16="http://schemas.microsoft.com/office/drawing/2014/main" id="{0DF68F91-35F6-DED0-1202-71EBE7D2DADB}"/>
              </a:ext>
            </a:extLst>
          </p:cNvPr>
          <p:cNvSpPr>
            <a:spLocks noGrp="1"/>
          </p:cNvSpPr>
          <p:nvPr/>
        </p:nvSpPr>
        <p:spPr>
          <a:xfrm>
            <a:off x="3399643" y="1328286"/>
            <a:ext cx="2423160" cy="530352"/>
          </a:xfrm>
          <a:prstGeom prst="rect">
            <a:avLst/>
          </a:prstGeom>
          <a:solidFill>
            <a:schemeClr val="bg1"/>
          </a:solidFill>
          <a:ln>
            <a:noFill/>
          </a:ln>
        </p:spPr>
        <p:txBody>
          <a:bodyPr wrap="square" lIns="91440" tIns="45720" rIns="91440" bIns="45720">
            <a:normAutofit fontScale="92500" lnSpcReduction="20000"/>
          </a:bodyPr>
          <a:lstStyle/>
          <a:p>
            <a:pPr algn="l"/>
            <a:r>
              <a:rPr lang="en-US" sz="3800" b="1" dirty="0"/>
              <a:t>02</a:t>
            </a:r>
          </a:p>
        </p:txBody>
      </p:sp>
      <p:sp>
        <p:nvSpPr>
          <p:cNvPr id="21" name="s21">
            <a:extLst>
              <a:ext uri="{FF2B5EF4-FFF2-40B4-BE49-F238E27FC236}">
                <a16:creationId xmlns:a16="http://schemas.microsoft.com/office/drawing/2014/main" id="{57FF257C-4BDC-A200-7524-2C32EEC53F9D}"/>
              </a:ext>
            </a:extLst>
          </p:cNvPr>
          <p:cNvSpPr>
            <a:spLocks noGrp="1"/>
          </p:cNvSpPr>
          <p:nvPr/>
        </p:nvSpPr>
        <p:spPr>
          <a:xfrm>
            <a:off x="3399643" y="1904358"/>
            <a:ext cx="2423160" cy="475488"/>
          </a:xfrm>
          <a:prstGeom prst="rect">
            <a:avLst/>
          </a:prstGeom>
          <a:solidFill>
            <a:schemeClr val="bg1"/>
          </a:solidFill>
          <a:ln>
            <a:noFill/>
          </a:ln>
        </p:spPr>
        <p:txBody>
          <a:bodyPr wrap="square" lIns="91440" tIns="45720" rIns="91440" bIns="45720">
            <a:normAutofit/>
          </a:bodyPr>
          <a:lstStyle/>
          <a:p>
            <a:pPr algn="l"/>
            <a:r>
              <a:rPr lang="en-US" sz="1600" b="1" dirty="0"/>
              <a:t>Federal Protections</a:t>
            </a:r>
          </a:p>
        </p:txBody>
      </p:sp>
      <p:sp>
        <p:nvSpPr>
          <p:cNvPr id="23" name="s22">
            <a:extLst>
              <a:ext uri="{FF2B5EF4-FFF2-40B4-BE49-F238E27FC236}">
                <a16:creationId xmlns:a16="http://schemas.microsoft.com/office/drawing/2014/main" id="{70B04F7F-E419-D5AA-05A9-678CE623C3BD}"/>
              </a:ext>
            </a:extLst>
          </p:cNvPr>
          <p:cNvSpPr>
            <a:spLocks noGrp="1"/>
          </p:cNvSpPr>
          <p:nvPr/>
        </p:nvSpPr>
        <p:spPr>
          <a:xfrm>
            <a:off x="3399643" y="2434710"/>
            <a:ext cx="2423160" cy="20116"/>
          </a:xfrm>
          <a:prstGeom prst="rect">
            <a:avLst/>
          </a:prstGeom>
          <a:solidFill>
            <a:schemeClr val="bg1"/>
          </a:solidFill>
          <a:ln>
            <a:noFill/>
          </a:ln>
        </p:spPr>
        <p:txBody>
          <a:bodyPr/>
          <a:lstStyle/>
          <a:p>
            <a:endParaRPr/>
          </a:p>
        </p:txBody>
      </p:sp>
      <p:sp>
        <p:nvSpPr>
          <p:cNvPr id="25" name="s23">
            <a:extLst>
              <a:ext uri="{FF2B5EF4-FFF2-40B4-BE49-F238E27FC236}">
                <a16:creationId xmlns:a16="http://schemas.microsoft.com/office/drawing/2014/main" id="{2755BD63-FA44-AD42-BD2C-6A5E83D2A246}"/>
              </a:ext>
            </a:extLst>
          </p:cNvPr>
          <p:cNvSpPr>
            <a:spLocks noGrp="1"/>
          </p:cNvSpPr>
          <p:nvPr/>
        </p:nvSpPr>
        <p:spPr>
          <a:xfrm>
            <a:off x="3399643" y="2517006"/>
            <a:ext cx="2423160" cy="2560320"/>
          </a:xfrm>
          <a:prstGeom prst="rect">
            <a:avLst/>
          </a:prstGeom>
          <a:solidFill>
            <a:schemeClr val="bg1"/>
          </a:solidFill>
          <a:ln>
            <a:noFill/>
          </a:ln>
        </p:spPr>
        <p:txBody>
          <a:bodyPr wrap="square" lIns="91440" tIns="45720" rIns="91440" bIns="45720">
            <a:normAutofit/>
          </a:bodyPr>
          <a:lstStyle/>
          <a:p>
            <a:pPr algn="l"/>
            <a:r>
              <a:rPr lang="en-US" sz="1050" dirty="0"/>
              <a:t>IsFederal is not a setting. It is an architectural constraint enforced at three independent layers: UI, API, and database trigger. No role, script, or direct database write can override it.</a:t>
            </a:r>
          </a:p>
        </p:txBody>
      </p:sp>
      <p:sp>
        <p:nvSpPr>
          <p:cNvPr id="27" name="s24">
            <a:extLst>
              <a:ext uri="{FF2B5EF4-FFF2-40B4-BE49-F238E27FC236}">
                <a16:creationId xmlns:a16="http://schemas.microsoft.com/office/drawing/2014/main" id="{535B509D-8496-49E4-1F7A-44FFDD46AA9B}"/>
              </a:ext>
            </a:extLst>
          </p:cNvPr>
          <p:cNvSpPr>
            <a:spLocks noGrp="1"/>
          </p:cNvSpPr>
          <p:nvPr/>
        </p:nvSpPr>
        <p:spPr>
          <a:xfrm>
            <a:off x="3372211" y="5196197"/>
            <a:ext cx="2478024" cy="1325880"/>
          </a:xfrm>
          <a:prstGeom prst="rect">
            <a:avLst/>
          </a:prstGeom>
          <a:solidFill>
            <a:schemeClr val="bg1"/>
          </a:solidFill>
          <a:ln>
            <a:noFill/>
          </a:ln>
        </p:spPr>
        <p:txBody>
          <a:bodyPr wrap="square" lIns="109728" tIns="91440" rIns="109728" bIns="91440">
            <a:normAutofit/>
          </a:bodyPr>
          <a:lstStyle/>
          <a:p>
            <a:pPr algn="l"/>
            <a:r>
              <a:rPr lang="en-US" sz="1100" b="1" dirty="0"/>
              <a:t>Federal math and requirements are not configurable.</a:t>
            </a:r>
          </a:p>
        </p:txBody>
      </p:sp>
      <p:sp>
        <p:nvSpPr>
          <p:cNvPr id="29" name="s25">
            <a:extLst>
              <a:ext uri="{FF2B5EF4-FFF2-40B4-BE49-F238E27FC236}">
                <a16:creationId xmlns:a16="http://schemas.microsoft.com/office/drawing/2014/main" id="{45301579-E96B-7626-A73D-12ED7894CBF7}"/>
              </a:ext>
            </a:extLst>
          </p:cNvPr>
          <p:cNvSpPr>
            <a:spLocks noGrp="1"/>
          </p:cNvSpPr>
          <p:nvPr/>
        </p:nvSpPr>
        <p:spPr>
          <a:xfrm>
            <a:off x="6124555" y="1218558"/>
            <a:ext cx="2697480" cy="5486400"/>
          </a:xfrm>
          <a:prstGeom prst="rect">
            <a:avLst/>
          </a:prstGeom>
          <a:solidFill>
            <a:schemeClr val="bg1"/>
          </a:solidFill>
          <a:ln>
            <a:noFill/>
          </a:ln>
        </p:spPr>
        <p:txBody>
          <a:bodyPr/>
          <a:lstStyle/>
          <a:p>
            <a:endParaRPr/>
          </a:p>
        </p:txBody>
      </p:sp>
      <p:sp>
        <p:nvSpPr>
          <p:cNvPr id="31" name="s26">
            <a:extLst>
              <a:ext uri="{FF2B5EF4-FFF2-40B4-BE49-F238E27FC236}">
                <a16:creationId xmlns:a16="http://schemas.microsoft.com/office/drawing/2014/main" id="{6BE6D213-D967-4F1E-8E61-6632C5E0D21E}"/>
              </a:ext>
            </a:extLst>
          </p:cNvPr>
          <p:cNvSpPr>
            <a:spLocks noGrp="1"/>
          </p:cNvSpPr>
          <p:nvPr/>
        </p:nvSpPr>
        <p:spPr>
          <a:xfrm>
            <a:off x="6261715" y="1328286"/>
            <a:ext cx="2423160" cy="530352"/>
          </a:xfrm>
          <a:prstGeom prst="rect">
            <a:avLst/>
          </a:prstGeom>
          <a:solidFill>
            <a:schemeClr val="bg1"/>
          </a:solidFill>
          <a:ln>
            <a:noFill/>
          </a:ln>
        </p:spPr>
        <p:txBody>
          <a:bodyPr wrap="square" lIns="91440" tIns="45720" rIns="91440" bIns="45720">
            <a:normAutofit fontScale="92500" lnSpcReduction="20000"/>
          </a:bodyPr>
          <a:lstStyle/>
          <a:p>
            <a:pPr algn="l"/>
            <a:r>
              <a:rPr lang="en-US" sz="3800" b="1" dirty="0"/>
              <a:t>03</a:t>
            </a:r>
          </a:p>
        </p:txBody>
      </p:sp>
      <p:sp>
        <p:nvSpPr>
          <p:cNvPr id="33" name="s27">
            <a:extLst>
              <a:ext uri="{FF2B5EF4-FFF2-40B4-BE49-F238E27FC236}">
                <a16:creationId xmlns:a16="http://schemas.microsoft.com/office/drawing/2014/main" id="{DA18CC56-C5BE-1CCB-1FEE-5C597797C624}"/>
              </a:ext>
            </a:extLst>
          </p:cNvPr>
          <p:cNvSpPr>
            <a:spLocks noGrp="1"/>
          </p:cNvSpPr>
          <p:nvPr/>
        </p:nvSpPr>
        <p:spPr>
          <a:xfrm>
            <a:off x="6261715" y="1904358"/>
            <a:ext cx="2423160" cy="475488"/>
          </a:xfrm>
          <a:prstGeom prst="rect">
            <a:avLst/>
          </a:prstGeom>
          <a:solidFill>
            <a:schemeClr val="bg1"/>
          </a:solidFill>
          <a:ln>
            <a:noFill/>
          </a:ln>
        </p:spPr>
        <p:txBody>
          <a:bodyPr wrap="square" lIns="91440" tIns="45720" rIns="91440" bIns="45720">
            <a:normAutofit/>
          </a:bodyPr>
          <a:lstStyle/>
          <a:p>
            <a:pPr algn="l"/>
            <a:r>
              <a:rPr lang="en-US" sz="1600" b="1" dirty="0"/>
              <a:t>Isolation</a:t>
            </a:r>
          </a:p>
        </p:txBody>
      </p:sp>
      <p:sp>
        <p:nvSpPr>
          <p:cNvPr id="35" name="s28">
            <a:extLst>
              <a:ext uri="{FF2B5EF4-FFF2-40B4-BE49-F238E27FC236}">
                <a16:creationId xmlns:a16="http://schemas.microsoft.com/office/drawing/2014/main" id="{F256AA82-25FF-F35A-8EB1-8F62E1BBB065}"/>
              </a:ext>
            </a:extLst>
          </p:cNvPr>
          <p:cNvSpPr>
            <a:spLocks noGrp="1"/>
          </p:cNvSpPr>
          <p:nvPr/>
        </p:nvSpPr>
        <p:spPr>
          <a:xfrm>
            <a:off x="6261715" y="2434710"/>
            <a:ext cx="2423160" cy="20116"/>
          </a:xfrm>
          <a:prstGeom prst="rect">
            <a:avLst/>
          </a:prstGeom>
          <a:solidFill>
            <a:schemeClr val="bg1"/>
          </a:solidFill>
          <a:ln>
            <a:noFill/>
          </a:ln>
        </p:spPr>
        <p:txBody>
          <a:bodyPr/>
          <a:lstStyle/>
          <a:p>
            <a:endParaRPr/>
          </a:p>
        </p:txBody>
      </p:sp>
      <p:sp>
        <p:nvSpPr>
          <p:cNvPr id="37" name="s29">
            <a:extLst>
              <a:ext uri="{FF2B5EF4-FFF2-40B4-BE49-F238E27FC236}">
                <a16:creationId xmlns:a16="http://schemas.microsoft.com/office/drawing/2014/main" id="{C826E3EA-931D-8B63-E60A-B63456DBF590}"/>
              </a:ext>
            </a:extLst>
          </p:cNvPr>
          <p:cNvSpPr>
            <a:spLocks noGrp="1"/>
          </p:cNvSpPr>
          <p:nvPr/>
        </p:nvSpPr>
        <p:spPr>
          <a:xfrm>
            <a:off x="6261715" y="2517006"/>
            <a:ext cx="2423160" cy="2560320"/>
          </a:xfrm>
          <a:prstGeom prst="rect">
            <a:avLst/>
          </a:prstGeom>
          <a:solidFill>
            <a:schemeClr val="bg1"/>
          </a:solidFill>
          <a:ln>
            <a:noFill/>
          </a:ln>
        </p:spPr>
        <p:txBody>
          <a:bodyPr wrap="square" lIns="91440" tIns="45720" rIns="91440" bIns="45720">
            <a:normAutofit/>
          </a:bodyPr>
          <a:lstStyle/>
          <a:p>
            <a:r>
              <a:rPr lang="en-US" sz="1050" dirty="0"/>
              <a:t>At the database level, each state operates in its own PostgreSQL schema</a:t>
            </a:r>
          </a:p>
          <a:p>
            <a:endParaRPr lang="en-US" sz="1050" dirty="0"/>
          </a:p>
          <a:p>
            <a:r>
              <a:rPr lang="en-US" sz="1050" dirty="0"/>
              <a:t>At the API level, every request carries a JWT issued by Harmony Auth that contains the state tenant scope. The application validates that scope before executing any query</a:t>
            </a:r>
          </a:p>
          <a:p>
            <a:endParaRPr lang="en-US" sz="1050" dirty="0"/>
          </a:p>
          <a:p>
            <a:r>
              <a:rPr lang="en-US" sz="1050" dirty="0"/>
              <a:t>At the document storage level, S3 keys include the state code in the path, and </a:t>
            </a:r>
            <a:r>
              <a:rPr lang="en-US" sz="1050" dirty="0" err="1"/>
              <a:t>presigned</a:t>
            </a:r>
            <a:r>
              <a:rPr lang="en-US" sz="1050" dirty="0"/>
              <a:t> URLs are generated at read time</a:t>
            </a:r>
          </a:p>
        </p:txBody>
      </p:sp>
      <p:sp>
        <p:nvSpPr>
          <p:cNvPr id="39" name="s30">
            <a:extLst>
              <a:ext uri="{FF2B5EF4-FFF2-40B4-BE49-F238E27FC236}">
                <a16:creationId xmlns:a16="http://schemas.microsoft.com/office/drawing/2014/main" id="{DE3BB9E5-3BB8-5FE0-75EB-6BBEF629AC3D}"/>
              </a:ext>
            </a:extLst>
          </p:cNvPr>
          <p:cNvSpPr>
            <a:spLocks noGrp="1"/>
          </p:cNvSpPr>
          <p:nvPr/>
        </p:nvSpPr>
        <p:spPr>
          <a:xfrm>
            <a:off x="6234283" y="5196197"/>
            <a:ext cx="2478024" cy="1325880"/>
          </a:xfrm>
          <a:prstGeom prst="rect">
            <a:avLst/>
          </a:prstGeom>
          <a:solidFill>
            <a:schemeClr val="bg1"/>
          </a:solidFill>
          <a:ln>
            <a:noFill/>
          </a:ln>
        </p:spPr>
        <p:txBody>
          <a:bodyPr wrap="square" lIns="109728" tIns="91440" rIns="109728" bIns="91440">
            <a:normAutofit/>
          </a:bodyPr>
          <a:lstStyle/>
          <a:p>
            <a:pPr algn="l"/>
            <a:r>
              <a:rPr lang="en-US" sz="1100" b="1" dirty="0"/>
              <a:t>No cross-state reads. No shared mutable state.</a:t>
            </a:r>
          </a:p>
        </p:txBody>
      </p:sp>
      <p:sp>
        <p:nvSpPr>
          <p:cNvPr id="41" name="s31">
            <a:extLst>
              <a:ext uri="{FF2B5EF4-FFF2-40B4-BE49-F238E27FC236}">
                <a16:creationId xmlns:a16="http://schemas.microsoft.com/office/drawing/2014/main" id="{246C757A-38F8-90D2-D6A4-41CA6817A6E8}"/>
              </a:ext>
            </a:extLst>
          </p:cNvPr>
          <p:cNvSpPr>
            <a:spLocks noGrp="1"/>
          </p:cNvSpPr>
          <p:nvPr/>
        </p:nvSpPr>
        <p:spPr>
          <a:xfrm>
            <a:off x="8986627" y="1218558"/>
            <a:ext cx="2697480" cy="5486400"/>
          </a:xfrm>
          <a:prstGeom prst="rect">
            <a:avLst/>
          </a:prstGeom>
          <a:solidFill>
            <a:schemeClr val="bg1"/>
          </a:solidFill>
          <a:ln>
            <a:noFill/>
          </a:ln>
        </p:spPr>
        <p:txBody>
          <a:bodyPr/>
          <a:lstStyle/>
          <a:p>
            <a:endParaRPr/>
          </a:p>
        </p:txBody>
      </p:sp>
      <p:sp>
        <p:nvSpPr>
          <p:cNvPr id="43" name="s32">
            <a:extLst>
              <a:ext uri="{FF2B5EF4-FFF2-40B4-BE49-F238E27FC236}">
                <a16:creationId xmlns:a16="http://schemas.microsoft.com/office/drawing/2014/main" id="{16A45D24-0F33-9752-1543-A2E78B2B61B7}"/>
              </a:ext>
            </a:extLst>
          </p:cNvPr>
          <p:cNvSpPr>
            <a:spLocks noGrp="1"/>
          </p:cNvSpPr>
          <p:nvPr/>
        </p:nvSpPr>
        <p:spPr>
          <a:xfrm>
            <a:off x="9123787" y="1328286"/>
            <a:ext cx="2423160" cy="530352"/>
          </a:xfrm>
          <a:prstGeom prst="rect">
            <a:avLst/>
          </a:prstGeom>
          <a:solidFill>
            <a:schemeClr val="bg1"/>
          </a:solidFill>
          <a:ln>
            <a:noFill/>
          </a:ln>
        </p:spPr>
        <p:txBody>
          <a:bodyPr wrap="square" lIns="91440" tIns="45720" rIns="91440" bIns="45720">
            <a:normAutofit fontScale="92500" lnSpcReduction="20000"/>
          </a:bodyPr>
          <a:lstStyle/>
          <a:p>
            <a:pPr algn="l"/>
            <a:r>
              <a:rPr lang="en-US" sz="3800" b="1" dirty="0"/>
              <a:t>04</a:t>
            </a:r>
          </a:p>
        </p:txBody>
      </p:sp>
      <p:sp>
        <p:nvSpPr>
          <p:cNvPr id="45" name="s33">
            <a:extLst>
              <a:ext uri="{FF2B5EF4-FFF2-40B4-BE49-F238E27FC236}">
                <a16:creationId xmlns:a16="http://schemas.microsoft.com/office/drawing/2014/main" id="{FB899CD8-8E66-8ED0-65A8-253D57389C3B}"/>
              </a:ext>
            </a:extLst>
          </p:cNvPr>
          <p:cNvSpPr>
            <a:spLocks noGrp="1"/>
          </p:cNvSpPr>
          <p:nvPr/>
        </p:nvSpPr>
        <p:spPr>
          <a:xfrm>
            <a:off x="9123787" y="1904358"/>
            <a:ext cx="2423160" cy="475488"/>
          </a:xfrm>
          <a:prstGeom prst="rect">
            <a:avLst/>
          </a:prstGeom>
          <a:solidFill>
            <a:schemeClr val="bg1"/>
          </a:solidFill>
          <a:ln>
            <a:noFill/>
          </a:ln>
        </p:spPr>
        <p:txBody>
          <a:bodyPr wrap="square" lIns="91440" tIns="45720" rIns="91440" bIns="45720">
            <a:normAutofit/>
          </a:bodyPr>
          <a:lstStyle/>
          <a:p>
            <a:pPr algn="l"/>
            <a:r>
              <a:rPr lang="en-US" sz="1600" b="1" dirty="0"/>
              <a:t>Immutability</a:t>
            </a:r>
          </a:p>
        </p:txBody>
      </p:sp>
      <p:sp>
        <p:nvSpPr>
          <p:cNvPr id="47" name="s34">
            <a:extLst>
              <a:ext uri="{FF2B5EF4-FFF2-40B4-BE49-F238E27FC236}">
                <a16:creationId xmlns:a16="http://schemas.microsoft.com/office/drawing/2014/main" id="{0DB690E0-AA2A-0D9D-97B1-58BDB8A7C18A}"/>
              </a:ext>
            </a:extLst>
          </p:cNvPr>
          <p:cNvSpPr>
            <a:spLocks noGrp="1"/>
          </p:cNvSpPr>
          <p:nvPr/>
        </p:nvSpPr>
        <p:spPr>
          <a:xfrm>
            <a:off x="9123787" y="2434710"/>
            <a:ext cx="2423160" cy="20116"/>
          </a:xfrm>
          <a:prstGeom prst="rect">
            <a:avLst/>
          </a:prstGeom>
          <a:solidFill>
            <a:schemeClr val="bg1"/>
          </a:solidFill>
          <a:ln>
            <a:noFill/>
          </a:ln>
        </p:spPr>
        <p:txBody>
          <a:bodyPr/>
          <a:lstStyle/>
          <a:p>
            <a:endParaRPr/>
          </a:p>
        </p:txBody>
      </p:sp>
      <p:sp>
        <p:nvSpPr>
          <p:cNvPr id="49" name="s35">
            <a:extLst>
              <a:ext uri="{FF2B5EF4-FFF2-40B4-BE49-F238E27FC236}">
                <a16:creationId xmlns:a16="http://schemas.microsoft.com/office/drawing/2014/main" id="{EE39D786-9DE6-FE62-88AD-973B6D7E8BB8}"/>
              </a:ext>
            </a:extLst>
          </p:cNvPr>
          <p:cNvSpPr>
            <a:spLocks noGrp="1"/>
          </p:cNvSpPr>
          <p:nvPr/>
        </p:nvSpPr>
        <p:spPr>
          <a:xfrm>
            <a:off x="9151219" y="2517006"/>
            <a:ext cx="2423160" cy="2560320"/>
          </a:xfrm>
          <a:prstGeom prst="rect">
            <a:avLst/>
          </a:prstGeom>
          <a:solidFill>
            <a:schemeClr val="bg1"/>
          </a:solidFill>
          <a:ln>
            <a:noFill/>
          </a:ln>
        </p:spPr>
        <p:txBody>
          <a:bodyPr wrap="square" lIns="91440" tIns="45720" rIns="91440" bIns="45720">
            <a:normAutofit/>
          </a:bodyPr>
          <a:lstStyle/>
          <a:p>
            <a:pPr algn="l"/>
            <a:r>
              <a:rPr lang="en-US" sz="1050" dirty="0"/>
              <a:t>Nothing disappears quietly. EntitySnapshots capture full record state. FieldChangeLog records every delta. S3 Object Lock (WORM) enforces retention. Auditors get complete chains.</a:t>
            </a:r>
          </a:p>
        </p:txBody>
      </p:sp>
      <p:sp>
        <p:nvSpPr>
          <p:cNvPr id="51" name="s36">
            <a:extLst>
              <a:ext uri="{FF2B5EF4-FFF2-40B4-BE49-F238E27FC236}">
                <a16:creationId xmlns:a16="http://schemas.microsoft.com/office/drawing/2014/main" id="{28E6FE29-C215-77EF-4919-7E6F6C2630FF}"/>
              </a:ext>
            </a:extLst>
          </p:cNvPr>
          <p:cNvSpPr>
            <a:spLocks noGrp="1"/>
          </p:cNvSpPr>
          <p:nvPr/>
        </p:nvSpPr>
        <p:spPr>
          <a:xfrm>
            <a:off x="9096355" y="5196197"/>
            <a:ext cx="2478024" cy="1325880"/>
          </a:xfrm>
          <a:prstGeom prst="rect">
            <a:avLst/>
          </a:prstGeom>
          <a:solidFill>
            <a:schemeClr val="bg1"/>
          </a:solidFill>
          <a:ln>
            <a:noFill/>
          </a:ln>
        </p:spPr>
        <p:txBody>
          <a:bodyPr wrap="square" lIns="109728" tIns="91440" rIns="109728" bIns="91440">
            <a:normAutofit/>
          </a:bodyPr>
          <a:lstStyle/>
          <a:p>
            <a:pPr algn="l"/>
            <a:r>
              <a:rPr lang="en-US" sz="1100" b="1" dirty="0"/>
              <a:t>Audit records are append-only.</a:t>
            </a:r>
          </a:p>
        </p:txBody>
      </p:sp>
      <p:sp>
        <p:nvSpPr>
          <p:cNvPr id="53" name="TextBox 52">
            <a:extLst>
              <a:ext uri="{FF2B5EF4-FFF2-40B4-BE49-F238E27FC236}">
                <a16:creationId xmlns:a16="http://schemas.microsoft.com/office/drawing/2014/main" id="{F8F46AEC-2E4E-42D4-CB18-B64C3E86C821}"/>
              </a:ext>
            </a:extLst>
          </p:cNvPr>
          <p:cNvSpPr txBox="1"/>
          <p:nvPr/>
        </p:nvSpPr>
        <p:spPr>
          <a:xfrm>
            <a:off x="458403" y="299354"/>
            <a:ext cx="6095198" cy="646331"/>
          </a:xfrm>
          <a:prstGeom prst="rect">
            <a:avLst/>
          </a:prstGeom>
          <a:noFill/>
        </p:spPr>
        <p:txBody>
          <a:bodyPr wrap="square">
            <a:spAutoFit/>
          </a:bodyPr>
          <a:lstStyle/>
          <a:p>
            <a:pPr>
              <a:defRPr/>
            </a:pPr>
            <a:r>
              <a:rPr lang="en-US" sz="3600" dirty="0">
                <a:solidFill>
                  <a:srgbClr val="0F2D4A"/>
                </a:solidFill>
                <a:latin typeface="Poppins Medium"/>
                <a:cs typeface="Poppins Medium"/>
              </a:rPr>
              <a:t>Four Guiding Principles</a:t>
            </a:r>
          </a:p>
        </p:txBody>
      </p:sp>
      <p:sp>
        <p:nvSpPr>
          <p:cNvPr id="55" name="Shape 9">
            <a:extLst>
              <a:ext uri="{FF2B5EF4-FFF2-40B4-BE49-F238E27FC236}">
                <a16:creationId xmlns:a16="http://schemas.microsoft.com/office/drawing/2014/main" id="{33E48329-98D9-E519-1AE3-85F4FC3F364B}"/>
              </a:ext>
            </a:extLst>
          </p:cNvPr>
          <p:cNvSpPr/>
          <p:nvPr/>
        </p:nvSpPr>
        <p:spPr>
          <a:xfrm flipV="1">
            <a:off x="537572" y="1838884"/>
            <a:ext cx="2388508" cy="45719"/>
          </a:xfrm>
          <a:prstGeom prst="rect">
            <a:avLst/>
          </a:prstGeom>
          <a:solidFill>
            <a:schemeClr val="tx1"/>
          </a:solidFill>
          <a:ln w="12700">
            <a:solidFill>
              <a:schemeClr val="tx1"/>
            </a:solidFill>
            <a:prstDash val="solid"/>
          </a:ln>
        </p:spPr>
        <p:txBody>
          <a:bodyPr/>
          <a:lstStyle/>
          <a:p>
            <a:endParaRPr lang="en-US" sz="1400"/>
          </a:p>
        </p:txBody>
      </p:sp>
      <p:sp>
        <p:nvSpPr>
          <p:cNvPr id="57" name="Shape 9">
            <a:extLst>
              <a:ext uri="{FF2B5EF4-FFF2-40B4-BE49-F238E27FC236}">
                <a16:creationId xmlns:a16="http://schemas.microsoft.com/office/drawing/2014/main" id="{2E926332-10F5-E0C2-F4B3-0CB7267683AE}"/>
              </a:ext>
            </a:extLst>
          </p:cNvPr>
          <p:cNvSpPr/>
          <p:nvPr/>
        </p:nvSpPr>
        <p:spPr>
          <a:xfrm flipV="1">
            <a:off x="3399643" y="1835778"/>
            <a:ext cx="2388508" cy="45719"/>
          </a:xfrm>
          <a:prstGeom prst="rect">
            <a:avLst/>
          </a:prstGeom>
          <a:solidFill>
            <a:schemeClr val="tx1"/>
          </a:solidFill>
          <a:ln w="12700">
            <a:solidFill>
              <a:schemeClr val="tx1"/>
            </a:solidFill>
            <a:prstDash val="solid"/>
          </a:ln>
        </p:spPr>
        <p:txBody>
          <a:bodyPr/>
          <a:lstStyle/>
          <a:p>
            <a:endParaRPr lang="en-US" sz="1400"/>
          </a:p>
        </p:txBody>
      </p:sp>
      <p:sp>
        <p:nvSpPr>
          <p:cNvPr id="59" name="Shape 9">
            <a:extLst>
              <a:ext uri="{FF2B5EF4-FFF2-40B4-BE49-F238E27FC236}">
                <a16:creationId xmlns:a16="http://schemas.microsoft.com/office/drawing/2014/main" id="{18A3A1BD-11A6-F93F-497D-8995ED0A6816}"/>
              </a:ext>
            </a:extLst>
          </p:cNvPr>
          <p:cNvSpPr/>
          <p:nvPr/>
        </p:nvSpPr>
        <p:spPr>
          <a:xfrm flipV="1">
            <a:off x="6261715" y="1842178"/>
            <a:ext cx="2388508" cy="45719"/>
          </a:xfrm>
          <a:prstGeom prst="rect">
            <a:avLst/>
          </a:prstGeom>
          <a:solidFill>
            <a:schemeClr val="tx1"/>
          </a:solidFill>
          <a:ln w="12700">
            <a:solidFill>
              <a:schemeClr val="tx1"/>
            </a:solidFill>
            <a:prstDash val="solid"/>
          </a:ln>
        </p:spPr>
        <p:txBody>
          <a:bodyPr/>
          <a:lstStyle/>
          <a:p>
            <a:endParaRPr lang="en-US" sz="1400"/>
          </a:p>
        </p:txBody>
      </p:sp>
      <p:sp>
        <p:nvSpPr>
          <p:cNvPr id="61" name="Shape 9">
            <a:extLst>
              <a:ext uri="{FF2B5EF4-FFF2-40B4-BE49-F238E27FC236}">
                <a16:creationId xmlns:a16="http://schemas.microsoft.com/office/drawing/2014/main" id="{51D560D3-B0A4-CFF0-0588-E8200D800838}"/>
              </a:ext>
            </a:extLst>
          </p:cNvPr>
          <p:cNvSpPr/>
          <p:nvPr/>
        </p:nvSpPr>
        <p:spPr>
          <a:xfrm flipV="1">
            <a:off x="9185871" y="1865037"/>
            <a:ext cx="2388508" cy="45719"/>
          </a:xfrm>
          <a:prstGeom prst="rect">
            <a:avLst/>
          </a:prstGeom>
          <a:solidFill>
            <a:schemeClr val="tx1"/>
          </a:solidFill>
          <a:ln w="12700">
            <a:solidFill>
              <a:schemeClr val="tx1"/>
            </a:solidFill>
            <a:prstDash val="solid"/>
          </a:ln>
        </p:spPr>
        <p:txBody>
          <a:bodyPr/>
          <a:lstStyle/>
          <a:p>
            <a:endParaRPr lang="en-US" sz="1400"/>
          </a:p>
        </p:txBody>
      </p:sp>
    </p:spTree>
    <p:extLst>
      <p:ext uri="{BB962C8B-B14F-4D97-AF65-F5344CB8AC3E}">
        <p14:creationId xmlns:p14="http://schemas.microsoft.com/office/powerpoint/2010/main" val="105450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59436-7A8E-240A-E588-A26F8FFD020D}"/>
              </a:ext>
            </a:extLst>
          </p:cNvPr>
          <p:cNvSpPr>
            <a:spLocks noGrp="1"/>
          </p:cNvSpPr>
          <p:nvPr>
            <p:ph type="title"/>
          </p:nvPr>
        </p:nvSpPr>
        <p:spPr>
          <a:xfrm>
            <a:off x="474478" y="209312"/>
            <a:ext cx="5437414" cy="496433"/>
          </a:xfrm>
        </p:spPr>
        <p:txBody>
          <a:bodyPr/>
          <a:lstStyle/>
          <a:p>
            <a:r>
              <a:rPr lang="en-US" dirty="0"/>
              <a:t>Domains</a:t>
            </a:r>
          </a:p>
        </p:txBody>
      </p:sp>
      <p:sp>
        <p:nvSpPr>
          <p:cNvPr id="3" name="Slide Number Placeholder 2">
            <a:extLst>
              <a:ext uri="{FF2B5EF4-FFF2-40B4-BE49-F238E27FC236}">
                <a16:creationId xmlns:a16="http://schemas.microsoft.com/office/drawing/2014/main" id="{B2EFA1A3-DA7A-81F7-34AB-FBC51242433D}"/>
              </a:ext>
            </a:extLst>
          </p:cNvPr>
          <p:cNvSpPr>
            <a:spLocks noGrp="1"/>
          </p:cNvSpPr>
          <p:nvPr>
            <p:ph type="sldNum" sz="quarter" idx="10"/>
          </p:nvPr>
        </p:nvSpPr>
        <p:spPr/>
        <p:txBody>
          <a:bodyPr/>
          <a:lstStyle/>
          <a:p>
            <a:fld id="{F71C0B42-4AEE-41DE-B077-4156AA01E9D4}" type="slidenum">
              <a:rPr lang="en-US" smtClean="0"/>
              <a:pPr/>
              <a:t>4</a:t>
            </a:fld>
            <a:endParaRPr lang="en-US"/>
          </a:p>
        </p:txBody>
      </p:sp>
      <p:sp>
        <p:nvSpPr>
          <p:cNvPr id="7" name="Shape 2">
            <a:extLst>
              <a:ext uri="{FF2B5EF4-FFF2-40B4-BE49-F238E27FC236}">
                <a16:creationId xmlns:a16="http://schemas.microsoft.com/office/drawing/2014/main" id="{B2C8F71E-3240-8C74-7BD2-9BCB29D0E465}"/>
              </a:ext>
            </a:extLst>
          </p:cNvPr>
          <p:cNvSpPr/>
          <p:nvPr/>
        </p:nvSpPr>
        <p:spPr>
          <a:xfrm>
            <a:off x="389946" y="742567"/>
            <a:ext cx="11430000" cy="1115568"/>
          </a:xfrm>
          <a:prstGeom prst="rect">
            <a:avLst/>
          </a:prstGeom>
          <a:solidFill>
            <a:srgbClr val="0F2A4A"/>
          </a:solidFill>
          <a:ln w="12700">
            <a:solidFill>
              <a:srgbClr val="0F2A4A"/>
            </a:solidFill>
            <a:prstDash val="solid"/>
          </a:ln>
        </p:spPr>
        <p:txBody>
          <a:bodyPr/>
          <a:lstStyle/>
          <a:p>
            <a:endParaRPr lang="en-US"/>
          </a:p>
        </p:txBody>
      </p:sp>
      <p:sp>
        <p:nvSpPr>
          <p:cNvPr id="9" name="Text 3">
            <a:extLst>
              <a:ext uri="{FF2B5EF4-FFF2-40B4-BE49-F238E27FC236}">
                <a16:creationId xmlns:a16="http://schemas.microsoft.com/office/drawing/2014/main" id="{605392BB-ECCA-9B67-26E1-B35DFC349B0C}"/>
              </a:ext>
            </a:extLst>
          </p:cNvPr>
          <p:cNvSpPr/>
          <p:nvPr/>
        </p:nvSpPr>
        <p:spPr>
          <a:xfrm>
            <a:off x="618546" y="806575"/>
            <a:ext cx="2926080" cy="274320"/>
          </a:xfrm>
          <a:prstGeom prst="rect">
            <a:avLst/>
          </a:prstGeom>
          <a:noFill/>
          <a:ln/>
        </p:spPr>
        <p:txBody>
          <a:bodyPr wrap="square" lIns="0" tIns="0" rIns="0" bIns="0" rtlCol="0" anchor="ctr"/>
          <a:lstStyle/>
          <a:p>
            <a:pPr marL="0" indent="0">
              <a:buNone/>
            </a:pPr>
            <a:r>
              <a:rPr lang="en-US" sz="1000" b="1" dirty="0">
                <a:solidFill>
                  <a:srgbClr val="1BAAC1"/>
                </a:solidFill>
              </a:rPr>
              <a:t>1 · AUTHORITATIVE</a:t>
            </a:r>
            <a:endParaRPr lang="en-US" sz="1000" dirty="0"/>
          </a:p>
        </p:txBody>
      </p:sp>
      <p:sp>
        <p:nvSpPr>
          <p:cNvPr id="11" name="Text 4">
            <a:extLst>
              <a:ext uri="{FF2B5EF4-FFF2-40B4-BE49-F238E27FC236}">
                <a16:creationId xmlns:a16="http://schemas.microsoft.com/office/drawing/2014/main" id="{387608C0-548B-1C86-DA0A-534436EFD8E4}"/>
              </a:ext>
            </a:extLst>
          </p:cNvPr>
          <p:cNvSpPr/>
          <p:nvPr/>
        </p:nvSpPr>
        <p:spPr>
          <a:xfrm>
            <a:off x="2169957" y="820291"/>
            <a:ext cx="8229600" cy="274320"/>
          </a:xfrm>
          <a:prstGeom prst="rect">
            <a:avLst/>
          </a:prstGeom>
          <a:noFill/>
          <a:ln/>
        </p:spPr>
        <p:txBody>
          <a:bodyPr wrap="square" lIns="0" tIns="0" rIns="0" bIns="0" rtlCol="0" anchor="ctr"/>
          <a:lstStyle/>
          <a:p>
            <a:pPr marL="0" indent="0">
              <a:buNone/>
            </a:pPr>
            <a:r>
              <a:rPr lang="en-US" sz="950" i="1" dirty="0">
                <a:solidFill>
                  <a:srgbClr val="AAAAAA"/>
                </a:solidFill>
              </a:rPr>
              <a:t>hold legal, financial &amp; enforcement authority</a:t>
            </a:r>
            <a:endParaRPr lang="en-US" sz="950" dirty="0"/>
          </a:p>
        </p:txBody>
      </p:sp>
      <p:sp>
        <p:nvSpPr>
          <p:cNvPr id="13" name="Text 5">
            <a:extLst>
              <a:ext uri="{FF2B5EF4-FFF2-40B4-BE49-F238E27FC236}">
                <a16:creationId xmlns:a16="http://schemas.microsoft.com/office/drawing/2014/main" id="{41092333-279F-0BD1-EAC7-58470E4CE329}"/>
              </a:ext>
            </a:extLst>
          </p:cNvPr>
          <p:cNvSpPr/>
          <p:nvPr/>
        </p:nvSpPr>
        <p:spPr>
          <a:xfrm>
            <a:off x="618546" y="1181479"/>
            <a:ext cx="11064240" cy="384048"/>
          </a:xfrm>
          <a:prstGeom prst="rect">
            <a:avLst/>
          </a:prstGeom>
          <a:noFill/>
          <a:ln/>
        </p:spPr>
        <p:txBody>
          <a:bodyPr wrap="square" lIns="0" tIns="0" rIns="0" bIns="0" rtlCol="0" anchor="ctr"/>
          <a:lstStyle/>
          <a:p>
            <a:pPr marL="0" indent="0" algn="ctr">
              <a:buNone/>
            </a:pPr>
            <a:r>
              <a:rPr lang="en-US" sz="1200" b="1" dirty="0">
                <a:solidFill>
                  <a:srgbClr val="FFFFFF"/>
                </a:solidFill>
              </a:rPr>
              <a:t>Claims &amp; Reimbursement  ·  Accounting &amp; Disbursement  ·  Compliance &amp; Administrative Review  ·  Eligibility &amp; Direct Certification</a:t>
            </a:r>
            <a:endParaRPr lang="en-US" sz="1200" dirty="0"/>
          </a:p>
        </p:txBody>
      </p:sp>
      <p:sp>
        <p:nvSpPr>
          <p:cNvPr id="15" name="Text 6">
            <a:extLst>
              <a:ext uri="{FF2B5EF4-FFF2-40B4-BE49-F238E27FC236}">
                <a16:creationId xmlns:a16="http://schemas.microsoft.com/office/drawing/2014/main" id="{4F689A80-FB94-006B-A105-3DBC88BDE984}"/>
              </a:ext>
            </a:extLst>
          </p:cNvPr>
          <p:cNvSpPr/>
          <p:nvPr/>
        </p:nvSpPr>
        <p:spPr>
          <a:xfrm>
            <a:off x="389946" y="1894711"/>
            <a:ext cx="11430000" cy="219456"/>
          </a:xfrm>
          <a:prstGeom prst="rect">
            <a:avLst/>
          </a:prstGeom>
          <a:noFill/>
          <a:ln/>
        </p:spPr>
        <p:txBody>
          <a:bodyPr wrap="square" lIns="0" tIns="0" rIns="0" bIns="0" rtlCol="0" anchor="ctr"/>
          <a:lstStyle/>
          <a:p>
            <a:pPr marL="0" indent="0" algn="ctr">
              <a:buNone/>
            </a:pPr>
            <a:r>
              <a:rPr lang="en-US" sz="850" b="1" dirty="0"/>
              <a:t>── AUTHORITY BOUNDARY — nothing below decides money, eligibility, or enforcement ──</a:t>
            </a:r>
            <a:endParaRPr lang="en-US" sz="850" dirty="0"/>
          </a:p>
        </p:txBody>
      </p:sp>
      <p:sp>
        <p:nvSpPr>
          <p:cNvPr id="17" name="Shape 7">
            <a:extLst>
              <a:ext uri="{FF2B5EF4-FFF2-40B4-BE49-F238E27FC236}">
                <a16:creationId xmlns:a16="http://schemas.microsoft.com/office/drawing/2014/main" id="{9A186B65-0C9E-A7B9-3CD3-F9FD8CA441E0}"/>
              </a:ext>
            </a:extLst>
          </p:cNvPr>
          <p:cNvSpPr/>
          <p:nvPr/>
        </p:nvSpPr>
        <p:spPr>
          <a:xfrm>
            <a:off x="389946" y="2141599"/>
            <a:ext cx="11430000" cy="914400"/>
          </a:xfrm>
          <a:prstGeom prst="rect">
            <a:avLst/>
          </a:prstGeom>
          <a:ln/>
        </p:spPr>
        <p:style>
          <a:lnRef idx="2">
            <a:schemeClr val="accent1">
              <a:shade val="15000"/>
            </a:schemeClr>
          </a:lnRef>
          <a:fillRef idx="1">
            <a:schemeClr val="accent1"/>
          </a:fillRef>
          <a:effectRef idx="0">
            <a:schemeClr val="accent1"/>
          </a:effectRef>
          <a:fontRef idx="minor">
            <a:schemeClr val="lt1"/>
          </a:fontRef>
        </p:style>
        <p:txBody>
          <a:bodyPr/>
          <a:lstStyle/>
          <a:p>
            <a:endParaRPr lang="en-US" dirty="0"/>
          </a:p>
        </p:txBody>
      </p:sp>
      <p:sp>
        <p:nvSpPr>
          <p:cNvPr id="19" name="Text 8">
            <a:extLst>
              <a:ext uri="{FF2B5EF4-FFF2-40B4-BE49-F238E27FC236}">
                <a16:creationId xmlns:a16="http://schemas.microsoft.com/office/drawing/2014/main" id="{7D800C40-FA0F-C95E-1986-EDCEB1F1F06B}"/>
              </a:ext>
            </a:extLst>
          </p:cNvPr>
          <p:cNvSpPr/>
          <p:nvPr/>
        </p:nvSpPr>
        <p:spPr>
          <a:xfrm>
            <a:off x="618546" y="2214751"/>
            <a:ext cx="3657600" cy="256032"/>
          </a:xfrm>
          <a:prstGeom prst="rect">
            <a:avLst/>
          </a:prstGeom>
          <a:noFill/>
          <a:ln/>
        </p:spPr>
        <p:txBody>
          <a:bodyPr wrap="square" lIns="0" tIns="0" rIns="0" bIns="0" rtlCol="0" anchor="ctr"/>
          <a:lstStyle/>
          <a:p>
            <a:pPr marL="0" indent="0">
              <a:buNone/>
            </a:pPr>
            <a:r>
              <a:rPr lang="en-US" sz="1000" b="1" dirty="0">
                <a:solidFill>
                  <a:srgbClr val="0F2A4A"/>
                </a:solidFill>
              </a:rPr>
              <a:t>2 · FOUNDATIONAL</a:t>
            </a:r>
            <a:endParaRPr lang="en-US" sz="1000" dirty="0"/>
          </a:p>
        </p:txBody>
      </p:sp>
      <p:sp>
        <p:nvSpPr>
          <p:cNvPr id="21" name="Text 9">
            <a:extLst>
              <a:ext uri="{FF2B5EF4-FFF2-40B4-BE49-F238E27FC236}">
                <a16:creationId xmlns:a16="http://schemas.microsoft.com/office/drawing/2014/main" id="{34F39CB2-66A5-DB96-A155-146972823B2C}"/>
              </a:ext>
            </a:extLst>
          </p:cNvPr>
          <p:cNvSpPr/>
          <p:nvPr/>
        </p:nvSpPr>
        <p:spPr>
          <a:xfrm>
            <a:off x="2123262" y="2178175"/>
            <a:ext cx="7315200" cy="256032"/>
          </a:xfrm>
          <a:prstGeom prst="rect">
            <a:avLst/>
          </a:prstGeom>
          <a:noFill/>
          <a:ln/>
        </p:spPr>
        <p:txBody>
          <a:bodyPr wrap="square" lIns="0" tIns="0" rIns="0" bIns="0" rtlCol="0" anchor="ctr"/>
          <a:lstStyle/>
          <a:p>
            <a:pPr marL="0" indent="0">
              <a:buNone/>
            </a:pPr>
            <a:r>
              <a:rPr lang="en-US" sz="950" i="1" dirty="0"/>
              <a:t>constrain inputs; never decide outcomes</a:t>
            </a:r>
            <a:endParaRPr lang="en-US" sz="950" dirty="0"/>
          </a:p>
        </p:txBody>
      </p:sp>
      <p:sp>
        <p:nvSpPr>
          <p:cNvPr id="23" name="Text 10">
            <a:extLst>
              <a:ext uri="{FF2B5EF4-FFF2-40B4-BE49-F238E27FC236}">
                <a16:creationId xmlns:a16="http://schemas.microsoft.com/office/drawing/2014/main" id="{66E36FCA-1629-8CD4-37E4-0382DFB0CA58}"/>
              </a:ext>
            </a:extLst>
          </p:cNvPr>
          <p:cNvSpPr/>
          <p:nvPr/>
        </p:nvSpPr>
        <p:spPr>
          <a:xfrm>
            <a:off x="618546" y="2534791"/>
            <a:ext cx="11064240" cy="347472"/>
          </a:xfrm>
          <a:prstGeom prst="rect">
            <a:avLst/>
          </a:prstGeom>
          <a:noFill/>
          <a:ln/>
        </p:spPr>
        <p:txBody>
          <a:bodyPr wrap="square" lIns="0" tIns="0" rIns="0" bIns="0" rtlCol="0" anchor="ctr"/>
          <a:lstStyle/>
          <a:p>
            <a:pPr marL="0" indent="0" algn="ctr">
              <a:buNone/>
            </a:pPr>
            <a:r>
              <a:rPr lang="en-US" sz="1100" dirty="0">
                <a:solidFill>
                  <a:srgbClr val="0F2A4A"/>
                </a:solidFill>
              </a:rPr>
              <a:t>Identity &amp; Access  ·  Configuration &amp; Tenant  ·  Site &amp; Sponsor Management  ·  Applications &amp; Agreements  ·  Program Registry</a:t>
            </a:r>
            <a:endParaRPr lang="en-US" sz="1100" dirty="0"/>
          </a:p>
        </p:txBody>
      </p:sp>
      <p:sp>
        <p:nvSpPr>
          <p:cNvPr id="25" name="Text 11">
            <a:extLst>
              <a:ext uri="{FF2B5EF4-FFF2-40B4-BE49-F238E27FC236}">
                <a16:creationId xmlns:a16="http://schemas.microsoft.com/office/drawing/2014/main" id="{2DA2D4E4-DF24-1CD7-BE0C-548285575189}"/>
              </a:ext>
            </a:extLst>
          </p:cNvPr>
          <p:cNvSpPr/>
          <p:nvPr/>
        </p:nvSpPr>
        <p:spPr>
          <a:xfrm>
            <a:off x="389946" y="3101719"/>
            <a:ext cx="11430000" cy="219456"/>
          </a:xfrm>
          <a:prstGeom prst="rect">
            <a:avLst/>
          </a:prstGeom>
          <a:noFill/>
          <a:ln/>
        </p:spPr>
        <p:txBody>
          <a:bodyPr wrap="square" lIns="0" tIns="0" rIns="0" bIns="0" rtlCol="0" anchor="ctr"/>
          <a:lstStyle/>
          <a:p>
            <a:pPr marL="0" indent="0" algn="ctr">
              <a:buNone/>
            </a:pPr>
            <a:r>
              <a:rPr lang="en-US" sz="850" b="1" dirty="0"/>
              <a:t>── SPECIALIST BOUNDARY — business-critical, not authoritative ──</a:t>
            </a:r>
            <a:endParaRPr lang="en-US" sz="850" dirty="0"/>
          </a:p>
        </p:txBody>
      </p:sp>
      <p:sp>
        <p:nvSpPr>
          <p:cNvPr id="27" name="Shape 12">
            <a:extLst>
              <a:ext uri="{FF2B5EF4-FFF2-40B4-BE49-F238E27FC236}">
                <a16:creationId xmlns:a16="http://schemas.microsoft.com/office/drawing/2014/main" id="{72D437E4-F8C6-8667-87AC-1341FC861977}"/>
              </a:ext>
            </a:extLst>
          </p:cNvPr>
          <p:cNvSpPr/>
          <p:nvPr/>
        </p:nvSpPr>
        <p:spPr>
          <a:xfrm>
            <a:off x="389946" y="3348607"/>
            <a:ext cx="11430000" cy="1700784"/>
          </a:xfrm>
          <a:prstGeom prst="rect">
            <a:avLst/>
          </a:prstGeom>
          <a:ln/>
        </p:spPr>
        <p:style>
          <a:lnRef idx="2">
            <a:schemeClr val="accent2">
              <a:shade val="15000"/>
            </a:schemeClr>
          </a:lnRef>
          <a:fillRef idx="1">
            <a:schemeClr val="accent2"/>
          </a:fillRef>
          <a:effectRef idx="0">
            <a:schemeClr val="accent2"/>
          </a:effectRef>
          <a:fontRef idx="minor">
            <a:schemeClr val="lt1"/>
          </a:fontRef>
        </p:style>
        <p:txBody>
          <a:bodyPr/>
          <a:lstStyle/>
          <a:p>
            <a:endParaRPr lang="en-US"/>
          </a:p>
        </p:txBody>
      </p:sp>
      <p:sp>
        <p:nvSpPr>
          <p:cNvPr id="29" name="Text 13">
            <a:extLst>
              <a:ext uri="{FF2B5EF4-FFF2-40B4-BE49-F238E27FC236}">
                <a16:creationId xmlns:a16="http://schemas.microsoft.com/office/drawing/2014/main" id="{EB622A7F-A0DA-B6CF-DC1D-61862BE50B96}"/>
              </a:ext>
            </a:extLst>
          </p:cNvPr>
          <p:cNvSpPr/>
          <p:nvPr/>
        </p:nvSpPr>
        <p:spPr>
          <a:xfrm>
            <a:off x="618546" y="3412615"/>
            <a:ext cx="3657600" cy="256032"/>
          </a:xfrm>
          <a:prstGeom prst="rect">
            <a:avLst/>
          </a:prstGeom>
          <a:noFill/>
          <a:ln/>
        </p:spPr>
        <p:txBody>
          <a:bodyPr wrap="square" lIns="0" tIns="0" rIns="0" bIns="0" rtlCol="0" anchor="ctr"/>
          <a:lstStyle/>
          <a:p>
            <a:pPr marL="0" indent="0">
              <a:buNone/>
            </a:pPr>
            <a:r>
              <a:rPr lang="en-US" sz="1000" b="1" dirty="0">
                <a:solidFill>
                  <a:srgbClr val="1E3A8A"/>
                </a:solidFill>
              </a:rPr>
              <a:t>3 · OPERATIONAL</a:t>
            </a:r>
            <a:endParaRPr lang="en-US" sz="1000" dirty="0"/>
          </a:p>
        </p:txBody>
      </p:sp>
      <p:sp>
        <p:nvSpPr>
          <p:cNvPr id="31" name="Text 14">
            <a:extLst>
              <a:ext uri="{FF2B5EF4-FFF2-40B4-BE49-F238E27FC236}">
                <a16:creationId xmlns:a16="http://schemas.microsoft.com/office/drawing/2014/main" id="{6730EB59-5ACA-130B-0E97-0ACE8DBAFD9D}"/>
              </a:ext>
            </a:extLst>
          </p:cNvPr>
          <p:cNvSpPr/>
          <p:nvPr/>
        </p:nvSpPr>
        <p:spPr>
          <a:xfrm>
            <a:off x="2123262" y="3452435"/>
            <a:ext cx="7315200" cy="256032"/>
          </a:xfrm>
          <a:prstGeom prst="rect">
            <a:avLst/>
          </a:prstGeom>
          <a:noFill/>
          <a:ln/>
        </p:spPr>
        <p:txBody>
          <a:bodyPr wrap="square" lIns="0" tIns="0" rIns="0" bIns="0" rtlCol="0" anchor="ctr"/>
          <a:lstStyle/>
          <a:p>
            <a:pPr marL="0" indent="0">
              <a:buNone/>
            </a:pPr>
            <a:r>
              <a:rPr lang="en-US" sz="950" i="1" dirty="0">
                <a:solidFill>
                  <a:srgbClr val="1E3A8A"/>
                </a:solidFill>
              </a:rPr>
              <a:t>own program rules &amp; integration surfaces</a:t>
            </a:r>
            <a:endParaRPr lang="en-US" sz="950" dirty="0"/>
          </a:p>
        </p:txBody>
      </p:sp>
      <p:sp>
        <p:nvSpPr>
          <p:cNvPr id="33" name="Text 15">
            <a:extLst>
              <a:ext uri="{FF2B5EF4-FFF2-40B4-BE49-F238E27FC236}">
                <a16:creationId xmlns:a16="http://schemas.microsoft.com/office/drawing/2014/main" id="{A4563DAD-941E-BE55-B16C-5488D052C6CD}"/>
              </a:ext>
            </a:extLst>
          </p:cNvPr>
          <p:cNvSpPr/>
          <p:nvPr/>
        </p:nvSpPr>
        <p:spPr>
          <a:xfrm>
            <a:off x="618546" y="3760087"/>
            <a:ext cx="2194560" cy="219456"/>
          </a:xfrm>
          <a:prstGeom prst="rect">
            <a:avLst/>
          </a:prstGeom>
          <a:noFill/>
          <a:ln/>
        </p:spPr>
        <p:txBody>
          <a:bodyPr wrap="square" lIns="0" tIns="0" rIns="0" bIns="0" rtlCol="0" anchor="ctr"/>
          <a:lstStyle/>
          <a:p>
            <a:pPr marL="0" indent="0">
              <a:buNone/>
            </a:pPr>
            <a:r>
              <a:rPr lang="en-US" sz="800" b="1" dirty="0">
                <a:solidFill>
                  <a:srgbClr val="1E3A8A"/>
                </a:solidFill>
              </a:rPr>
              <a:t>PROGRAM DOMAINS</a:t>
            </a:r>
            <a:endParaRPr lang="en-US" sz="800" dirty="0"/>
          </a:p>
        </p:txBody>
      </p:sp>
      <p:sp>
        <p:nvSpPr>
          <p:cNvPr id="35" name="Text 16">
            <a:extLst>
              <a:ext uri="{FF2B5EF4-FFF2-40B4-BE49-F238E27FC236}">
                <a16:creationId xmlns:a16="http://schemas.microsoft.com/office/drawing/2014/main" id="{4CD5D51A-52D0-2515-53D5-EC7D6A7C0276}"/>
              </a:ext>
            </a:extLst>
          </p:cNvPr>
          <p:cNvSpPr/>
          <p:nvPr/>
        </p:nvSpPr>
        <p:spPr>
          <a:xfrm>
            <a:off x="2721666" y="3760087"/>
            <a:ext cx="8961120" cy="219456"/>
          </a:xfrm>
          <a:prstGeom prst="rect">
            <a:avLst/>
          </a:prstGeom>
          <a:noFill/>
          <a:ln/>
        </p:spPr>
        <p:txBody>
          <a:bodyPr wrap="square" lIns="0" tIns="0" rIns="0" bIns="0" rtlCol="0" anchor="ctr"/>
          <a:lstStyle/>
          <a:p>
            <a:pPr marL="0" indent="0">
              <a:buNone/>
            </a:pPr>
            <a:r>
              <a:rPr lang="en-US" sz="1050" dirty="0">
                <a:solidFill>
                  <a:srgbClr val="1E3A8A"/>
                </a:solidFill>
              </a:rPr>
              <a:t>SNP  ·  CACFP  ·  DCH  ·  SFSP  ·  FFVP  ·  SSFO  ·  CEP</a:t>
            </a:r>
            <a:endParaRPr lang="en-US" sz="1050" dirty="0"/>
          </a:p>
        </p:txBody>
      </p:sp>
      <p:sp>
        <p:nvSpPr>
          <p:cNvPr id="37" name="Text 17">
            <a:extLst>
              <a:ext uri="{FF2B5EF4-FFF2-40B4-BE49-F238E27FC236}">
                <a16:creationId xmlns:a16="http://schemas.microsoft.com/office/drawing/2014/main" id="{778F850C-3691-5461-9426-563E8629C251}"/>
              </a:ext>
            </a:extLst>
          </p:cNvPr>
          <p:cNvSpPr/>
          <p:nvPr/>
        </p:nvSpPr>
        <p:spPr>
          <a:xfrm>
            <a:off x="618546" y="4153279"/>
            <a:ext cx="2194560" cy="219456"/>
          </a:xfrm>
          <a:prstGeom prst="rect">
            <a:avLst/>
          </a:prstGeom>
          <a:noFill/>
          <a:ln/>
        </p:spPr>
        <p:txBody>
          <a:bodyPr wrap="square" lIns="0" tIns="0" rIns="0" bIns="0" rtlCol="0" anchor="ctr"/>
          <a:lstStyle/>
          <a:p>
            <a:pPr marL="0" indent="0">
              <a:buNone/>
            </a:pPr>
            <a:r>
              <a:rPr lang="en-US" sz="800" b="1" dirty="0">
                <a:solidFill>
                  <a:srgbClr val="1E3A8A"/>
                </a:solidFill>
              </a:rPr>
              <a:t>MODULES</a:t>
            </a:r>
            <a:endParaRPr lang="en-US" sz="800" dirty="0"/>
          </a:p>
        </p:txBody>
      </p:sp>
      <p:sp>
        <p:nvSpPr>
          <p:cNvPr id="39" name="Text 18">
            <a:extLst>
              <a:ext uri="{FF2B5EF4-FFF2-40B4-BE49-F238E27FC236}">
                <a16:creationId xmlns:a16="http://schemas.microsoft.com/office/drawing/2014/main" id="{0A084116-564B-E86F-FD4C-E9C55EBD57C4}"/>
              </a:ext>
            </a:extLst>
          </p:cNvPr>
          <p:cNvSpPr/>
          <p:nvPr/>
        </p:nvSpPr>
        <p:spPr>
          <a:xfrm>
            <a:off x="2721666" y="4153279"/>
            <a:ext cx="8961120" cy="219456"/>
          </a:xfrm>
          <a:prstGeom prst="rect">
            <a:avLst/>
          </a:prstGeom>
          <a:noFill/>
          <a:ln/>
        </p:spPr>
        <p:txBody>
          <a:bodyPr wrap="square" lIns="0" tIns="0" rIns="0" bIns="0" rtlCol="0" anchor="ctr"/>
          <a:lstStyle/>
          <a:p>
            <a:pPr marL="0" indent="0">
              <a:buNone/>
            </a:pPr>
            <a:r>
              <a:rPr lang="en-US" sz="1050" dirty="0">
                <a:solidFill>
                  <a:srgbClr val="1E3A8A"/>
                </a:solidFill>
              </a:rPr>
              <a:t>VCA Checklist  ·  Budget  ·  Contracts  ·  Risk Management  ·  Training &amp; Tech Assist  ·  Waivers  ·  Food Distribution ⚠</a:t>
            </a:r>
            <a:endParaRPr lang="en-US" sz="1050" dirty="0"/>
          </a:p>
        </p:txBody>
      </p:sp>
      <p:sp>
        <p:nvSpPr>
          <p:cNvPr id="41" name="Text 19">
            <a:extLst>
              <a:ext uri="{FF2B5EF4-FFF2-40B4-BE49-F238E27FC236}">
                <a16:creationId xmlns:a16="http://schemas.microsoft.com/office/drawing/2014/main" id="{C5AA4145-49EB-E383-15DC-DEC87955E01C}"/>
              </a:ext>
            </a:extLst>
          </p:cNvPr>
          <p:cNvSpPr/>
          <p:nvPr/>
        </p:nvSpPr>
        <p:spPr>
          <a:xfrm>
            <a:off x="618546" y="4546471"/>
            <a:ext cx="2194560" cy="219456"/>
          </a:xfrm>
          <a:prstGeom prst="rect">
            <a:avLst/>
          </a:prstGeom>
          <a:noFill/>
          <a:ln/>
        </p:spPr>
        <p:txBody>
          <a:bodyPr wrap="square" lIns="0" tIns="0" rIns="0" bIns="0" rtlCol="0" anchor="ctr"/>
          <a:lstStyle/>
          <a:p>
            <a:pPr marL="0" indent="0">
              <a:buNone/>
            </a:pPr>
            <a:r>
              <a:rPr lang="en-US" sz="800" b="1" dirty="0">
                <a:solidFill>
                  <a:srgbClr val="1E3A8A"/>
                </a:solidFill>
              </a:rPr>
              <a:t>PLATFORM SERVICES</a:t>
            </a:r>
            <a:endParaRPr lang="en-US" sz="800" dirty="0"/>
          </a:p>
        </p:txBody>
      </p:sp>
      <p:sp>
        <p:nvSpPr>
          <p:cNvPr id="43" name="Text 20">
            <a:extLst>
              <a:ext uri="{FF2B5EF4-FFF2-40B4-BE49-F238E27FC236}">
                <a16:creationId xmlns:a16="http://schemas.microsoft.com/office/drawing/2014/main" id="{6D3652EF-FBE9-6E05-466E-906E4C8D4146}"/>
              </a:ext>
            </a:extLst>
          </p:cNvPr>
          <p:cNvSpPr/>
          <p:nvPr/>
        </p:nvSpPr>
        <p:spPr>
          <a:xfrm>
            <a:off x="2721666" y="4546471"/>
            <a:ext cx="8961120" cy="219456"/>
          </a:xfrm>
          <a:prstGeom prst="rect">
            <a:avLst/>
          </a:prstGeom>
          <a:noFill/>
          <a:ln/>
        </p:spPr>
        <p:txBody>
          <a:bodyPr wrap="square" lIns="0" tIns="0" rIns="0" bIns="0" rtlCol="0" anchor="ctr"/>
          <a:lstStyle/>
          <a:p>
            <a:pPr marL="0" indent="0">
              <a:buNone/>
            </a:pPr>
            <a:r>
              <a:rPr lang="en-US" sz="1050" dirty="0">
                <a:solidFill>
                  <a:srgbClr val="1E3A8A"/>
                </a:solidFill>
              </a:rPr>
              <a:t>Forms Engine  ·  Workflow &amp; Task Mgmt  ·  Integration &amp; Data Exchange  ·  Document Library</a:t>
            </a:r>
            <a:endParaRPr lang="en-US" sz="1050" dirty="0"/>
          </a:p>
        </p:txBody>
      </p:sp>
      <p:sp>
        <p:nvSpPr>
          <p:cNvPr id="45" name="Text 21">
            <a:extLst>
              <a:ext uri="{FF2B5EF4-FFF2-40B4-BE49-F238E27FC236}">
                <a16:creationId xmlns:a16="http://schemas.microsoft.com/office/drawing/2014/main" id="{45BAD46F-EDEA-E2E7-1FBC-E4FC452520FE}"/>
              </a:ext>
            </a:extLst>
          </p:cNvPr>
          <p:cNvSpPr/>
          <p:nvPr/>
        </p:nvSpPr>
        <p:spPr>
          <a:xfrm>
            <a:off x="389946" y="5085967"/>
            <a:ext cx="11430000" cy="219456"/>
          </a:xfrm>
          <a:prstGeom prst="rect">
            <a:avLst/>
          </a:prstGeom>
          <a:noFill/>
          <a:ln/>
        </p:spPr>
        <p:txBody>
          <a:bodyPr wrap="square" lIns="0" tIns="0" rIns="0" bIns="0" rtlCol="0" anchor="ctr"/>
          <a:lstStyle/>
          <a:p>
            <a:pPr marL="0" indent="0" algn="ctr">
              <a:buNone/>
            </a:pPr>
            <a:r>
              <a:rPr lang="en-US" sz="850" b="1" dirty="0"/>
              <a:t>── OBSERVATIONAL BOUNDARY — downstream consumes facts; never influences decisions above ──</a:t>
            </a:r>
            <a:endParaRPr lang="en-US" sz="850" dirty="0"/>
          </a:p>
        </p:txBody>
      </p:sp>
      <p:sp>
        <p:nvSpPr>
          <p:cNvPr id="47" name="Shape 22">
            <a:extLst>
              <a:ext uri="{FF2B5EF4-FFF2-40B4-BE49-F238E27FC236}">
                <a16:creationId xmlns:a16="http://schemas.microsoft.com/office/drawing/2014/main" id="{0DF82A24-49E9-6989-F9D0-78B93919BB56}"/>
              </a:ext>
            </a:extLst>
          </p:cNvPr>
          <p:cNvSpPr/>
          <p:nvPr/>
        </p:nvSpPr>
        <p:spPr>
          <a:xfrm>
            <a:off x="389946" y="5332855"/>
            <a:ext cx="11430000" cy="914400"/>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a:lstStyle/>
          <a:p>
            <a:endParaRPr lang="en-US"/>
          </a:p>
        </p:txBody>
      </p:sp>
      <p:sp>
        <p:nvSpPr>
          <p:cNvPr id="49" name="Text 23">
            <a:extLst>
              <a:ext uri="{FF2B5EF4-FFF2-40B4-BE49-F238E27FC236}">
                <a16:creationId xmlns:a16="http://schemas.microsoft.com/office/drawing/2014/main" id="{B891F04D-1267-54DB-BEA8-8270DF482C93}"/>
              </a:ext>
            </a:extLst>
          </p:cNvPr>
          <p:cNvSpPr/>
          <p:nvPr/>
        </p:nvSpPr>
        <p:spPr>
          <a:xfrm>
            <a:off x="618546" y="5396863"/>
            <a:ext cx="4572000" cy="256032"/>
          </a:xfrm>
          <a:prstGeom prst="rect">
            <a:avLst/>
          </a:prstGeom>
          <a:noFill/>
          <a:ln/>
        </p:spPr>
        <p:txBody>
          <a:bodyPr wrap="square" lIns="0" tIns="0" rIns="0" bIns="0" rtlCol="0" anchor="ctr"/>
          <a:lstStyle/>
          <a:p>
            <a:pPr marL="0" indent="0">
              <a:buNone/>
            </a:pPr>
            <a:r>
              <a:rPr lang="en-US" sz="1000" b="1" dirty="0">
                <a:solidFill>
                  <a:srgbClr val="064E3B"/>
                </a:solidFill>
              </a:rPr>
              <a:t>4 · OBSERVATIONAL</a:t>
            </a:r>
            <a:endParaRPr lang="en-US" sz="1000" dirty="0"/>
          </a:p>
        </p:txBody>
      </p:sp>
      <p:sp>
        <p:nvSpPr>
          <p:cNvPr id="51" name="Text 24">
            <a:extLst>
              <a:ext uri="{FF2B5EF4-FFF2-40B4-BE49-F238E27FC236}">
                <a16:creationId xmlns:a16="http://schemas.microsoft.com/office/drawing/2014/main" id="{98CF2700-C0A8-6268-ABD7-FB4BA55A2091}"/>
              </a:ext>
            </a:extLst>
          </p:cNvPr>
          <p:cNvSpPr/>
          <p:nvPr/>
        </p:nvSpPr>
        <p:spPr>
          <a:xfrm>
            <a:off x="2123262" y="5408664"/>
            <a:ext cx="6400800" cy="256032"/>
          </a:xfrm>
          <a:prstGeom prst="rect">
            <a:avLst/>
          </a:prstGeom>
          <a:noFill/>
          <a:ln/>
        </p:spPr>
        <p:txBody>
          <a:bodyPr wrap="square" lIns="0" tIns="0" rIns="0" bIns="0" rtlCol="0" anchor="ctr"/>
          <a:lstStyle/>
          <a:p>
            <a:pPr marL="0" indent="0">
              <a:buNone/>
            </a:pPr>
            <a:r>
              <a:rPr lang="en-US" sz="950" i="1" dirty="0">
                <a:solidFill>
                  <a:srgbClr val="064E3B"/>
                </a:solidFill>
              </a:rPr>
              <a:t>read models &amp; outbound services only</a:t>
            </a:r>
            <a:endParaRPr lang="en-US" sz="950" dirty="0"/>
          </a:p>
        </p:txBody>
      </p:sp>
      <p:sp>
        <p:nvSpPr>
          <p:cNvPr id="53" name="Text 25">
            <a:extLst>
              <a:ext uri="{FF2B5EF4-FFF2-40B4-BE49-F238E27FC236}">
                <a16:creationId xmlns:a16="http://schemas.microsoft.com/office/drawing/2014/main" id="{9FF7B8F9-431D-C19B-B150-BA45B568F879}"/>
              </a:ext>
            </a:extLst>
          </p:cNvPr>
          <p:cNvSpPr/>
          <p:nvPr/>
        </p:nvSpPr>
        <p:spPr>
          <a:xfrm>
            <a:off x="618546" y="5744335"/>
            <a:ext cx="11064240" cy="347472"/>
          </a:xfrm>
          <a:prstGeom prst="rect">
            <a:avLst/>
          </a:prstGeom>
          <a:noFill/>
          <a:ln/>
        </p:spPr>
        <p:txBody>
          <a:bodyPr wrap="square" lIns="0" tIns="0" rIns="0" bIns="0" rtlCol="0" anchor="ctr"/>
          <a:lstStyle/>
          <a:p>
            <a:pPr marL="0" indent="0" algn="ctr">
              <a:buNone/>
            </a:pPr>
            <a:r>
              <a:rPr lang="en-US" sz="1100" dirty="0">
                <a:solidFill>
                  <a:srgbClr val="064E3B"/>
                </a:solidFill>
              </a:rPr>
              <a:t>Reporting &amp; Analytics → Snowflake  ·  Audit &amp; Observability  ·  Notifications &amp; Communications  ·  Reference Data &amp; Transparency</a:t>
            </a:r>
            <a:endParaRPr lang="en-US" sz="1100" dirty="0"/>
          </a:p>
        </p:txBody>
      </p:sp>
    </p:spTree>
    <p:extLst>
      <p:ext uri="{BB962C8B-B14F-4D97-AF65-F5344CB8AC3E}">
        <p14:creationId xmlns:p14="http://schemas.microsoft.com/office/powerpoint/2010/main" val="3906703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6CA28-DA06-B6CB-F435-595A4FA2773D}"/>
              </a:ext>
            </a:extLst>
          </p:cNvPr>
          <p:cNvSpPr>
            <a:spLocks noGrp="1"/>
          </p:cNvSpPr>
          <p:nvPr>
            <p:ph type="title"/>
          </p:nvPr>
        </p:nvSpPr>
        <p:spPr>
          <a:xfrm>
            <a:off x="647699" y="609600"/>
            <a:ext cx="7360971" cy="1074520"/>
          </a:xfrm>
        </p:spPr>
        <p:txBody>
          <a:bodyPr/>
          <a:lstStyle/>
          <a:p>
            <a:r>
              <a:rPr lang="en-US" dirty="0"/>
              <a:t>Multiple Domains, one container</a:t>
            </a:r>
            <a:br>
              <a:rPr lang="en-US" dirty="0"/>
            </a:br>
            <a:endParaRPr lang="en-US" dirty="0"/>
          </a:p>
        </p:txBody>
      </p:sp>
      <p:sp>
        <p:nvSpPr>
          <p:cNvPr id="11" name="Slide Number Placeholder 10">
            <a:extLst>
              <a:ext uri="{FF2B5EF4-FFF2-40B4-BE49-F238E27FC236}">
                <a16:creationId xmlns:a16="http://schemas.microsoft.com/office/drawing/2014/main" id="{19FBC69F-7C3C-A3ED-6B8D-CA91680D1DA4}"/>
              </a:ext>
            </a:extLst>
          </p:cNvPr>
          <p:cNvSpPr>
            <a:spLocks noGrp="1"/>
          </p:cNvSpPr>
          <p:nvPr>
            <p:ph type="sldNum" sz="quarter" idx="21"/>
          </p:nvPr>
        </p:nvSpPr>
        <p:spPr/>
        <p:txBody>
          <a:bodyPr/>
          <a:lstStyle/>
          <a:p>
            <a:fld id="{F71C0B42-4AEE-41DE-B077-4156AA01E9D4}" type="slidenum">
              <a:rPr lang="en-US" smtClean="0"/>
              <a:pPr/>
              <a:t>5</a:t>
            </a:fld>
            <a:endParaRPr lang="en-US"/>
          </a:p>
        </p:txBody>
      </p:sp>
      <p:sp>
        <p:nvSpPr>
          <p:cNvPr id="57" name="TextBox 56">
            <a:extLst>
              <a:ext uri="{FF2B5EF4-FFF2-40B4-BE49-F238E27FC236}">
                <a16:creationId xmlns:a16="http://schemas.microsoft.com/office/drawing/2014/main" id="{917A3DDA-7926-5ACA-FA29-85879F216E3D}"/>
              </a:ext>
            </a:extLst>
          </p:cNvPr>
          <p:cNvSpPr txBox="1"/>
          <p:nvPr/>
        </p:nvSpPr>
        <p:spPr>
          <a:xfrm>
            <a:off x="4412439" y="1656967"/>
            <a:ext cx="3534863" cy="2862322"/>
          </a:xfrm>
          <a:prstGeom prst="rect">
            <a:avLst/>
          </a:prstGeom>
          <a:noFill/>
        </p:spPr>
        <p:txBody>
          <a:bodyPr wrap="square" rtlCol="0">
            <a:spAutoFit/>
          </a:bodyPr>
          <a:lstStyle/>
          <a:p>
            <a:r>
              <a:rPr lang="en-US" b="1" dirty="0">
                <a:solidFill>
                  <a:schemeClr val="accent3"/>
                </a:solidFill>
                <a:latin typeface="+mj-lt"/>
                <a:ea typeface="Calibri" pitchFamily="34" charset="-122"/>
                <a:cs typeface="Calibri" pitchFamily="34" charset="-120"/>
              </a:rPr>
              <a:t>Wrong boundaries cost more in microservices</a:t>
            </a:r>
          </a:p>
          <a:p>
            <a:endParaRPr lang="en-US" dirty="0">
              <a:solidFill>
                <a:srgbClr val="94A3B8"/>
              </a:solidFill>
              <a:ea typeface="Calibri" pitchFamily="34" charset="-122"/>
              <a:cs typeface="Calibri" pitchFamily="34" charset="-120"/>
            </a:endParaRPr>
          </a:p>
          <a:p>
            <a:r>
              <a:rPr lang="en-US" dirty="0">
                <a:solidFill>
                  <a:schemeClr val="bg1"/>
                </a:solidFill>
                <a:ea typeface="Calibri" pitchFamily="34" charset="-122"/>
                <a:cs typeface="Calibri" pitchFamily="34" charset="-120"/>
              </a:rPr>
              <a:t>In a monolith, a wrong boundary involves renaming a namespace and moving classes. </a:t>
            </a:r>
          </a:p>
          <a:p>
            <a:r>
              <a:rPr lang="en-US" dirty="0">
                <a:solidFill>
                  <a:schemeClr val="bg1"/>
                </a:solidFill>
                <a:ea typeface="Calibri" pitchFamily="34" charset="-122"/>
                <a:cs typeface="Calibri" pitchFamily="34" charset="-120"/>
              </a:rPr>
              <a:t>In microservices, it means a new API contract, a data migration, and distributed transaction complexity. </a:t>
            </a:r>
          </a:p>
        </p:txBody>
      </p:sp>
      <p:sp>
        <p:nvSpPr>
          <p:cNvPr id="63" name="TextBox 62">
            <a:extLst>
              <a:ext uri="{FF2B5EF4-FFF2-40B4-BE49-F238E27FC236}">
                <a16:creationId xmlns:a16="http://schemas.microsoft.com/office/drawing/2014/main" id="{671756F1-7EA5-CDBD-49A0-ED1FAC17A8E8}"/>
              </a:ext>
            </a:extLst>
          </p:cNvPr>
          <p:cNvSpPr txBox="1"/>
          <p:nvPr/>
        </p:nvSpPr>
        <p:spPr>
          <a:xfrm>
            <a:off x="8087429" y="1656967"/>
            <a:ext cx="3534863" cy="3139321"/>
          </a:xfrm>
          <a:prstGeom prst="rect">
            <a:avLst/>
          </a:prstGeom>
          <a:noFill/>
        </p:spPr>
        <p:txBody>
          <a:bodyPr wrap="square" rtlCol="0">
            <a:spAutoFit/>
          </a:bodyPr>
          <a:lstStyle/>
          <a:p>
            <a:r>
              <a:rPr lang="en-US" b="1" dirty="0">
                <a:solidFill>
                  <a:schemeClr val="accent3"/>
                </a:solidFill>
                <a:latin typeface="+mj-lt"/>
                <a:ea typeface="Calibri" pitchFamily="34" charset="-122"/>
                <a:cs typeface="Calibri" pitchFamily="34" charset="-120"/>
              </a:rPr>
              <a:t>We can extract services when the evidence says to</a:t>
            </a:r>
            <a:endParaRPr lang="en-US" dirty="0">
              <a:solidFill>
                <a:schemeClr val="accent3"/>
              </a:solidFill>
              <a:latin typeface="+mj-lt"/>
            </a:endParaRPr>
          </a:p>
          <a:p>
            <a:endParaRPr lang="en-US" dirty="0">
              <a:solidFill>
                <a:srgbClr val="94A3B8"/>
              </a:solidFill>
              <a:latin typeface="Calibri" pitchFamily="34" charset="0"/>
              <a:ea typeface="Calibri" pitchFamily="34" charset="-122"/>
              <a:cs typeface="Calibri" pitchFamily="34" charset="-120"/>
            </a:endParaRPr>
          </a:p>
          <a:p>
            <a:r>
              <a:rPr lang="en-US" dirty="0">
                <a:solidFill>
                  <a:schemeClr val="bg1"/>
                </a:solidFill>
                <a:ea typeface="Calibri" pitchFamily="34" charset="-122"/>
                <a:cs typeface="Calibri" pitchFamily="34" charset="-120"/>
              </a:rPr>
              <a:t>Every domain is already isolated by namespace and database schema. When usage patterns show us a domain needs independent scaling or deployment, we can pull it out. </a:t>
            </a:r>
          </a:p>
          <a:p>
            <a:endParaRPr lang="en-US" dirty="0">
              <a:solidFill>
                <a:schemeClr val="bg1"/>
              </a:solidFill>
              <a:ea typeface="Calibri" pitchFamily="34" charset="-122"/>
              <a:cs typeface="Calibri" pitchFamily="34" charset="-120"/>
            </a:endParaRPr>
          </a:p>
          <a:p>
            <a:endParaRPr lang="en-US" dirty="0"/>
          </a:p>
        </p:txBody>
      </p:sp>
      <p:sp>
        <p:nvSpPr>
          <p:cNvPr id="65" name="TextBox 64">
            <a:extLst>
              <a:ext uri="{FF2B5EF4-FFF2-40B4-BE49-F238E27FC236}">
                <a16:creationId xmlns:a16="http://schemas.microsoft.com/office/drawing/2014/main" id="{923AD459-D169-BAA0-3B30-11AA6AF68A2C}"/>
              </a:ext>
            </a:extLst>
          </p:cNvPr>
          <p:cNvSpPr txBox="1"/>
          <p:nvPr/>
        </p:nvSpPr>
        <p:spPr>
          <a:xfrm>
            <a:off x="647699" y="1933966"/>
            <a:ext cx="3534863" cy="2862322"/>
          </a:xfrm>
          <a:prstGeom prst="rect">
            <a:avLst/>
          </a:prstGeom>
          <a:noFill/>
        </p:spPr>
        <p:txBody>
          <a:bodyPr wrap="square" rtlCol="0">
            <a:spAutoFit/>
          </a:bodyPr>
          <a:lstStyle/>
          <a:p>
            <a:r>
              <a:rPr lang="en-US" b="1" dirty="0">
                <a:solidFill>
                  <a:schemeClr val="accent3"/>
                </a:solidFill>
                <a:latin typeface="+mj-lt"/>
                <a:ea typeface="Calibri" pitchFamily="34" charset="-122"/>
                <a:cs typeface="Calibri" pitchFamily="34" charset="-120"/>
              </a:rPr>
              <a:t>Boundaries are a hypothesis</a:t>
            </a:r>
          </a:p>
          <a:p>
            <a:endParaRPr lang="en-US" dirty="0">
              <a:solidFill>
                <a:srgbClr val="94A3B8"/>
              </a:solidFill>
              <a:latin typeface="Calibri" pitchFamily="34" charset="0"/>
              <a:ea typeface="Calibri" pitchFamily="34" charset="-122"/>
              <a:cs typeface="Calibri" pitchFamily="34" charset="-120"/>
            </a:endParaRPr>
          </a:p>
          <a:p>
            <a:r>
              <a:rPr lang="en-US" dirty="0">
                <a:solidFill>
                  <a:schemeClr val="bg1"/>
                </a:solidFill>
                <a:ea typeface="Calibri" pitchFamily="34" charset="-122"/>
                <a:cs typeface="Calibri" pitchFamily="34" charset="-120"/>
              </a:rPr>
              <a:t>We drew the domain lines carefully, but the boundaries may not survive contact with real usage. A monolith lets us adjust those lines based on what we learn before we've locked them into service contracts.</a:t>
            </a:r>
            <a:endParaRPr lang="en-US" dirty="0">
              <a:solidFill>
                <a:schemeClr val="bg1"/>
              </a:solidFill>
            </a:endParaRPr>
          </a:p>
          <a:p>
            <a:endParaRPr lang="en-US" dirty="0"/>
          </a:p>
        </p:txBody>
      </p:sp>
      <p:sp>
        <p:nvSpPr>
          <p:cNvPr id="66" name="TextBox 65">
            <a:extLst>
              <a:ext uri="{FF2B5EF4-FFF2-40B4-BE49-F238E27FC236}">
                <a16:creationId xmlns:a16="http://schemas.microsoft.com/office/drawing/2014/main" id="{0F42A3B1-A9A9-5B98-170A-091BA7D9858A}"/>
              </a:ext>
            </a:extLst>
          </p:cNvPr>
          <p:cNvSpPr txBox="1"/>
          <p:nvPr/>
        </p:nvSpPr>
        <p:spPr>
          <a:xfrm>
            <a:off x="902127" y="5319214"/>
            <a:ext cx="10260918" cy="646331"/>
          </a:xfrm>
          <a:prstGeom prst="rect">
            <a:avLst/>
          </a:prstGeom>
          <a:noFill/>
        </p:spPr>
        <p:txBody>
          <a:bodyPr wrap="square" rtlCol="0">
            <a:spAutoFit/>
          </a:bodyPr>
          <a:lstStyle/>
          <a:p>
            <a:r>
              <a:rPr lang="en-US" dirty="0">
                <a:solidFill>
                  <a:schemeClr val="bg1"/>
                </a:solidFill>
              </a:rPr>
              <a:t>Every domain in this platform is already isolated. They each have their own database tables, don’t reach into another domain's data directly, and communicate through defined interfaces.</a:t>
            </a:r>
          </a:p>
        </p:txBody>
      </p:sp>
    </p:spTree>
    <p:extLst>
      <p:ext uri="{BB962C8B-B14F-4D97-AF65-F5344CB8AC3E}">
        <p14:creationId xmlns:p14="http://schemas.microsoft.com/office/powerpoint/2010/main" val="897830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D0C3E-77E9-0787-9D8B-06EB9F852790}"/>
              </a:ext>
            </a:extLst>
          </p:cNvPr>
          <p:cNvSpPr>
            <a:spLocks noGrp="1"/>
          </p:cNvSpPr>
          <p:nvPr>
            <p:ph type="title"/>
          </p:nvPr>
        </p:nvSpPr>
        <p:spPr>
          <a:xfrm>
            <a:off x="658586" y="620487"/>
            <a:ext cx="6950280" cy="481606"/>
          </a:xfrm>
        </p:spPr>
        <p:txBody>
          <a:bodyPr/>
          <a:lstStyle/>
          <a:p>
            <a:r>
              <a:rPr lang="en-US" dirty="0"/>
              <a:t>Architecture Overview</a:t>
            </a:r>
          </a:p>
        </p:txBody>
      </p:sp>
      <p:sp>
        <p:nvSpPr>
          <p:cNvPr id="3" name="Slide Number Placeholder 2">
            <a:extLst>
              <a:ext uri="{FF2B5EF4-FFF2-40B4-BE49-F238E27FC236}">
                <a16:creationId xmlns:a16="http://schemas.microsoft.com/office/drawing/2014/main" id="{3EE86AF2-55A8-C7B1-C55C-7BA07306EB68}"/>
              </a:ext>
            </a:extLst>
          </p:cNvPr>
          <p:cNvSpPr>
            <a:spLocks noGrp="1"/>
          </p:cNvSpPr>
          <p:nvPr>
            <p:ph type="sldNum" sz="quarter" idx="10"/>
          </p:nvPr>
        </p:nvSpPr>
        <p:spPr>
          <a:xfrm>
            <a:off x="10760904" y="6095279"/>
            <a:ext cx="658268" cy="255358"/>
          </a:xfrm>
        </p:spPr>
        <p:txBody>
          <a:bodyPr/>
          <a:lstStyle/>
          <a:p>
            <a:fld id="{F71C0B42-4AEE-41DE-B077-4156AA01E9D4}" type="slidenum">
              <a:rPr lang="en-US" smtClean="0"/>
              <a:pPr/>
              <a:t>6</a:t>
            </a:fld>
            <a:endParaRPr lang="en-US"/>
          </a:p>
        </p:txBody>
      </p:sp>
      <p:grpSp>
        <p:nvGrpSpPr>
          <p:cNvPr id="366" name="Group 365">
            <a:extLst>
              <a:ext uri="{FF2B5EF4-FFF2-40B4-BE49-F238E27FC236}">
                <a16:creationId xmlns:a16="http://schemas.microsoft.com/office/drawing/2014/main" id="{0C578975-E616-719B-2D6E-019C259F0985}"/>
              </a:ext>
            </a:extLst>
          </p:cNvPr>
          <p:cNvGrpSpPr/>
          <p:nvPr/>
        </p:nvGrpSpPr>
        <p:grpSpPr>
          <a:xfrm>
            <a:off x="10322543" y="1742173"/>
            <a:ext cx="1627221" cy="2432304"/>
            <a:chOff x="10336981" y="1410101"/>
            <a:chExt cx="1627221" cy="2432304"/>
          </a:xfrm>
        </p:grpSpPr>
        <p:sp>
          <p:nvSpPr>
            <p:cNvPr id="334" name="Shape 11">
              <a:extLst>
                <a:ext uri="{FF2B5EF4-FFF2-40B4-BE49-F238E27FC236}">
                  <a16:creationId xmlns:a16="http://schemas.microsoft.com/office/drawing/2014/main" id="{112145A7-B17D-F0CE-525A-D44EA15A8075}"/>
                </a:ext>
              </a:extLst>
            </p:cNvPr>
            <p:cNvSpPr/>
            <p:nvPr/>
          </p:nvSpPr>
          <p:spPr>
            <a:xfrm>
              <a:off x="10336981" y="1410101"/>
              <a:ext cx="1627221" cy="548640"/>
            </a:xfrm>
            <a:prstGeom prst="rect">
              <a:avLst/>
            </a:prstGeom>
            <a:solidFill>
              <a:schemeClr val="tx1"/>
            </a:solidFill>
            <a:ln w="12700">
              <a:solidFill>
                <a:schemeClr val="tx1"/>
              </a:solidFill>
              <a:prstDash val="solid"/>
            </a:ln>
          </p:spPr>
          <p:txBody>
            <a:bodyPr/>
            <a:lstStyle/>
            <a:p>
              <a:endParaRPr lang="en-US">
                <a:solidFill>
                  <a:schemeClr val="bg1"/>
                </a:solidFill>
              </a:endParaRPr>
            </a:p>
          </p:txBody>
        </p:sp>
        <p:sp>
          <p:nvSpPr>
            <p:cNvPr id="336" name="Text 12">
              <a:extLst>
                <a:ext uri="{FF2B5EF4-FFF2-40B4-BE49-F238E27FC236}">
                  <a16:creationId xmlns:a16="http://schemas.microsoft.com/office/drawing/2014/main" id="{FA4A20CB-98A9-0364-242D-654F353B40C1}"/>
                </a:ext>
              </a:extLst>
            </p:cNvPr>
            <p:cNvSpPr/>
            <p:nvPr/>
          </p:nvSpPr>
          <p:spPr>
            <a:xfrm>
              <a:off x="10336981" y="1410101"/>
              <a:ext cx="1627221" cy="548640"/>
            </a:xfrm>
            <a:prstGeom prst="rect">
              <a:avLst/>
            </a:prstGeom>
            <a:solidFill>
              <a:schemeClr val="tx1"/>
            </a:solidFill>
            <a:ln>
              <a:solidFill>
                <a:schemeClr val="tx1"/>
              </a:solidFill>
            </a:ln>
          </p:spPr>
          <p:txBody>
            <a:bodyPr wrap="square" rtlCol="0" anchor="ctr"/>
            <a:lstStyle/>
            <a:p>
              <a:pPr marL="0" indent="0" algn="ctr">
                <a:buNone/>
              </a:pPr>
              <a:r>
                <a:rPr lang="en-US" sz="850" dirty="0">
                  <a:solidFill>
                    <a:schemeClr val="bg1"/>
                  </a:solidFill>
                  <a:ea typeface="Calibri" pitchFamily="34" charset="-122"/>
                  <a:cs typeface="Calibri" pitchFamily="34" charset="-120"/>
                </a:rPr>
                <a:t>NLP Query Interface</a:t>
              </a:r>
              <a:endParaRPr lang="en-US" sz="850" dirty="0">
                <a:solidFill>
                  <a:schemeClr val="bg1"/>
                </a:solidFill>
              </a:endParaRPr>
            </a:p>
          </p:txBody>
        </p:sp>
        <p:sp>
          <p:nvSpPr>
            <p:cNvPr id="338" name="Shape 15">
              <a:extLst>
                <a:ext uri="{FF2B5EF4-FFF2-40B4-BE49-F238E27FC236}">
                  <a16:creationId xmlns:a16="http://schemas.microsoft.com/office/drawing/2014/main" id="{20DA5ADF-AB3F-3FBA-21B6-41E2CBF5166B}"/>
                </a:ext>
              </a:extLst>
            </p:cNvPr>
            <p:cNvSpPr/>
            <p:nvPr/>
          </p:nvSpPr>
          <p:spPr>
            <a:xfrm>
              <a:off x="10336981" y="2013605"/>
              <a:ext cx="1627221" cy="347472"/>
            </a:xfrm>
            <a:prstGeom prst="rect">
              <a:avLst/>
            </a:prstGeom>
            <a:solidFill>
              <a:schemeClr val="tx1"/>
            </a:solidFill>
            <a:ln w="12700">
              <a:solidFill>
                <a:schemeClr val="tx1"/>
              </a:solidFill>
              <a:prstDash val="solid"/>
            </a:ln>
          </p:spPr>
          <p:txBody>
            <a:bodyPr/>
            <a:lstStyle/>
            <a:p>
              <a:endParaRPr lang="en-US">
                <a:solidFill>
                  <a:schemeClr val="bg1"/>
                </a:solidFill>
              </a:endParaRPr>
            </a:p>
          </p:txBody>
        </p:sp>
        <p:sp>
          <p:nvSpPr>
            <p:cNvPr id="340" name="Text 16">
              <a:extLst>
                <a:ext uri="{FF2B5EF4-FFF2-40B4-BE49-F238E27FC236}">
                  <a16:creationId xmlns:a16="http://schemas.microsoft.com/office/drawing/2014/main" id="{CED9E2E0-5CC6-449C-6DA9-62741B039E13}"/>
                </a:ext>
              </a:extLst>
            </p:cNvPr>
            <p:cNvSpPr/>
            <p:nvPr/>
          </p:nvSpPr>
          <p:spPr>
            <a:xfrm>
              <a:off x="10336981" y="2013605"/>
              <a:ext cx="1627221" cy="347472"/>
            </a:xfrm>
            <a:prstGeom prst="rect">
              <a:avLst/>
            </a:prstGeom>
            <a:solidFill>
              <a:schemeClr val="tx1"/>
            </a:solidFill>
            <a:ln>
              <a:solidFill>
                <a:schemeClr val="tx1"/>
              </a:solidFill>
            </a:ln>
          </p:spPr>
          <p:txBody>
            <a:bodyPr wrap="square" rtlCol="0" anchor="ctr"/>
            <a:lstStyle/>
            <a:p>
              <a:pPr marL="0" indent="0" algn="ctr">
                <a:buNone/>
              </a:pPr>
              <a:r>
                <a:rPr lang="en-US" sz="800" dirty="0">
                  <a:solidFill>
                    <a:schemeClr val="bg1"/>
                  </a:solidFill>
                  <a:ea typeface="Calibri" pitchFamily="34" charset="-122"/>
                  <a:cs typeface="Calibri" pitchFamily="34" charset="-120"/>
                </a:rPr>
                <a:t>Risk Scoring  ·  Anomaly Detection</a:t>
              </a:r>
              <a:endParaRPr lang="en-US" sz="800" dirty="0">
                <a:solidFill>
                  <a:schemeClr val="bg1"/>
                </a:solidFill>
              </a:endParaRPr>
            </a:p>
          </p:txBody>
        </p:sp>
        <p:sp>
          <p:nvSpPr>
            <p:cNvPr id="342" name="Shape 29">
              <a:extLst>
                <a:ext uri="{FF2B5EF4-FFF2-40B4-BE49-F238E27FC236}">
                  <a16:creationId xmlns:a16="http://schemas.microsoft.com/office/drawing/2014/main" id="{4E1F2623-8B00-B487-437C-AAB64435BE84}"/>
                </a:ext>
              </a:extLst>
            </p:cNvPr>
            <p:cNvSpPr/>
            <p:nvPr/>
          </p:nvSpPr>
          <p:spPr>
            <a:xfrm>
              <a:off x="10336981" y="2415941"/>
              <a:ext cx="1627221" cy="804672"/>
            </a:xfrm>
            <a:prstGeom prst="rect">
              <a:avLst/>
            </a:prstGeom>
            <a:solidFill>
              <a:schemeClr val="tx1"/>
            </a:solidFill>
            <a:ln w="12700">
              <a:solidFill>
                <a:schemeClr val="tx1"/>
              </a:solidFill>
              <a:prstDash val="solid"/>
            </a:ln>
          </p:spPr>
          <p:txBody>
            <a:bodyPr/>
            <a:lstStyle/>
            <a:p>
              <a:endParaRPr lang="en-US">
                <a:solidFill>
                  <a:schemeClr val="bg1"/>
                </a:solidFill>
              </a:endParaRPr>
            </a:p>
          </p:txBody>
        </p:sp>
        <p:sp>
          <p:nvSpPr>
            <p:cNvPr id="344" name="Text 30">
              <a:extLst>
                <a:ext uri="{FF2B5EF4-FFF2-40B4-BE49-F238E27FC236}">
                  <a16:creationId xmlns:a16="http://schemas.microsoft.com/office/drawing/2014/main" id="{D6433C7C-A0FE-B7FD-2FD5-E6858F7C7428}"/>
                </a:ext>
              </a:extLst>
            </p:cNvPr>
            <p:cNvSpPr/>
            <p:nvPr/>
          </p:nvSpPr>
          <p:spPr>
            <a:xfrm>
              <a:off x="10336981" y="2406316"/>
              <a:ext cx="1627221" cy="804672"/>
            </a:xfrm>
            <a:prstGeom prst="rect">
              <a:avLst/>
            </a:prstGeom>
            <a:solidFill>
              <a:schemeClr val="tx1"/>
            </a:solidFill>
            <a:ln>
              <a:solidFill>
                <a:schemeClr val="tx1"/>
              </a:solidFill>
            </a:ln>
          </p:spPr>
          <p:txBody>
            <a:bodyPr wrap="square" rtlCol="0" anchor="ctr"/>
            <a:lstStyle/>
            <a:p>
              <a:pPr marL="0" indent="0" algn="ctr">
                <a:buNone/>
              </a:pPr>
              <a:r>
                <a:rPr lang="en-US" sz="800" dirty="0">
                  <a:solidFill>
                    <a:schemeClr val="bg1"/>
                  </a:solidFill>
                  <a:ea typeface="Calibri" pitchFamily="34" charset="-122"/>
                  <a:cs typeface="Calibri" pitchFamily="34" charset="-120"/>
                </a:rPr>
                <a:t>New State Config Assist</a:t>
              </a:r>
              <a:endParaRPr lang="en-US" sz="800" dirty="0">
                <a:solidFill>
                  <a:schemeClr val="bg1"/>
                </a:solidFill>
              </a:endParaRPr>
            </a:p>
            <a:p>
              <a:pPr marL="0" indent="0" algn="ctr">
                <a:buNone/>
              </a:pPr>
              <a:r>
                <a:rPr lang="en-US" sz="800" dirty="0">
                  <a:solidFill>
                    <a:schemeClr val="bg1"/>
                  </a:solidFill>
                  <a:ea typeface="Calibri" pitchFamily="34" charset="-122"/>
                  <a:cs typeface="Calibri" pitchFamily="34" charset="-120"/>
                </a:rPr>
                <a:t>Policy Change Detection</a:t>
              </a:r>
              <a:endParaRPr lang="en-US" sz="800" dirty="0">
                <a:solidFill>
                  <a:schemeClr val="bg1"/>
                </a:solidFill>
              </a:endParaRPr>
            </a:p>
          </p:txBody>
        </p:sp>
        <p:sp>
          <p:nvSpPr>
            <p:cNvPr id="346" name="Shape 43">
              <a:extLst>
                <a:ext uri="{FF2B5EF4-FFF2-40B4-BE49-F238E27FC236}">
                  <a16:creationId xmlns:a16="http://schemas.microsoft.com/office/drawing/2014/main" id="{9CD1B789-FAD1-1D61-6FFB-F16760F6E0D7}"/>
                </a:ext>
              </a:extLst>
            </p:cNvPr>
            <p:cNvSpPr/>
            <p:nvPr/>
          </p:nvSpPr>
          <p:spPr>
            <a:xfrm>
              <a:off x="10336981" y="3275477"/>
              <a:ext cx="1627221" cy="566928"/>
            </a:xfrm>
            <a:prstGeom prst="rect">
              <a:avLst/>
            </a:prstGeom>
            <a:solidFill>
              <a:schemeClr val="tx1"/>
            </a:solidFill>
            <a:ln w="12700">
              <a:solidFill>
                <a:schemeClr val="tx1"/>
              </a:solidFill>
              <a:prstDash val="solid"/>
            </a:ln>
          </p:spPr>
          <p:txBody>
            <a:bodyPr/>
            <a:lstStyle/>
            <a:p>
              <a:endParaRPr lang="en-US">
                <a:solidFill>
                  <a:schemeClr val="bg1"/>
                </a:solidFill>
              </a:endParaRPr>
            </a:p>
          </p:txBody>
        </p:sp>
        <p:sp>
          <p:nvSpPr>
            <p:cNvPr id="348" name="Text 44">
              <a:extLst>
                <a:ext uri="{FF2B5EF4-FFF2-40B4-BE49-F238E27FC236}">
                  <a16:creationId xmlns:a16="http://schemas.microsoft.com/office/drawing/2014/main" id="{6AD6EB8C-DDF6-0A83-BDF3-2E030815C77A}"/>
                </a:ext>
              </a:extLst>
            </p:cNvPr>
            <p:cNvSpPr/>
            <p:nvPr/>
          </p:nvSpPr>
          <p:spPr>
            <a:xfrm>
              <a:off x="10336981" y="3275477"/>
              <a:ext cx="1627221" cy="566928"/>
            </a:xfrm>
            <a:prstGeom prst="rect">
              <a:avLst/>
            </a:prstGeom>
            <a:solidFill>
              <a:schemeClr val="tx1"/>
            </a:solidFill>
            <a:ln>
              <a:solidFill>
                <a:schemeClr val="tx1"/>
              </a:solidFill>
            </a:ln>
          </p:spPr>
          <p:txBody>
            <a:bodyPr wrap="square" rtlCol="0" anchor="ctr"/>
            <a:lstStyle/>
            <a:p>
              <a:pPr marL="0" indent="0" algn="ctr">
                <a:buNone/>
              </a:pPr>
              <a:r>
                <a:rPr lang="en-US" sz="800" dirty="0">
                  <a:solidFill>
                    <a:schemeClr val="bg1"/>
                  </a:solidFill>
                  <a:ea typeface="Calibri" pitchFamily="34" charset="-122"/>
                  <a:cs typeface="Calibri" pitchFamily="34" charset="-120"/>
                </a:rPr>
                <a:t>Analytics Warehouse</a:t>
              </a:r>
              <a:endParaRPr lang="en-US" sz="800" dirty="0">
                <a:solidFill>
                  <a:schemeClr val="bg1"/>
                </a:solidFill>
              </a:endParaRPr>
            </a:p>
          </p:txBody>
        </p:sp>
      </p:grpSp>
      <p:grpSp>
        <p:nvGrpSpPr>
          <p:cNvPr id="365" name="Group 364">
            <a:extLst>
              <a:ext uri="{FF2B5EF4-FFF2-40B4-BE49-F238E27FC236}">
                <a16:creationId xmlns:a16="http://schemas.microsoft.com/office/drawing/2014/main" id="{331A0A38-609C-545D-83B2-B825BA7F1631}"/>
              </a:ext>
            </a:extLst>
          </p:cNvPr>
          <p:cNvGrpSpPr/>
          <p:nvPr/>
        </p:nvGrpSpPr>
        <p:grpSpPr>
          <a:xfrm>
            <a:off x="-52872" y="1754019"/>
            <a:ext cx="10182935" cy="4551342"/>
            <a:chOff x="69783" y="1395144"/>
            <a:chExt cx="10182935" cy="4551342"/>
          </a:xfrm>
        </p:grpSpPr>
        <p:sp>
          <p:nvSpPr>
            <p:cNvPr id="167" name="Text 1">
              <a:extLst>
                <a:ext uri="{FF2B5EF4-FFF2-40B4-BE49-F238E27FC236}">
                  <a16:creationId xmlns:a16="http://schemas.microsoft.com/office/drawing/2014/main" id="{D0C5AE2E-3427-CF32-DAE6-31A5367E3868}"/>
                </a:ext>
              </a:extLst>
            </p:cNvPr>
            <p:cNvSpPr/>
            <p:nvPr/>
          </p:nvSpPr>
          <p:spPr>
            <a:xfrm>
              <a:off x="69783" y="1455339"/>
              <a:ext cx="960120" cy="548641"/>
            </a:xfrm>
            <a:prstGeom prst="rect">
              <a:avLst/>
            </a:prstGeom>
            <a:noFill/>
            <a:ln/>
          </p:spPr>
          <p:txBody>
            <a:bodyPr wrap="square" rtlCol="0" anchor="ctr"/>
            <a:lstStyle/>
            <a:p>
              <a:pPr marL="0" indent="0" algn="r">
                <a:buNone/>
              </a:pPr>
              <a:r>
                <a:rPr lang="en-US" sz="700" b="1" dirty="0">
                  <a:ea typeface="Calibri" pitchFamily="34" charset="-122"/>
                  <a:cs typeface="Calibri" pitchFamily="34" charset="-120"/>
                </a:rPr>
                <a:t>FRONTEND</a:t>
              </a:r>
              <a:endParaRPr lang="en-US" sz="700" dirty="0"/>
            </a:p>
          </p:txBody>
        </p:sp>
        <p:sp>
          <p:nvSpPr>
            <p:cNvPr id="181" name="Text 8">
              <a:extLst>
                <a:ext uri="{FF2B5EF4-FFF2-40B4-BE49-F238E27FC236}">
                  <a16:creationId xmlns:a16="http://schemas.microsoft.com/office/drawing/2014/main" id="{C6AD1C5C-E4FC-454A-C767-F2035311544E}"/>
                </a:ext>
              </a:extLst>
            </p:cNvPr>
            <p:cNvSpPr/>
            <p:nvPr/>
          </p:nvSpPr>
          <p:spPr>
            <a:xfrm>
              <a:off x="69783" y="2103360"/>
              <a:ext cx="960120" cy="384048"/>
            </a:xfrm>
            <a:prstGeom prst="rect">
              <a:avLst/>
            </a:prstGeom>
            <a:noFill/>
            <a:ln/>
          </p:spPr>
          <p:txBody>
            <a:bodyPr wrap="square" rtlCol="0" anchor="ctr"/>
            <a:lstStyle/>
            <a:p>
              <a:pPr marL="0" indent="0" algn="r">
                <a:buNone/>
              </a:pPr>
              <a:r>
                <a:rPr lang="en-US" sz="700" b="1" dirty="0">
                  <a:ea typeface="Calibri" pitchFamily="34" charset="-122"/>
                  <a:cs typeface="Calibri" pitchFamily="34" charset="-120"/>
                </a:rPr>
                <a:t>IDENTITY</a:t>
              </a:r>
              <a:endParaRPr lang="en-US" sz="700" dirty="0"/>
            </a:p>
          </p:txBody>
        </p:sp>
        <p:sp>
          <p:nvSpPr>
            <p:cNvPr id="187" name="Text 11">
              <a:extLst>
                <a:ext uri="{FF2B5EF4-FFF2-40B4-BE49-F238E27FC236}">
                  <a16:creationId xmlns:a16="http://schemas.microsoft.com/office/drawing/2014/main" id="{434BD794-A832-64E4-2472-6A4070F1F6E3}"/>
                </a:ext>
              </a:extLst>
            </p:cNvPr>
            <p:cNvSpPr/>
            <p:nvPr/>
          </p:nvSpPr>
          <p:spPr>
            <a:xfrm>
              <a:off x="69783" y="2418828"/>
              <a:ext cx="960120" cy="1005840"/>
            </a:xfrm>
            <a:prstGeom prst="rect">
              <a:avLst/>
            </a:prstGeom>
            <a:noFill/>
            <a:ln/>
          </p:spPr>
          <p:txBody>
            <a:bodyPr wrap="square" rtlCol="0" anchor="ctr"/>
            <a:lstStyle/>
            <a:p>
              <a:pPr marL="0" indent="0" algn="r">
                <a:buNone/>
              </a:pPr>
              <a:r>
                <a:rPr lang="en-US" sz="700" b="1" dirty="0">
                  <a:ea typeface="Calibri" pitchFamily="34" charset="-122"/>
                  <a:cs typeface="Calibri" pitchFamily="34" charset="-120"/>
                </a:rPr>
                <a:t>CORE</a:t>
              </a:r>
              <a:endParaRPr lang="en-US" sz="700" dirty="0"/>
            </a:p>
            <a:p>
              <a:pPr marL="0" indent="0" algn="r">
                <a:buNone/>
              </a:pPr>
              <a:r>
                <a:rPr lang="en-US" sz="700" b="1" dirty="0">
                  <a:ea typeface="Calibri" pitchFamily="34" charset="-122"/>
                  <a:cs typeface="Calibri" pitchFamily="34" charset="-120"/>
                </a:rPr>
                <a:t>ENGINES</a:t>
              </a:r>
              <a:endParaRPr lang="en-US" sz="700" dirty="0"/>
            </a:p>
          </p:txBody>
        </p:sp>
        <p:sp>
          <p:nvSpPr>
            <p:cNvPr id="221" name="Text 28">
              <a:extLst>
                <a:ext uri="{FF2B5EF4-FFF2-40B4-BE49-F238E27FC236}">
                  <a16:creationId xmlns:a16="http://schemas.microsoft.com/office/drawing/2014/main" id="{37A8081C-80F2-CA83-FC4B-D75D9689CEFB}"/>
                </a:ext>
              </a:extLst>
            </p:cNvPr>
            <p:cNvSpPr/>
            <p:nvPr/>
          </p:nvSpPr>
          <p:spPr>
            <a:xfrm>
              <a:off x="69783" y="3488676"/>
              <a:ext cx="960120" cy="804672"/>
            </a:xfrm>
            <a:prstGeom prst="rect">
              <a:avLst/>
            </a:prstGeom>
            <a:noFill/>
            <a:ln/>
          </p:spPr>
          <p:txBody>
            <a:bodyPr wrap="square" rtlCol="0" anchor="ctr"/>
            <a:lstStyle/>
            <a:p>
              <a:pPr marL="0" indent="0" algn="r">
                <a:buNone/>
              </a:pPr>
              <a:r>
                <a:rPr lang="en-US" sz="700" b="1" dirty="0">
                  <a:ea typeface="Calibri" pitchFamily="34" charset="-122"/>
                  <a:cs typeface="Calibri" pitchFamily="34" charset="-120"/>
                </a:rPr>
                <a:t>DOMAIN</a:t>
              </a:r>
              <a:endParaRPr lang="en-US" sz="700" dirty="0"/>
            </a:p>
            <a:p>
              <a:pPr marL="0" indent="0" algn="r">
                <a:buNone/>
              </a:pPr>
              <a:r>
                <a:rPr lang="en-US" sz="700" b="1" dirty="0">
                  <a:ea typeface="Calibri" pitchFamily="34" charset="-122"/>
                  <a:cs typeface="Calibri" pitchFamily="34" charset="-120"/>
                </a:rPr>
                <a:t>SERVICES</a:t>
              </a:r>
              <a:endParaRPr lang="en-US" sz="700" dirty="0"/>
            </a:p>
          </p:txBody>
        </p:sp>
        <p:sp>
          <p:nvSpPr>
            <p:cNvPr id="259" name="Text 47">
              <a:extLst>
                <a:ext uri="{FF2B5EF4-FFF2-40B4-BE49-F238E27FC236}">
                  <a16:creationId xmlns:a16="http://schemas.microsoft.com/office/drawing/2014/main" id="{CCA8D6EF-FF57-ED07-84AE-351170E7CEDF}"/>
                </a:ext>
              </a:extLst>
            </p:cNvPr>
            <p:cNvSpPr/>
            <p:nvPr/>
          </p:nvSpPr>
          <p:spPr>
            <a:xfrm>
              <a:off x="69783" y="4357356"/>
              <a:ext cx="960120" cy="329184"/>
            </a:xfrm>
            <a:prstGeom prst="rect">
              <a:avLst/>
            </a:prstGeom>
            <a:noFill/>
            <a:ln/>
          </p:spPr>
          <p:txBody>
            <a:bodyPr wrap="square" rtlCol="0" anchor="ctr"/>
            <a:lstStyle/>
            <a:p>
              <a:pPr marL="0" indent="0" algn="r">
                <a:buNone/>
              </a:pPr>
              <a:r>
                <a:rPr lang="en-US" sz="700" b="1" dirty="0">
                  <a:ea typeface="Calibri" pitchFamily="34" charset="-122"/>
                  <a:cs typeface="Calibri" pitchFamily="34" charset="-120"/>
                </a:rPr>
                <a:t>AUDIT</a:t>
              </a:r>
              <a:endParaRPr lang="en-US" sz="700" dirty="0"/>
            </a:p>
          </p:txBody>
        </p:sp>
        <p:sp>
          <p:nvSpPr>
            <p:cNvPr id="265" name="Text 50">
              <a:extLst>
                <a:ext uri="{FF2B5EF4-FFF2-40B4-BE49-F238E27FC236}">
                  <a16:creationId xmlns:a16="http://schemas.microsoft.com/office/drawing/2014/main" id="{1BC9F2C2-51A4-7C22-CC01-BAC1DED5220A}"/>
                </a:ext>
              </a:extLst>
            </p:cNvPr>
            <p:cNvSpPr/>
            <p:nvPr/>
          </p:nvSpPr>
          <p:spPr>
            <a:xfrm>
              <a:off x="69783" y="4750548"/>
              <a:ext cx="960120" cy="566928"/>
            </a:xfrm>
            <a:prstGeom prst="rect">
              <a:avLst/>
            </a:prstGeom>
            <a:noFill/>
            <a:ln/>
          </p:spPr>
          <p:txBody>
            <a:bodyPr wrap="square" rtlCol="0" anchor="ctr"/>
            <a:lstStyle/>
            <a:p>
              <a:pPr marL="0" indent="0" algn="r">
                <a:buNone/>
              </a:pPr>
              <a:r>
                <a:rPr lang="en-US" sz="700" b="1" dirty="0">
                  <a:ea typeface="Calibri" pitchFamily="34" charset="-122"/>
                  <a:cs typeface="Calibri" pitchFamily="34" charset="-120"/>
                </a:rPr>
                <a:t>DATA</a:t>
              </a:r>
              <a:endParaRPr lang="en-US" sz="700" dirty="0"/>
            </a:p>
          </p:txBody>
        </p:sp>
        <p:sp>
          <p:nvSpPr>
            <p:cNvPr id="279" name="Text 57">
              <a:extLst>
                <a:ext uri="{FF2B5EF4-FFF2-40B4-BE49-F238E27FC236}">
                  <a16:creationId xmlns:a16="http://schemas.microsoft.com/office/drawing/2014/main" id="{FBC1501B-8BB3-7613-A0F5-E603CE8717A9}"/>
                </a:ext>
              </a:extLst>
            </p:cNvPr>
            <p:cNvSpPr/>
            <p:nvPr/>
          </p:nvSpPr>
          <p:spPr>
            <a:xfrm>
              <a:off x="69783" y="5288118"/>
              <a:ext cx="960120" cy="658368"/>
            </a:xfrm>
            <a:prstGeom prst="rect">
              <a:avLst/>
            </a:prstGeom>
            <a:noFill/>
            <a:ln/>
          </p:spPr>
          <p:txBody>
            <a:bodyPr wrap="square" rtlCol="0" anchor="ctr"/>
            <a:lstStyle/>
            <a:p>
              <a:pPr marL="0" indent="0" algn="r">
                <a:buNone/>
              </a:pPr>
              <a:r>
                <a:rPr lang="en-US" sz="700" b="1" dirty="0">
                  <a:ea typeface="Calibri" pitchFamily="34" charset="-122"/>
                  <a:cs typeface="Calibri" pitchFamily="34" charset="-120"/>
                </a:rPr>
                <a:t>INTEGRATIONS</a:t>
              </a:r>
              <a:endParaRPr lang="en-US" sz="700" dirty="0"/>
            </a:p>
          </p:txBody>
        </p:sp>
        <p:grpSp>
          <p:nvGrpSpPr>
            <p:cNvPr id="324" name="Group 323">
              <a:extLst>
                <a:ext uri="{FF2B5EF4-FFF2-40B4-BE49-F238E27FC236}">
                  <a16:creationId xmlns:a16="http://schemas.microsoft.com/office/drawing/2014/main" id="{9629627C-2025-3647-2570-16A2B058DF78}"/>
                </a:ext>
              </a:extLst>
            </p:cNvPr>
            <p:cNvGrpSpPr/>
            <p:nvPr/>
          </p:nvGrpSpPr>
          <p:grpSpPr>
            <a:xfrm>
              <a:off x="1029903" y="1395144"/>
              <a:ext cx="9222815" cy="4538830"/>
              <a:chOff x="1075623" y="1169523"/>
              <a:chExt cx="10661904" cy="4870329"/>
            </a:xfrm>
            <a:solidFill>
              <a:schemeClr val="bg2"/>
            </a:solidFill>
          </p:grpSpPr>
          <p:sp>
            <p:nvSpPr>
              <p:cNvPr id="169" name="Shape 2">
                <a:extLst>
                  <a:ext uri="{FF2B5EF4-FFF2-40B4-BE49-F238E27FC236}">
                    <a16:creationId xmlns:a16="http://schemas.microsoft.com/office/drawing/2014/main" id="{B5ED736E-F902-84B4-F300-FE3F050DFB65}"/>
                  </a:ext>
                </a:extLst>
              </p:cNvPr>
              <p:cNvSpPr/>
              <p:nvPr/>
            </p:nvSpPr>
            <p:spPr>
              <a:xfrm>
                <a:off x="1075623" y="1175244"/>
                <a:ext cx="3505200" cy="731520"/>
              </a:xfrm>
              <a:prstGeom prst="rect">
                <a:avLst/>
              </a:prstGeom>
              <a:grpFill/>
              <a:ln w="12700">
                <a:solidFill>
                  <a:schemeClr val="accent1"/>
                </a:solidFill>
                <a:prstDash val="solid"/>
              </a:ln>
            </p:spPr>
            <p:txBody>
              <a:bodyPr/>
              <a:lstStyle/>
              <a:p>
                <a:endParaRPr lang="en-US"/>
              </a:p>
            </p:txBody>
          </p:sp>
          <p:sp>
            <p:nvSpPr>
              <p:cNvPr id="171" name="Text 3">
                <a:extLst>
                  <a:ext uri="{FF2B5EF4-FFF2-40B4-BE49-F238E27FC236}">
                    <a16:creationId xmlns:a16="http://schemas.microsoft.com/office/drawing/2014/main" id="{47DDC880-DD02-0063-CF1D-D3D450229AD5}"/>
                  </a:ext>
                </a:extLst>
              </p:cNvPr>
              <p:cNvSpPr/>
              <p:nvPr/>
            </p:nvSpPr>
            <p:spPr>
              <a:xfrm>
                <a:off x="1075623" y="1175244"/>
                <a:ext cx="3505200" cy="731520"/>
              </a:xfrm>
              <a:prstGeom prst="rect">
                <a:avLst/>
              </a:prstGeom>
              <a:grpFill/>
              <a:ln>
                <a:solidFill>
                  <a:schemeClr val="accent1"/>
                </a:solidFill>
              </a:ln>
            </p:spPr>
            <p:txBody>
              <a:bodyPr wrap="square" lIns="63500" tIns="63500" rIns="63500" bIns="63500" rtlCol="0" anchor="ctr"/>
              <a:lstStyle/>
              <a:p>
                <a:pPr marL="0" indent="0" algn="ctr">
                  <a:buNone/>
                </a:pPr>
                <a:r>
                  <a:rPr lang="en-US" sz="1000" b="1" dirty="0">
                    <a:ea typeface="Calibri" pitchFamily="34" charset="-122"/>
                    <a:cs typeface="Calibri" pitchFamily="34" charset="-120"/>
                  </a:rPr>
                  <a:t>Angular Frontend
</a:t>
                </a:r>
                <a:r>
                  <a:rPr lang="en-US" sz="800" dirty="0">
                    <a:ea typeface="Calibri" pitchFamily="34" charset="-122"/>
                    <a:cs typeface="Calibri" pitchFamily="34" charset="-120"/>
                  </a:rPr>
                  <a:t>Caseworker · Admin · Snackpaq</a:t>
                </a:r>
                <a:endParaRPr lang="en-US" sz="1000" dirty="0"/>
              </a:p>
            </p:txBody>
          </p:sp>
          <p:sp>
            <p:nvSpPr>
              <p:cNvPr id="173" name="Shape 4">
                <a:extLst>
                  <a:ext uri="{FF2B5EF4-FFF2-40B4-BE49-F238E27FC236}">
                    <a16:creationId xmlns:a16="http://schemas.microsoft.com/office/drawing/2014/main" id="{79A3244C-C134-E182-2E62-BB1979A3F857}"/>
                  </a:ext>
                </a:extLst>
              </p:cNvPr>
              <p:cNvSpPr/>
              <p:nvPr/>
            </p:nvSpPr>
            <p:spPr>
              <a:xfrm>
                <a:off x="4635687" y="1175244"/>
                <a:ext cx="3505200" cy="731520"/>
              </a:xfrm>
              <a:prstGeom prst="rect">
                <a:avLst/>
              </a:prstGeom>
              <a:grpFill/>
              <a:ln w="12700">
                <a:solidFill>
                  <a:schemeClr val="accent1"/>
                </a:solidFill>
                <a:prstDash val="solid"/>
              </a:ln>
            </p:spPr>
            <p:txBody>
              <a:bodyPr/>
              <a:lstStyle/>
              <a:p>
                <a:endParaRPr lang="en-US"/>
              </a:p>
            </p:txBody>
          </p:sp>
          <p:sp>
            <p:nvSpPr>
              <p:cNvPr id="175" name="Text 5">
                <a:extLst>
                  <a:ext uri="{FF2B5EF4-FFF2-40B4-BE49-F238E27FC236}">
                    <a16:creationId xmlns:a16="http://schemas.microsoft.com/office/drawing/2014/main" id="{6C8A3266-9F7C-FFCA-7047-09841B13A17D}"/>
                  </a:ext>
                </a:extLst>
              </p:cNvPr>
              <p:cNvSpPr/>
              <p:nvPr/>
            </p:nvSpPr>
            <p:spPr>
              <a:xfrm>
                <a:off x="4635687" y="1175244"/>
                <a:ext cx="3505200" cy="731520"/>
              </a:xfrm>
              <a:prstGeom prst="rect">
                <a:avLst/>
              </a:prstGeom>
              <a:grpFill/>
              <a:ln>
                <a:solidFill>
                  <a:schemeClr val="accent1"/>
                </a:solidFill>
              </a:ln>
            </p:spPr>
            <p:txBody>
              <a:bodyPr wrap="square" lIns="63500" tIns="63500" rIns="63500" bIns="63500" rtlCol="0" anchor="ctr"/>
              <a:lstStyle/>
              <a:p>
                <a:pPr marL="0" indent="0" algn="ctr">
                  <a:buNone/>
                </a:pPr>
                <a:r>
                  <a:rPr lang="en-US" sz="1000" b="1" dirty="0">
                    <a:ea typeface="Calibri" pitchFamily="34" charset="-122"/>
                    <a:cs typeface="Calibri" pitchFamily="34" charset="-120"/>
                  </a:rPr>
                  <a:t>Config Admin UI
</a:t>
                </a:r>
                <a:r>
                  <a:rPr lang="en-US" sz="800" dirty="0">
                    <a:ea typeface="Calibri" pitchFamily="34" charset="-122"/>
                    <a:cs typeface="Calibri" pitchFamily="34" charset="-120"/>
                  </a:rPr>
                  <a:t>Workflows · Forms · Notifications</a:t>
                </a:r>
                <a:endParaRPr lang="en-US" sz="1000" dirty="0"/>
              </a:p>
            </p:txBody>
          </p:sp>
          <p:sp>
            <p:nvSpPr>
              <p:cNvPr id="179" name="Text 7">
                <a:extLst>
                  <a:ext uri="{FF2B5EF4-FFF2-40B4-BE49-F238E27FC236}">
                    <a16:creationId xmlns:a16="http://schemas.microsoft.com/office/drawing/2014/main" id="{FD417209-B3C9-13ED-1BF1-0028BB8D7880}"/>
                  </a:ext>
                </a:extLst>
              </p:cNvPr>
              <p:cNvSpPr/>
              <p:nvPr/>
            </p:nvSpPr>
            <p:spPr>
              <a:xfrm>
                <a:off x="8210995" y="1169523"/>
                <a:ext cx="3489607" cy="731520"/>
              </a:xfrm>
              <a:prstGeom prst="rect">
                <a:avLst/>
              </a:prstGeom>
              <a:grpFill/>
              <a:ln>
                <a:solidFill>
                  <a:schemeClr val="accent1"/>
                </a:solidFill>
              </a:ln>
            </p:spPr>
            <p:txBody>
              <a:bodyPr wrap="square" lIns="63500" tIns="63500" rIns="63500" bIns="63500" rtlCol="0" anchor="ctr"/>
              <a:lstStyle/>
              <a:p>
                <a:pPr marL="0" indent="0" algn="ctr">
                  <a:buNone/>
                </a:pPr>
                <a:r>
                  <a:rPr lang="en-US" sz="1000" b="1" dirty="0">
                    <a:ea typeface="Calibri" pitchFamily="34" charset="-122"/>
                    <a:cs typeface="Calibri" pitchFamily="34" charset="-120"/>
                  </a:rPr>
                  <a:t>Mobile
</a:t>
                </a:r>
                <a:r>
                  <a:rPr lang="en-US" sz="800" dirty="0">
                    <a:ea typeface="Calibri" pitchFamily="34" charset="-122"/>
                    <a:cs typeface="Calibri" pitchFamily="34" charset="-120"/>
                  </a:rPr>
                  <a:t>Field staff · SFSP</a:t>
                </a:r>
                <a:endParaRPr lang="en-US" sz="1000" dirty="0"/>
              </a:p>
            </p:txBody>
          </p:sp>
          <p:sp>
            <p:nvSpPr>
              <p:cNvPr id="183" name="Shape 9">
                <a:extLst>
                  <a:ext uri="{FF2B5EF4-FFF2-40B4-BE49-F238E27FC236}">
                    <a16:creationId xmlns:a16="http://schemas.microsoft.com/office/drawing/2014/main" id="{F2D56841-C161-63C2-36E1-2FDF7E77AD5C}"/>
                  </a:ext>
                </a:extLst>
              </p:cNvPr>
              <p:cNvSpPr/>
              <p:nvPr/>
            </p:nvSpPr>
            <p:spPr>
              <a:xfrm>
                <a:off x="1075623" y="1970772"/>
                <a:ext cx="10625328" cy="384048"/>
              </a:xfrm>
              <a:prstGeom prst="rect">
                <a:avLst/>
              </a:prstGeom>
              <a:grpFill/>
              <a:ln w="12700">
                <a:solidFill>
                  <a:schemeClr val="accent1"/>
                </a:solidFill>
                <a:prstDash val="solid"/>
              </a:ln>
            </p:spPr>
            <p:txBody>
              <a:bodyPr/>
              <a:lstStyle/>
              <a:p>
                <a:endParaRPr lang="en-US"/>
              </a:p>
            </p:txBody>
          </p:sp>
          <p:sp>
            <p:nvSpPr>
              <p:cNvPr id="185" name="Text 10">
                <a:extLst>
                  <a:ext uri="{FF2B5EF4-FFF2-40B4-BE49-F238E27FC236}">
                    <a16:creationId xmlns:a16="http://schemas.microsoft.com/office/drawing/2014/main" id="{521ECFAB-C1B8-FA42-6C49-45BC35688721}"/>
                  </a:ext>
                </a:extLst>
              </p:cNvPr>
              <p:cNvSpPr/>
              <p:nvPr/>
            </p:nvSpPr>
            <p:spPr>
              <a:xfrm>
                <a:off x="1075624" y="1970772"/>
                <a:ext cx="10643117" cy="384048"/>
              </a:xfrm>
              <a:prstGeom prst="rect">
                <a:avLst/>
              </a:prstGeom>
              <a:grpFill/>
              <a:ln>
                <a:solidFill>
                  <a:schemeClr val="accent1"/>
                </a:solidFill>
              </a:ln>
            </p:spPr>
            <p:txBody>
              <a:bodyPr wrap="square" rtlCol="0" anchor="ctr"/>
              <a:lstStyle/>
              <a:p>
                <a:pPr marL="0" indent="0" algn="ctr">
                  <a:buNone/>
                </a:pPr>
                <a:r>
                  <a:rPr lang="en-US" sz="950" b="1" dirty="0">
                    <a:ea typeface="Calibri" pitchFamily="34" charset="-122"/>
                    <a:cs typeface="Calibri" pitchFamily="34" charset="-120"/>
                  </a:rPr>
                  <a:t>Harmony Auth  ·  OIDC / OAuth 2.0  ·  JWT carries roles + tenant scope  ·  Multi-Factor Authentication  ·  Commonwealth identity provider</a:t>
                </a:r>
                <a:endParaRPr lang="en-US" sz="950" dirty="0"/>
              </a:p>
            </p:txBody>
          </p:sp>
          <p:sp>
            <p:nvSpPr>
              <p:cNvPr id="189" name="Shape 12">
                <a:extLst>
                  <a:ext uri="{FF2B5EF4-FFF2-40B4-BE49-F238E27FC236}">
                    <a16:creationId xmlns:a16="http://schemas.microsoft.com/office/drawing/2014/main" id="{E99FA9A1-C4F8-6390-0C6C-2BB24513D4E9}"/>
                  </a:ext>
                </a:extLst>
              </p:cNvPr>
              <p:cNvSpPr/>
              <p:nvPr/>
            </p:nvSpPr>
            <p:spPr>
              <a:xfrm>
                <a:off x="1075623" y="2418828"/>
                <a:ext cx="2615184" cy="1005840"/>
              </a:xfrm>
              <a:prstGeom prst="rect">
                <a:avLst/>
              </a:prstGeom>
              <a:grpFill/>
              <a:ln w="19050">
                <a:solidFill>
                  <a:schemeClr val="accent1"/>
                </a:solidFill>
                <a:prstDash val="solid"/>
              </a:ln>
            </p:spPr>
            <p:txBody>
              <a:bodyPr/>
              <a:lstStyle/>
              <a:p>
                <a:endParaRPr lang="en-US"/>
              </a:p>
            </p:txBody>
          </p:sp>
          <p:sp>
            <p:nvSpPr>
              <p:cNvPr id="191" name="Text 13">
                <a:extLst>
                  <a:ext uri="{FF2B5EF4-FFF2-40B4-BE49-F238E27FC236}">
                    <a16:creationId xmlns:a16="http://schemas.microsoft.com/office/drawing/2014/main" id="{DE3845D4-B818-14B3-E802-BA4096281AFE}"/>
                  </a:ext>
                </a:extLst>
              </p:cNvPr>
              <p:cNvSpPr/>
              <p:nvPr/>
            </p:nvSpPr>
            <p:spPr>
              <a:xfrm>
                <a:off x="1075623" y="2473692"/>
                <a:ext cx="2615184" cy="292608"/>
              </a:xfrm>
              <a:prstGeom prst="rect">
                <a:avLst/>
              </a:prstGeom>
              <a:noFill/>
              <a:ln>
                <a:noFill/>
              </a:ln>
            </p:spPr>
            <p:txBody>
              <a:bodyPr wrap="square" rtlCol="0" anchor="ctr"/>
              <a:lstStyle/>
              <a:p>
                <a:pPr marL="0" indent="0" algn="ctr">
                  <a:buNone/>
                </a:pPr>
                <a:r>
                  <a:rPr lang="en-US" sz="950" b="1" dirty="0">
                    <a:ea typeface="Calibri" pitchFamily="34" charset="-122"/>
                    <a:cs typeface="Calibri" pitchFamily="34" charset="-120"/>
                  </a:rPr>
                  <a:t>Workflow Engine</a:t>
                </a:r>
                <a:endParaRPr lang="en-US" sz="950" dirty="0"/>
              </a:p>
            </p:txBody>
          </p:sp>
          <p:sp>
            <p:nvSpPr>
              <p:cNvPr id="193" name="Text 14">
                <a:extLst>
                  <a:ext uri="{FF2B5EF4-FFF2-40B4-BE49-F238E27FC236}">
                    <a16:creationId xmlns:a16="http://schemas.microsoft.com/office/drawing/2014/main" id="{58FF590E-567A-A400-8765-EA9F211A99E3}"/>
                  </a:ext>
                </a:extLst>
              </p:cNvPr>
              <p:cNvSpPr/>
              <p:nvPr/>
            </p:nvSpPr>
            <p:spPr>
              <a:xfrm>
                <a:off x="1075623" y="2766300"/>
                <a:ext cx="2615184" cy="411480"/>
              </a:xfrm>
              <a:prstGeom prst="rect">
                <a:avLst/>
              </a:prstGeom>
              <a:noFill/>
              <a:ln>
                <a:noFill/>
              </a:ln>
            </p:spPr>
            <p:txBody>
              <a:bodyPr wrap="square" rtlCol="0" anchor="ctr"/>
              <a:lstStyle/>
              <a:p>
                <a:pPr marL="0" indent="0" algn="ctr">
                  <a:buNone/>
                </a:pPr>
                <a:r>
                  <a:rPr lang="en-US" sz="800" dirty="0">
                    <a:ea typeface="Calibri" pitchFamily="34" charset="-122"/>
                    <a:cs typeface="Calibri" pitchFamily="34" charset="-120"/>
                  </a:rPr>
                  <a:t>Configurable state machine</a:t>
                </a:r>
                <a:endParaRPr lang="en-US" sz="800" dirty="0"/>
              </a:p>
              <a:p>
                <a:pPr marL="0" indent="0" algn="ctr">
                  <a:buNone/>
                </a:pPr>
                <a:r>
                  <a:rPr lang="en-US" sz="800" dirty="0">
                    <a:ea typeface="Calibri" pitchFamily="34" charset="-122"/>
                    <a:cs typeface="Calibri" pitchFamily="34" charset="-120"/>
                  </a:rPr>
                  <a:t>Approval routing · Named hooks</a:t>
                </a:r>
                <a:endParaRPr lang="en-US" sz="800" dirty="0"/>
              </a:p>
            </p:txBody>
          </p:sp>
          <p:sp>
            <p:nvSpPr>
              <p:cNvPr id="195" name="Shape 15">
                <a:extLst>
                  <a:ext uri="{FF2B5EF4-FFF2-40B4-BE49-F238E27FC236}">
                    <a16:creationId xmlns:a16="http://schemas.microsoft.com/office/drawing/2014/main" id="{0E5AD44F-AE72-6C19-C944-1DCBD5480245}"/>
                  </a:ext>
                </a:extLst>
              </p:cNvPr>
              <p:cNvSpPr/>
              <p:nvPr/>
            </p:nvSpPr>
            <p:spPr>
              <a:xfrm>
                <a:off x="1121343" y="3196068"/>
                <a:ext cx="2523744" cy="164592"/>
              </a:xfrm>
              <a:prstGeom prst="rect">
                <a:avLst/>
              </a:prstGeom>
              <a:noFill/>
              <a:ln w="12700">
                <a:noFill/>
                <a:prstDash val="solid"/>
              </a:ln>
            </p:spPr>
            <p:txBody>
              <a:bodyPr/>
              <a:lstStyle/>
              <a:p>
                <a:endParaRPr lang="en-US"/>
              </a:p>
            </p:txBody>
          </p:sp>
          <p:sp>
            <p:nvSpPr>
              <p:cNvPr id="197" name="Text 16">
                <a:extLst>
                  <a:ext uri="{FF2B5EF4-FFF2-40B4-BE49-F238E27FC236}">
                    <a16:creationId xmlns:a16="http://schemas.microsoft.com/office/drawing/2014/main" id="{7E4EDD33-A22B-06B1-F498-A3508966FF88}"/>
                  </a:ext>
                </a:extLst>
              </p:cNvPr>
              <p:cNvSpPr/>
              <p:nvPr/>
            </p:nvSpPr>
            <p:spPr>
              <a:xfrm>
                <a:off x="1121343" y="3196068"/>
                <a:ext cx="2523744" cy="164592"/>
              </a:xfrm>
              <a:prstGeom prst="rect">
                <a:avLst/>
              </a:prstGeom>
              <a:solidFill>
                <a:schemeClr val="accent1"/>
              </a:solidFill>
              <a:ln>
                <a:solidFill>
                  <a:schemeClr val="accent1"/>
                </a:solidFill>
              </a:ln>
            </p:spPr>
            <p:txBody>
              <a:bodyPr wrap="square" rtlCol="0" anchor="ctr"/>
              <a:lstStyle/>
              <a:p>
                <a:pPr marL="0" indent="0" algn="ctr">
                  <a:buNone/>
                </a:pPr>
                <a:r>
                  <a:rPr lang="en-US" sz="700" b="1" dirty="0">
                    <a:solidFill>
                      <a:schemeClr val="bg1"/>
                    </a:solidFill>
                    <a:ea typeface="Calibri" pitchFamily="34" charset="-122"/>
                    <a:cs typeface="Calibri" pitchFamily="34" charset="-120"/>
                  </a:rPr>
                  <a:t>Federal guardrail enforced</a:t>
                </a:r>
                <a:endParaRPr lang="en-US" sz="700" dirty="0">
                  <a:solidFill>
                    <a:schemeClr val="bg1"/>
                  </a:solidFill>
                </a:endParaRPr>
              </a:p>
            </p:txBody>
          </p:sp>
          <p:sp>
            <p:nvSpPr>
              <p:cNvPr id="199" name="Shape 17">
                <a:extLst>
                  <a:ext uri="{FF2B5EF4-FFF2-40B4-BE49-F238E27FC236}">
                    <a16:creationId xmlns:a16="http://schemas.microsoft.com/office/drawing/2014/main" id="{CC9F9313-10F7-57BC-234A-F914BED26D73}"/>
                  </a:ext>
                </a:extLst>
              </p:cNvPr>
              <p:cNvSpPr/>
              <p:nvPr/>
            </p:nvSpPr>
            <p:spPr>
              <a:xfrm>
                <a:off x="3745671" y="2418828"/>
                <a:ext cx="2615184" cy="1005840"/>
              </a:xfrm>
              <a:prstGeom prst="rect">
                <a:avLst/>
              </a:prstGeom>
              <a:grpFill/>
              <a:ln w="19050">
                <a:solidFill>
                  <a:schemeClr val="accent1"/>
                </a:solidFill>
                <a:prstDash val="solid"/>
              </a:ln>
            </p:spPr>
            <p:txBody>
              <a:bodyPr/>
              <a:lstStyle/>
              <a:p>
                <a:endParaRPr lang="en-US"/>
              </a:p>
            </p:txBody>
          </p:sp>
          <p:sp>
            <p:nvSpPr>
              <p:cNvPr id="201" name="Text 18">
                <a:extLst>
                  <a:ext uri="{FF2B5EF4-FFF2-40B4-BE49-F238E27FC236}">
                    <a16:creationId xmlns:a16="http://schemas.microsoft.com/office/drawing/2014/main" id="{F0B7D363-7349-39FB-C5E6-1F99AEE4912B}"/>
                  </a:ext>
                </a:extLst>
              </p:cNvPr>
              <p:cNvSpPr/>
              <p:nvPr/>
            </p:nvSpPr>
            <p:spPr>
              <a:xfrm>
                <a:off x="3745671" y="2473692"/>
                <a:ext cx="2615184" cy="292608"/>
              </a:xfrm>
              <a:prstGeom prst="rect">
                <a:avLst/>
              </a:prstGeom>
              <a:noFill/>
              <a:ln>
                <a:noFill/>
              </a:ln>
            </p:spPr>
            <p:txBody>
              <a:bodyPr wrap="square" rtlCol="0" anchor="ctr"/>
              <a:lstStyle/>
              <a:p>
                <a:pPr marL="0" indent="0" algn="ctr">
                  <a:buNone/>
                </a:pPr>
                <a:r>
                  <a:rPr lang="en-US" sz="950" b="1" dirty="0">
                    <a:ea typeface="Calibri" pitchFamily="34" charset="-122"/>
                    <a:cs typeface="Calibri" pitchFamily="34" charset="-120"/>
                  </a:rPr>
                  <a:t>Form Engine</a:t>
                </a:r>
                <a:endParaRPr lang="en-US" sz="950" dirty="0"/>
              </a:p>
            </p:txBody>
          </p:sp>
          <p:sp>
            <p:nvSpPr>
              <p:cNvPr id="203" name="Text 19">
                <a:extLst>
                  <a:ext uri="{FF2B5EF4-FFF2-40B4-BE49-F238E27FC236}">
                    <a16:creationId xmlns:a16="http://schemas.microsoft.com/office/drawing/2014/main" id="{1C5BD0AD-5D3D-E2F1-84C3-27FC0E003CAA}"/>
                  </a:ext>
                </a:extLst>
              </p:cNvPr>
              <p:cNvSpPr/>
              <p:nvPr/>
            </p:nvSpPr>
            <p:spPr>
              <a:xfrm>
                <a:off x="3745671" y="2766300"/>
                <a:ext cx="2615184" cy="411480"/>
              </a:xfrm>
              <a:prstGeom prst="rect">
                <a:avLst/>
              </a:prstGeom>
              <a:noFill/>
              <a:ln>
                <a:noFill/>
              </a:ln>
            </p:spPr>
            <p:txBody>
              <a:bodyPr wrap="square" rtlCol="0" anchor="ctr"/>
              <a:lstStyle/>
              <a:p>
                <a:pPr marL="0" indent="0" algn="ctr">
                  <a:buNone/>
                </a:pPr>
                <a:r>
                  <a:rPr lang="en-US" sz="800" dirty="0">
                    <a:ea typeface="Calibri" pitchFamily="34" charset="-122"/>
                    <a:cs typeface="Calibri" pitchFamily="34" charset="-120"/>
                  </a:rPr>
                  <a:t>Schema-driven · Conditional logic</a:t>
                </a:r>
                <a:endParaRPr lang="en-US" sz="800" dirty="0"/>
              </a:p>
              <a:p>
                <a:pPr marL="0" indent="0" algn="ctr">
                  <a:buNone/>
                </a:pPr>
                <a:r>
                  <a:rPr lang="en-US" sz="800" dirty="0">
                    <a:ea typeface="Calibri" pitchFamily="34" charset="-122"/>
                    <a:cs typeface="Calibri" pitchFamily="34" charset="-120"/>
                  </a:rPr>
                  <a:t>VDOE-configurable fields</a:t>
                </a:r>
                <a:endParaRPr lang="en-US" sz="800" dirty="0"/>
              </a:p>
            </p:txBody>
          </p:sp>
          <p:sp>
            <p:nvSpPr>
              <p:cNvPr id="205" name="Shape 20">
                <a:extLst>
                  <a:ext uri="{FF2B5EF4-FFF2-40B4-BE49-F238E27FC236}">
                    <a16:creationId xmlns:a16="http://schemas.microsoft.com/office/drawing/2014/main" id="{183E9465-C100-A8BA-9C89-1F252F17CF7E}"/>
                  </a:ext>
                </a:extLst>
              </p:cNvPr>
              <p:cNvSpPr/>
              <p:nvPr/>
            </p:nvSpPr>
            <p:spPr>
              <a:xfrm>
                <a:off x="6415719" y="2418828"/>
                <a:ext cx="2615184" cy="1005840"/>
              </a:xfrm>
              <a:prstGeom prst="rect">
                <a:avLst/>
              </a:prstGeom>
              <a:grpFill/>
              <a:ln w="19050">
                <a:solidFill>
                  <a:schemeClr val="accent1"/>
                </a:solidFill>
                <a:prstDash val="solid"/>
              </a:ln>
            </p:spPr>
            <p:txBody>
              <a:bodyPr/>
              <a:lstStyle/>
              <a:p>
                <a:endParaRPr lang="en-US"/>
              </a:p>
            </p:txBody>
          </p:sp>
          <p:sp>
            <p:nvSpPr>
              <p:cNvPr id="207" name="Text 21">
                <a:extLst>
                  <a:ext uri="{FF2B5EF4-FFF2-40B4-BE49-F238E27FC236}">
                    <a16:creationId xmlns:a16="http://schemas.microsoft.com/office/drawing/2014/main" id="{07D6BE85-C32B-297F-771E-83AED317D4F1}"/>
                  </a:ext>
                </a:extLst>
              </p:cNvPr>
              <p:cNvSpPr/>
              <p:nvPr/>
            </p:nvSpPr>
            <p:spPr>
              <a:xfrm>
                <a:off x="6415719" y="2473692"/>
                <a:ext cx="2615184" cy="292608"/>
              </a:xfrm>
              <a:prstGeom prst="rect">
                <a:avLst/>
              </a:prstGeom>
              <a:noFill/>
              <a:ln>
                <a:noFill/>
              </a:ln>
            </p:spPr>
            <p:txBody>
              <a:bodyPr wrap="square" rtlCol="0" anchor="ctr"/>
              <a:lstStyle/>
              <a:p>
                <a:pPr marL="0" indent="0" algn="ctr">
                  <a:buNone/>
                </a:pPr>
                <a:r>
                  <a:rPr lang="en-US" sz="950" b="1" dirty="0">
                    <a:ea typeface="Calibri" pitchFamily="34" charset="-122"/>
                    <a:cs typeface="Calibri" pitchFamily="34" charset="-120"/>
                  </a:rPr>
                  <a:t>Review Instrument</a:t>
                </a:r>
                <a:endParaRPr lang="en-US" sz="950" dirty="0"/>
              </a:p>
              <a:p>
                <a:pPr marL="0" indent="0" algn="ctr">
                  <a:buNone/>
                </a:pPr>
                <a:r>
                  <a:rPr lang="en-US" sz="950" b="1" dirty="0">
                    <a:ea typeface="Calibri" pitchFamily="34" charset="-122"/>
                    <a:cs typeface="Calibri" pitchFamily="34" charset="-120"/>
                  </a:rPr>
                  <a:t>Engine</a:t>
                </a:r>
                <a:endParaRPr lang="en-US" sz="950" dirty="0"/>
              </a:p>
            </p:txBody>
          </p:sp>
          <p:sp>
            <p:nvSpPr>
              <p:cNvPr id="209" name="Text 22">
                <a:extLst>
                  <a:ext uri="{FF2B5EF4-FFF2-40B4-BE49-F238E27FC236}">
                    <a16:creationId xmlns:a16="http://schemas.microsoft.com/office/drawing/2014/main" id="{823D7174-1E28-10DB-18C2-028117A337F5}"/>
                  </a:ext>
                </a:extLst>
              </p:cNvPr>
              <p:cNvSpPr/>
              <p:nvPr/>
            </p:nvSpPr>
            <p:spPr>
              <a:xfrm>
                <a:off x="6415719" y="2766300"/>
                <a:ext cx="2615184" cy="411480"/>
              </a:xfrm>
              <a:prstGeom prst="rect">
                <a:avLst/>
              </a:prstGeom>
              <a:noFill/>
              <a:ln>
                <a:noFill/>
              </a:ln>
            </p:spPr>
            <p:txBody>
              <a:bodyPr wrap="square" rtlCol="0" anchor="ctr"/>
              <a:lstStyle/>
              <a:p>
                <a:pPr marL="0" indent="0" algn="ctr">
                  <a:buNone/>
                </a:pPr>
                <a:r>
                  <a:rPr lang="en-US" sz="800" dirty="0">
                    <a:ea typeface="Calibri" pitchFamily="34" charset="-122"/>
                    <a:cs typeface="Calibri" pitchFamily="34" charset="-120"/>
                  </a:rPr>
                  <a:t>Data-driven instruments</a:t>
                </a:r>
                <a:endParaRPr lang="en-US" sz="800" dirty="0"/>
              </a:p>
              <a:p>
                <a:pPr marL="0" indent="0" algn="ctr">
                  <a:buNone/>
                </a:pPr>
                <a:r>
                  <a:rPr lang="en-US" sz="800" dirty="0">
                    <a:ea typeface="Calibri" pitchFamily="34" charset="-122"/>
                    <a:cs typeface="Calibri" pitchFamily="34" charset="-120"/>
                  </a:rPr>
                  <a:t>Configurable scoring</a:t>
                </a:r>
                <a:endParaRPr lang="en-US" sz="800" dirty="0"/>
              </a:p>
            </p:txBody>
          </p:sp>
          <p:sp>
            <p:nvSpPr>
              <p:cNvPr id="211" name="Shape 23">
                <a:extLst>
                  <a:ext uri="{FF2B5EF4-FFF2-40B4-BE49-F238E27FC236}">
                    <a16:creationId xmlns:a16="http://schemas.microsoft.com/office/drawing/2014/main" id="{AE27E434-82BA-91FD-C2C7-56C93D7084C0}"/>
                  </a:ext>
                </a:extLst>
              </p:cNvPr>
              <p:cNvSpPr/>
              <p:nvPr/>
            </p:nvSpPr>
            <p:spPr>
              <a:xfrm>
                <a:off x="9085767" y="2418828"/>
                <a:ext cx="2615184" cy="1005840"/>
              </a:xfrm>
              <a:prstGeom prst="rect">
                <a:avLst/>
              </a:prstGeom>
              <a:grpFill/>
              <a:ln w="19050">
                <a:solidFill>
                  <a:schemeClr val="accent1"/>
                </a:solidFill>
                <a:prstDash val="solid"/>
              </a:ln>
            </p:spPr>
            <p:txBody>
              <a:bodyPr/>
              <a:lstStyle/>
              <a:p>
                <a:endParaRPr lang="en-US"/>
              </a:p>
            </p:txBody>
          </p:sp>
          <p:sp>
            <p:nvSpPr>
              <p:cNvPr id="213" name="Text 24">
                <a:extLst>
                  <a:ext uri="{FF2B5EF4-FFF2-40B4-BE49-F238E27FC236}">
                    <a16:creationId xmlns:a16="http://schemas.microsoft.com/office/drawing/2014/main" id="{39C86B10-F0A0-8C12-77E7-76D06A335608}"/>
                  </a:ext>
                </a:extLst>
              </p:cNvPr>
              <p:cNvSpPr/>
              <p:nvPr/>
            </p:nvSpPr>
            <p:spPr>
              <a:xfrm>
                <a:off x="9085767" y="2473692"/>
                <a:ext cx="2615184" cy="292608"/>
              </a:xfrm>
              <a:prstGeom prst="rect">
                <a:avLst/>
              </a:prstGeom>
              <a:noFill/>
              <a:ln>
                <a:noFill/>
              </a:ln>
            </p:spPr>
            <p:txBody>
              <a:bodyPr wrap="square" rtlCol="0" anchor="ctr"/>
              <a:lstStyle/>
              <a:p>
                <a:pPr marL="0" indent="0" algn="ctr">
                  <a:buNone/>
                </a:pPr>
                <a:r>
                  <a:rPr lang="en-US" sz="950" b="1" dirty="0">
                    <a:ea typeface="Calibri" pitchFamily="34" charset="-122"/>
                    <a:cs typeface="Calibri" pitchFamily="34" charset="-120"/>
                  </a:rPr>
                  <a:t>Rights Model</a:t>
                </a:r>
                <a:endParaRPr lang="en-US" sz="950" dirty="0"/>
              </a:p>
            </p:txBody>
          </p:sp>
          <p:sp>
            <p:nvSpPr>
              <p:cNvPr id="215" name="Text 25">
                <a:extLst>
                  <a:ext uri="{FF2B5EF4-FFF2-40B4-BE49-F238E27FC236}">
                    <a16:creationId xmlns:a16="http://schemas.microsoft.com/office/drawing/2014/main" id="{6A4BF7A6-7EEA-B69E-1C65-7780772E3FCD}"/>
                  </a:ext>
                </a:extLst>
              </p:cNvPr>
              <p:cNvSpPr/>
              <p:nvPr/>
            </p:nvSpPr>
            <p:spPr>
              <a:xfrm>
                <a:off x="9085767" y="2766300"/>
                <a:ext cx="2615184" cy="411480"/>
              </a:xfrm>
              <a:prstGeom prst="rect">
                <a:avLst/>
              </a:prstGeom>
              <a:noFill/>
              <a:ln>
                <a:noFill/>
              </a:ln>
            </p:spPr>
            <p:txBody>
              <a:bodyPr wrap="square" rtlCol="0" anchor="ctr"/>
              <a:lstStyle/>
              <a:p>
                <a:pPr marL="0" indent="0" algn="ctr">
                  <a:buNone/>
                </a:pPr>
                <a:r>
                  <a:rPr lang="en-US" sz="800" dirty="0">
                    <a:ea typeface="Calibri" pitchFamily="34" charset="-122"/>
                    <a:cs typeface="Calibri" pitchFamily="34" charset="-120"/>
                  </a:rPr>
                  <a:t>Role-based · Per-object rights</a:t>
                </a:r>
                <a:endParaRPr lang="en-US" sz="800" dirty="0"/>
              </a:p>
              <a:p>
                <a:pPr marL="0" indent="0" algn="ctr">
                  <a:buNone/>
                </a:pPr>
                <a:r>
                  <a:rPr lang="en-US" sz="800" dirty="0">
                    <a:ea typeface="Calibri" pitchFamily="34" charset="-122"/>
                    <a:cs typeface="Calibri" pitchFamily="34" charset="-120"/>
                  </a:rPr>
                  <a:t>Federal override prevention</a:t>
                </a:r>
                <a:endParaRPr lang="en-US" sz="800" dirty="0"/>
              </a:p>
            </p:txBody>
          </p:sp>
          <p:sp>
            <p:nvSpPr>
              <p:cNvPr id="223" name="Shape 29">
                <a:extLst>
                  <a:ext uri="{FF2B5EF4-FFF2-40B4-BE49-F238E27FC236}">
                    <a16:creationId xmlns:a16="http://schemas.microsoft.com/office/drawing/2014/main" id="{AC553A9A-C4A1-A542-7535-2B89E8942DC3}"/>
                  </a:ext>
                </a:extLst>
              </p:cNvPr>
              <p:cNvSpPr/>
              <p:nvPr/>
            </p:nvSpPr>
            <p:spPr>
              <a:xfrm>
                <a:off x="1075623" y="3488676"/>
                <a:ext cx="1734312" cy="804672"/>
              </a:xfrm>
              <a:prstGeom prst="rect">
                <a:avLst/>
              </a:prstGeom>
              <a:grpFill/>
              <a:ln w="12700">
                <a:solidFill>
                  <a:schemeClr val="accent1"/>
                </a:solidFill>
                <a:prstDash val="solid"/>
              </a:ln>
            </p:spPr>
            <p:txBody>
              <a:bodyPr/>
              <a:lstStyle/>
              <a:p>
                <a:endParaRPr lang="en-US"/>
              </a:p>
            </p:txBody>
          </p:sp>
          <p:sp>
            <p:nvSpPr>
              <p:cNvPr id="225" name="Text 30">
                <a:extLst>
                  <a:ext uri="{FF2B5EF4-FFF2-40B4-BE49-F238E27FC236}">
                    <a16:creationId xmlns:a16="http://schemas.microsoft.com/office/drawing/2014/main" id="{83C454B6-C8D1-2EA8-654D-9076942E2942}"/>
                  </a:ext>
                </a:extLst>
              </p:cNvPr>
              <p:cNvSpPr/>
              <p:nvPr/>
            </p:nvSpPr>
            <p:spPr>
              <a:xfrm>
                <a:off x="1075623" y="3525252"/>
                <a:ext cx="1734312" cy="329184"/>
              </a:xfrm>
              <a:prstGeom prst="rect">
                <a:avLst/>
              </a:prstGeom>
              <a:noFill/>
              <a:ln>
                <a:noFill/>
              </a:ln>
            </p:spPr>
            <p:txBody>
              <a:bodyPr wrap="square" rtlCol="0" anchor="ctr"/>
              <a:lstStyle/>
              <a:p>
                <a:pPr marL="0" indent="0" algn="ctr">
                  <a:buNone/>
                </a:pPr>
                <a:r>
                  <a:rPr lang="en-US" sz="850" b="1" dirty="0">
                    <a:ea typeface="Calibri" pitchFamily="34" charset="-122"/>
                    <a:cs typeface="Calibri" pitchFamily="34" charset="-120"/>
                  </a:rPr>
                  <a:t>Applications</a:t>
                </a:r>
                <a:endParaRPr lang="en-US" sz="850" dirty="0"/>
              </a:p>
              <a:p>
                <a:pPr marL="0" indent="0" algn="ctr">
                  <a:buNone/>
                </a:pPr>
                <a:r>
                  <a:rPr lang="en-US" sz="850" b="1" dirty="0">
                    <a:ea typeface="Calibri" pitchFamily="34" charset="-122"/>
                    <a:cs typeface="Calibri" pitchFamily="34" charset="-120"/>
                  </a:rPr>
                  <a:t>&amp; Agreements</a:t>
                </a:r>
                <a:endParaRPr lang="en-US" sz="850" dirty="0"/>
              </a:p>
            </p:txBody>
          </p:sp>
          <p:sp>
            <p:nvSpPr>
              <p:cNvPr id="227" name="Text 31">
                <a:extLst>
                  <a:ext uri="{FF2B5EF4-FFF2-40B4-BE49-F238E27FC236}">
                    <a16:creationId xmlns:a16="http://schemas.microsoft.com/office/drawing/2014/main" id="{A847D0F1-0B4A-0EE4-6D27-EB20C5ADA8F7}"/>
                  </a:ext>
                </a:extLst>
              </p:cNvPr>
              <p:cNvSpPr/>
              <p:nvPr/>
            </p:nvSpPr>
            <p:spPr>
              <a:xfrm>
                <a:off x="1075623" y="3872724"/>
                <a:ext cx="1734312" cy="347472"/>
              </a:xfrm>
              <a:prstGeom prst="rect">
                <a:avLst/>
              </a:prstGeom>
              <a:noFill/>
              <a:ln>
                <a:noFill/>
              </a:ln>
            </p:spPr>
            <p:txBody>
              <a:bodyPr wrap="square" rtlCol="0" anchor="ctr"/>
              <a:lstStyle/>
              <a:p>
                <a:pPr marL="0" indent="0" algn="ctr">
                  <a:buNone/>
                </a:pPr>
                <a:r>
                  <a:rPr lang="en-US" sz="750" dirty="0">
                    <a:ea typeface="Calibri" pitchFamily="34" charset="-122"/>
                    <a:cs typeface="Calibri" pitchFamily="34" charset="-120"/>
                  </a:rPr>
                  <a:t>Sponsors · Sites</a:t>
                </a:r>
                <a:endParaRPr lang="en-US" sz="750" dirty="0"/>
              </a:p>
              <a:p>
                <a:pPr marL="0" indent="0" algn="ctr">
                  <a:buNone/>
                </a:pPr>
                <a:r>
                  <a:rPr lang="en-US" sz="750" dirty="0">
                    <a:ea typeface="Calibri" pitchFamily="34" charset="-122"/>
                    <a:cs typeface="Calibri" pitchFamily="34" charset="-120"/>
                  </a:rPr>
                  <a:t>Renewals</a:t>
                </a:r>
                <a:endParaRPr lang="en-US" sz="750" dirty="0"/>
              </a:p>
            </p:txBody>
          </p:sp>
          <p:sp>
            <p:nvSpPr>
              <p:cNvPr id="229" name="Shape 32">
                <a:extLst>
                  <a:ext uri="{FF2B5EF4-FFF2-40B4-BE49-F238E27FC236}">
                    <a16:creationId xmlns:a16="http://schemas.microsoft.com/office/drawing/2014/main" id="{E824A8FF-6FCA-3EFE-AC14-20E18148FED0}"/>
                  </a:ext>
                </a:extLst>
              </p:cNvPr>
              <p:cNvSpPr/>
              <p:nvPr/>
            </p:nvSpPr>
            <p:spPr>
              <a:xfrm>
                <a:off x="2855655" y="3488676"/>
                <a:ext cx="1734312" cy="804672"/>
              </a:xfrm>
              <a:prstGeom prst="rect">
                <a:avLst/>
              </a:prstGeom>
              <a:grpFill/>
              <a:ln w="12700">
                <a:solidFill>
                  <a:schemeClr val="accent1"/>
                </a:solidFill>
                <a:prstDash val="solid"/>
              </a:ln>
            </p:spPr>
            <p:txBody>
              <a:bodyPr/>
              <a:lstStyle/>
              <a:p>
                <a:endParaRPr lang="en-US"/>
              </a:p>
            </p:txBody>
          </p:sp>
          <p:sp>
            <p:nvSpPr>
              <p:cNvPr id="231" name="Text 33">
                <a:extLst>
                  <a:ext uri="{FF2B5EF4-FFF2-40B4-BE49-F238E27FC236}">
                    <a16:creationId xmlns:a16="http://schemas.microsoft.com/office/drawing/2014/main" id="{831ECF92-7E38-DB9D-7ED4-4473739C2A6B}"/>
                  </a:ext>
                </a:extLst>
              </p:cNvPr>
              <p:cNvSpPr/>
              <p:nvPr/>
            </p:nvSpPr>
            <p:spPr>
              <a:xfrm>
                <a:off x="2855655" y="3525252"/>
                <a:ext cx="1734312" cy="329184"/>
              </a:xfrm>
              <a:prstGeom prst="rect">
                <a:avLst/>
              </a:prstGeom>
              <a:noFill/>
              <a:ln>
                <a:noFill/>
              </a:ln>
            </p:spPr>
            <p:txBody>
              <a:bodyPr wrap="square" rtlCol="0" anchor="ctr"/>
              <a:lstStyle/>
              <a:p>
                <a:pPr marL="0" indent="0" algn="ctr">
                  <a:buNone/>
                </a:pPr>
                <a:r>
                  <a:rPr lang="en-US" sz="850" b="1" dirty="0">
                    <a:ea typeface="Calibri" pitchFamily="34" charset="-122"/>
                    <a:cs typeface="Calibri" pitchFamily="34" charset="-120"/>
                  </a:rPr>
                  <a:t>Claims &amp;</a:t>
                </a:r>
                <a:endParaRPr lang="en-US" sz="850" dirty="0"/>
              </a:p>
              <a:p>
                <a:pPr marL="0" indent="0" algn="ctr">
                  <a:buNone/>
                </a:pPr>
                <a:r>
                  <a:rPr lang="en-US" sz="850" b="1" dirty="0">
                    <a:ea typeface="Calibri" pitchFamily="34" charset="-122"/>
                    <a:cs typeface="Calibri" pitchFamily="34" charset="-120"/>
                  </a:rPr>
                  <a:t>Reimbursement</a:t>
                </a:r>
                <a:endParaRPr lang="en-US" sz="850" dirty="0"/>
              </a:p>
            </p:txBody>
          </p:sp>
          <p:sp>
            <p:nvSpPr>
              <p:cNvPr id="233" name="Text 34">
                <a:extLst>
                  <a:ext uri="{FF2B5EF4-FFF2-40B4-BE49-F238E27FC236}">
                    <a16:creationId xmlns:a16="http://schemas.microsoft.com/office/drawing/2014/main" id="{2FE39FAC-6FE3-32BC-B741-E324484642E6}"/>
                  </a:ext>
                </a:extLst>
              </p:cNvPr>
              <p:cNvSpPr/>
              <p:nvPr/>
            </p:nvSpPr>
            <p:spPr>
              <a:xfrm>
                <a:off x="2855655" y="3872724"/>
                <a:ext cx="1734312" cy="347472"/>
              </a:xfrm>
              <a:prstGeom prst="rect">
                <a:avLst/>
              </a:prstGeom>
              <a:noFill/>
              <a:ln>
                <a:noFill/>
              </a:ln>
            </p:spPr>
            <p:txBody>
              <a:bodyPr wrap="square" rtlCol="0" anchor="ctr"/>
              <a:lstStyle/>
              <a:p>
                <a:pPr marL="0" indent="0" algn="ctr">
                  <a:buNone/>
                </a:pPr>
                <a:r>
                  <a:rPr lang="en-US" sz="750" dirty="0">
                    <a:ea typeface="Calibri" pitchFamily="34" charset="-122"/>
                    <a:cs typeface="Calibri" pitchFamily="34" charset="-120"/>
                  </a:rPr>
                  <a:t>FA1–FA4</a:t>
                </a:r>
                <a:endParaRPr lang="en-US" sz="750" dirty="0"/>
              </a:p>
              <a:p>
                <a:pPr marL="0" indent="0" algn="ctr">
                  <a:buNone/>
                </a:pPr>
                <a:r>
                  <a:rPr lang="en-US" sz="750" dirty="0">
                    <a:ea typeface="Calibri" pitchFamily="34" charset="-122"/>
                    <a:cs typeface="Calibri" pitchFamily="34" charset="-120"/>
                  </a:rPr>
                  <a:t>Claims frozen</a:t>
                </a:r>
                <a:endParaRPr lang="en-US" sz="750" dirty="0"/>
              </a:p>
            </p:txBody>
          </p:sp>
          <p:sp>
            <p:nvSpPr>
              <p:cNvPr id="235" name="Shape 35">
                <a:extLst>
                  <a:ext uri="{FF2B5EF4-FFF2-40B4-BE49-F238E27FC236}">
                    <a16:creationId xmlns:a16="http://schemas.microsoft.com/office/drawing/2014/main" id="{360C5037-CEA7-92ED-608C-E269A8A80558}"/>
                  </a:ext>
                </a:extLst>
              </p:cNvPr>
              <p:cNvSpPr/>
              <p:nvPr/>
            </p:nvSpPr>
            <p:spPr>
              <a:xfrm>
                <a:off x="4635687" y="3488676"/>
                <a:ext cx="1734312" cy="804672"/>
              </a:xfrm>
              <a:prstGeom prst="rect">
                <a:avLst/>
              </a:prstGeom>
              <a:grpFill/>
              <a:ln w="12700">
                <a:solidFill>
                  <a:schemeClr val="accent1"/>
                </a:solidFill>
                <a:prstDash val="solid"/>
              </a:ln>
            </p:spPr>
            <p:txBody>
              <a:bodyPr/>
              <a:lstStyle/>
              <a:p>
                <a:endParaRPr lang="en-US"/>
              </a:p>
            </p:txBody>
          </p:sp>
          <p:sp>
            <p:nvSpPr>
              <p:cNvPr id="237" name="Text 36">
                <a:extLst>
                  <a:ext uri="{FF2B5EF4-FFF2-40B4-BE49-F238E27FC236}">
                    <a16:creationId xmlns:a16="http://schemas.microsoft.com/office/drawing/2014/main" id="{B6E4418D-0CF3-FA40-ABF3-878A474F3FFD}"/>
                  </a:ext>
                </a:extLst>
              </p:cNvPr>
              <p:cNvSpPr/>
              <p:nvPr/>
            </p:nvSpPr>
            <p:spPr>
              <a:xfrm>
                <a:off x="4635687" y="3525252"/>
                <a:ext cx="1734312" cy="329184"/>
              </a:xfrm>
              <a:prstGeom prst="rect">
                <a:avLst/>
              </a:prstGeom>
              <a:noFill/>
              <a:ln>
                <a:noFill/>
              </a:ln>
            </p:spPr>
            <p:txBody>
              <a:bodyPr wrap="square" rtlCol="0" anchor="ctr"/>
              <a:lstStyle/>
              <a:p>
                <a:pPr marL="0" indent="0" algn="ctr">
                  <a:buNone/>
                </a:pPr>
                <a:r>
                  <a:rPr lang="en-US" sz="850" b="1" dirty="0">
                    <a:ea typeface="Calibri" pitchFamily="34" charset="-122"/>
                    <a:cs typeface="Calibri" pitchFamily="34" charset="-120"/>
                  </a:rPr>
                  <a:t>Eligibility</a:t>
                </a:r>
                <a:endParaRPr lang="en-US" sz="850" dirty="0"/>
              </a:p>
              <a:p>
                <a:pPr marL="0" indent="0" algn="ctr">
                  <a:buNone/>
                </a:pPr>
                <a:r>
                  <a:rPr lang="en-US" sz="850" b="1" dirty="0">
                    <a:ea typeface="Calibri" pitchFamily="34" charset="-122"/>
                    <a:cs typeface="Calibri" pitchFamily="34" charset="-120"/>
                  </a:rPr>
                  <a:t>&amp; DC</a:t>
                </a:r>
                <a:endParaRPr lang="en-US" sz="850" dirty="0"/>
              </a:p>
            </p:txBody>
          </p:sp>
          <p:sp>
            <p:nvSpPr>
              <p:cNvPr id="239" name="Text 37">
                <a:extLst>
                  <a:ext uri="{FF2B5EF4-FFF2-40B4-BE49-F238E27FC236}">
                    <a16:creationId xmlns:a16="http://schemas.microsoft.com/office/drawing/2014/main" id="{D1F689DF-3F65-D33A-884E-1EB85E4DF166}"/>
                  </a:ext>
                </a:extLst>
              </p:cNvPr>
              <p:cNvSpPr/>
              <p:nvPr/>
            </p:nvSpPr>
            <p:spPr>
              <a:xfrm>
                <a:off x="4635687" y="3872724"/>
                <a:ext cx="1734312" cy="347472"/>
              </a:xfrm>
              <a:prstGeom prst="rect">
                <a:avLst/>
              </a:prstGeom>
              <a:noFill/>
              <a:ln>
                <a:noFill/>
              </a:ln>
            </p:spPr>
            <p:txBody>
              <a:bodyPr wrap="square" rtlCol="0" anchor="ctr"/>
              <a:lstStyle/>
              <a:p>
                <a:pPr marL="0" indent="0" algn="ctr">
                  <a:buNone/>
                </a:pPr>
                <a:r>
                  <a:rPr lang="en-US" sz="750" dirty="0">
                    <a:ea typeface="Calibri" pitchFamily="34" charset="-122"/>
                    <a:cs typeface="Calibri" pitchFamily="34" charset="-120"/>
                  </a:rPr>
                  <a:t>Direct Cert</a:t>
                </a:r>
                <a:endParaRPr lang="en-US" sz="750" dirty="0"/>
              </a:p>
              <a:p>
                <a:pPr marL="0" indent="0" algn="ctr">
                  <a:buNone/>
                </a:pPr>
                <a:r>
                  <a:rPr lang="en-US" sz="750" dirty="0">
                    <a:ea typeface="Calibri" pitchFamily="34" charset="-122"/>
                    <a:cs typeface="Calibri" pitchFamily="34" charset="-120"/>
                  </a:rPr>
                  <a:t>Verification</a:t>
                </a:r>
                <a:endParaRPr lang="en-US" sz="750" dirty="0"/>
              </a:p>
            </p:txBody>
          </p:sp>
          <p:sp>
            <p:nvSpPr>
              <p:cNvPr id="241" name="Shape 38">
                <a:extLst>
                  <a:ext uri="{FF2B5EF4-FFF2-40B4-BE49-F238E27FC236}">
                    <a16:creationId xmlns:a16="http://schemas.microsoft.com/office/drawing/2014/main" id="{2692FEEF-0166-1C31-E1F3-9BF2C325260F}"/>
                  </a:ext>
                </a:extLst>
              </p:cNvPr>
              <p:cNvSpPr/>
              <p:nvPr/>
            </p:nvSpPr>
            <p:spPr>
              <a:xfrm>
                <a:off x="6415719" y="3488676"/>
                <a:ext cx="1734312" cy="804672"/>
              </a:xfrm>
              <a:prstGeom prst="rect">
                <a:avLst/>
              </a:prstGeom>
              <a:grpFill/>
              <a:ln w="12700">
                <a:solidFill>
                  <a:schemeClr val="accent1"/>
                </a:solidFill>
                <a:prstDash val="solid"/>
              </a:ln>
            </p:spPr>
            <p:txBody>
              <a:bodyPr/>
              <a:lstStyle/>
              <a:p>
                <a:endParaRPr lang="en-US"/>
              </a:p>
            </p:txBody>
          </p:sp>
          <p:sp>
            <p:nvSpPr>
              <p:cNvPr id="243" name="Text 39">
                <a:extLst>
                  <a:ext uri="{FF2B5EF4-FFF2-40B4-BE49-F238E27FC236}">
                    <a16:creationId xmlns:a16="http://schemas.microsoft.com/office/drawing/2014/main" id="{9B10312F-F276-B358-2DC2-312CF114DBD3}"/>
                  </a:ext>
                </a:extLst>
              </p:cNvPr>
              <p:cNvSpPr/>
              <p:nvPr/>
            </p:nvSpPr>
            <p:spPr>
              <a:xfrm>
                <a:off x="6415719" y="3525252"/>
                <a:ext cx="1734312" cy="329184"/>
              </a:xfrm>
              <a:prstGeom prst="rect">
                <a:avLst/>
              </a:prstGeom>
              <a:noFill/>
              <a:ln>
                <a:noFill/>
              </a:ln>
            </p:spPr>
            <p:txBody>
              <a:bodyPr wrap="square" rtlCol="0" anchor="ctr"/>
              <a:lstStyle/>
              <a:p>
                <a:pPr marL="0" indent="0" algn="ctr">
                  <a:buNone/>
                </a:pPr>
                <a:r>
                  <a:rPr lang="en-US" sz="850" b="1" dirty="0">
                    <a:ea typeface="Calibri" pitchFamily="34" charset="-122"/>
                    <a:cs typeface="Calibri" pitchFamily="34" charset="-120"/>
                  </a:rPr>
                  <a:t>Compliance</a:t>
                </a:r>
                <a:endParaRPr lang="en-US" sz="850" dirty="0"/>
              </a:p>
              <a:p>
                <a:pPr marL="0" indent="0" algn="ctr">
                  <a:buNone/>
                </a:pPr>
                <a:r>
                  <a:rPr lang="en-US" sz="850" b="1" dirty="0">
                    <a:ea typeface="Calibri" pitchFamily="34" charset="-122"/>
                    <a:cs typeface="Calibri" pitchFamily="34" charset="-120"/>
                  </a:rPr>
                  <a:t>&amp; Review</a:t>
                </a:r>
                <a:endParaRPr lang="en-US" sz="850" dirty="0"/>
              </a:p>
            </p:txBody>
          </p:sp>
          <p:sp>
            <p:nvSpPr>
              <p:cNvPr id="245" name="Text 40">
                <a:extLst>
                  <a:ext uri="{FF2B5EF4-FFF2-40B4-BE49-F238E27FC236}">
                    <a16:creationId xmlns:a16="http://schemas.microsoft.com/office/drawing/2014/main" id="{D9164510-B01D-6796-0BF7-5A847B49E630}"/>
                  </a:ext>
                </a:extLst>
              </p:cNvPr>
              <p:cNvSpPr/>
              <p:nvPr/>
            </p:nvSpPr>
            <p:spPr>
              <a:xfrm>
                <a:off x="6415719" y="3872724"/>
                <a:ext cx="1734312" cy="347472"/>
              </a:xfrm>
              <a:prstGeom prst="rect">
                <a:avLst/>
              </a:prstGeom>
              <a:noFill/>
              <a:ln>
                <a:noFill/>
              </a:ln>
            </p:spPr>
            <p:txBody>
              <a:bodyPr wrap="square" rtlCol="0" anchor="ctr"/>
              <a:lstStyle/>
              <a:p>
                <a:pPr marL="0" indent="0" algn="ctr">
                  <a:buNone/>
                </a:pPr>
                <a:r>
                  <a:rPr lang="en-US" sz="750" dirty="0">
                    <a:ea typeface="Calibri" pitchFamily="34" charset="-122"/>
                    <a:cs typeface="Calibri" pitchFamily="34" charset="-120"/>
                  </a:rPr>
                  <a:t>Procurement</a:t>
                </a:r>
                <a:endParaRPr lang="en-US" sz="750" dirty="0"/>
              </a:p>
              <a:p>
                <a:pPr marL="0" indent="0" algn="ctr">
                  <a:buNone/>
                </a:pPr>
                <a:r>
                  <a:rPr lang="en-US" sz="750" dirty="0">
                    <a:ea typeface="Calibri" pitchFamily="34" charset="-122"/>
                    <a:cs typeface="Calibri" pitchFamily="34" charset="-120"/>
                  </a:rPr>
                  <a:t>Audit Reviews</a:t>
                </a:r>
                <a:endParaRPr lang="en-US" sz="750" dirty="0"/>
              </a:p>
            </p:txBody>
          </p:sp>
          <p:sp>
            <p:nvSpPr>
              <p:cNvPr id="247" name="Shape 41">
                <a:extLst>
                  <a:ext uri="{FF2B5EF4-FFF2-40B4-BE49-F238E27FC236}">
                    <a16:creationId xmlns:a16="http://schemas.microsoft.com/office/drawing/2014/main" id="{BA900647-78F3-1067-54EB-AA8ED080999F}"/>
                  </a:ext>
                </a:extLst>
              </p:cNvPr>
              <p:cNvSpPr/>
              <p:nvPr/>
            </p:nvSpPr>
            <p:spPr>
              <a:xfrm>
                <a:off x="8195751" y="3488676"/>
                <a:ext cx="1734312" cy="804672"/>
              </a:xfrm>
              <a:prstGeom prst="rect">
                <a:avLst/>
              </a:prstGeom>
              <a:grpFill/>
              <a:ln w="12700">
                <a:solidFill>
                  <a:schemeClr val="accent1"/>
                </a:solidFill>
                <a:prstDash val="solid"/>
              </a:ln>
            </p:spPr>
            <p:txBody>
              <a:bodyPr/>
              <a:lstStyle/>
              <a:p>
                <a:endParaRPr lang="en-US"/>
              </a:p>
            </p:txBody>
          </p:sp>
          <p:sp>
            <p:nvSpPr>
              <p:cNvPr id="249" name="Text 42">
                <a:extLst>
                  <a:ext uri="{FF2B5EF4-FFF2-40B4-BE49-F238E27FC236}">
                    <a16:creationId xmlns:a16="http://schemas.microsoft.com/office/drawing/2014/main" id="{C318294C-D3E6-82A1-9B95-1CA4F2D7AE5D}"/>
                  </a:ext>
                </a:extLst>
              </p:cNvPr>
              <p:cNvSpPr/>
              <p:nvPr/>
            </p:nvSpPr>
            <p:spPr>
              <a:xfrm>
                <a:off x="8195751" y="3525252"/>
                <a:ext cx="1734312" cy="329184"/>
              </a:xfrm>
              <a:prstGeom prst="rect">
                <a:avLst/>
              </a:prstGeom>
              <a:noFill/>
              <a:ln>
                <a:noFill/>
              </a:ln>
            </p:spPr>
            <p:txBody>
              <a:bodyPr wrap="square" rtlCol="0" anchor="ctr"/>
              <a:lstStyle/>
              <a:p>
                <a:pPr marL="0" indent="0" algn="ctr">
                  <a:buNone/>
                </a:pPr>
                <a:r>
                  <a:rPr lang="en-US" sz="850" b="1" dirty="0">
                    <a:ea typeface="Calibri" pitchFamily="34" charset="-122"/>
                    <a:cs typeface="Calibri" pitchFamily="34" charset="-120"/>
                  </a:rPr>
                  <a:t>Accounting</a:t>
                </a:r>
                <a:endParaRPr lang="en-US" sz="850" dirty="0"/>
              </a:p>
              <a:p>
                <a:pPr marL="0" indent="0" algn="ctr">
                  <a:buNone/>
                </a:pPr>
                <a:r>
                  <a:rPr lang="en-US" sz="850" b="1" dirty="0">
                    <a:ea typeface="Calibri" pitchFamily="34" charset="-122"/>
                    <a:cs typeface="Calibri" pitchFamily="34" charset="-120"/>
                  </a:rPr>
                  <a:t>&amp; Finance</a:t>
                </a:r>
                <a:endParaRPr lang="en-US" sz="850" dirty="0"/>
              </a:p>
            </p:txBody>
          </p:sp>
          <p:sp>
            <p:nvSpPr>
              <p:cNvPr id="251" name="Text 43">
                <a:extLst>
                  <a:ext uri="{FF2B5EF4-FFF2-40B4-BE49-F238E27FC236}">
                    <a16:creationId xmlns:a16="http://schemas.microsoft.com/office/drawing/2014/main" id="{1F61F28D-F8E4-5D64-5C39-2AA18ED64786}"/>
                  </a:ext>
                </a:extLst>
              </p:cNvPr>
              <p:cNvSpPr/>
              <p:nvPr/>
            </p:nvSpPr>
            <p:spPr>
              <a:xfrm>
                <a:off x="8195751" y="3872724"/>
                <a:ext cx="1734312" cy="347472"/>
              </a:xfrm>
              <a:prstGeom prst="rect">
                <a:avLst/>
              </a:prstGeom>
              <a:noFill/>
              <a:ln>
                <a:noFill/>
              </a:ln>
            </p:spPr>
            <p:txBody>
              <a:bodyPr wrap="square" rtlCol="0" anchor="ctr"/>
              <a:lstStyle/>
              <a:p>
                <a:pPr marL="0" indent="0" algn="ctr">
                  <a:buNone/>
                </a:pPr>
                <a:r>
                  <a:rPr lang="en-US" sz="750" dirty="0">
                    <a:ea typeface="Calibri" pitchFamily="34" charset="-122"/>
                    <a:cs typeface="Calibri" pitchFamily="34" charset="-120"/>
                  </a:rPr>
                  <a:t>FNS-10/418/44</a:t>
                </a:r>
                <a:endParaRPr lang="en-US" sz="750" dirty="0"/>
              </a:p>
              <a:p>
                <a:pPr marL="0" indent="0" algn="ctr">
                  <a:buNone/>
                </a:pPr>
                <a:r>
                  <a:rPr lang="en-US" sz="750" dirty="0">
                    <a:ea typeface="Calibri" pitchFamily="34" charset="-122"/>
                    <a:cs typeface="Calibri" pitchFamily="34" charset="-120"/>
                  </a:rPr>
                  <a:t>Export Adapter</a:t>
                </a:r>
                <a:endParaRPr lang="en-US" sz="750" dirty="0"/>
              </a:p>
            </p:txBody>
          </p:sp>
          <p:sp>
            <p:nvSpPr>
              <p:cNvPr id="253" name="Shape 44">
                <a:extLst>
                  <a:ext uri="{FF2B5EF4-FFF2-40B4-BE49-F238E27FC236}">
                    <a16:creationId xmlns:a16="http://schemas.microsoft.com/office/drawing/2014/main" id="{63EEDB53-2AE5-061D-B9A6-ACF43066AF04}"/>
                  </a:ext>
                </a:extLst>
              </p:cNvPr>
              <p:cNvSpPr/>
              <p:nvPr/>
            </p:nvSpPr>
            <p:spPr>
              <a:xfrm>
                <a:off x="10002252" y="3484104"/>
                <a:ext cx="1698699" cy="804672"/>
              </a:xfrm>
              <a:prstGeom prst="rect">
                <a:avLst/>
              </a:prstGeom>
              <a:grpFill/>
              <a:ln w="12700">
                <a:solidFill>
                  <a:schemeClr val="accent1"/>
                </a:solidFill>
                <a:prstDash val="solid"/>
              </a:ln>
            </p:spPr>
            <p:txBody>
              <a:bodyPr/>
              <a:lstStyle/>
              <a:p>
                <a:endParaRPr lang="en-US"/>
              </a:p>
            </p:txBody>
          </p:sp>
          <p:sp>
            <p:nvSpPr>
              <p:cNvPr id="255" name="Text 45">
                <a:extLst>
                  <a:ext uri="{FF2B5EF4-FFF2-40B4-BE49-F238E27FC236}">
                    <a16:creationId xmlns:a16="http://schemas.microsoft.com/office/drawing/2014/main" id="{63DCFED7-FD2A-4B6C-064D-4BA1B28FD990}"/>
                  </a:ext>
                </a:extLst>
              </p:cNvPr>
              <p:cNvSpPr/>
              <p:nvPr/>
            </p:nvSpPr>
            <p:spPr>
              <a:xfrm>
                <a:off x="9975783" y="3525252"/>
                <a:ext cx="1734312" cy="329184"/>
              </a:xfrm>
              <a:prstGeom prst="rect">
                <a:avLst/>
              </a:prstGeom>
              <a:noFill/>
              <a:ln>
                <a:noFill/>
              </a:ln>
            </p:spPr>
            <p:txBody>
              <a:bodyPr wrap="square" rtlCol="0" anchor="ctr"/>
              <a:lstStyle/>
              <a:p>
                <a:pPr marL="0" indent="0" algn="ctr">
                  <a:buNone/>
                </a:pPr>
                <a:r>
                  <a:rPr lang="en-US" sz="850" b="1" dirty="0">
                    <a:ea typeface="Calibri" pitchFamily="34" charset="-122"/>
                    <a:cs typeface="Calibri" pitchFamily="34" charset="-120"/>
                  </a:rPr>
                  <a:t>Programs</a:t>
                </a:r>
                <a:endParaRPr lang="en-US" sz="850" dirty="0"/>
              </a:p>
            </p:txBody>
          </p:sp>
          <p:sp>
            <p:nvSpPr>
              <p:cNvPr id="257" name="Text 46">
                <a:extLst>
                  <a:ext uri="{FF2B5EF4-FFF2-40B4-BE49-F238E27FC236}">
                    <a16:creationId xmlns:a16="http://schemas.microsoft.com/office/drawing/2014/main" id="{1E73EB1E-9AAF-77C8-D3FE-4B2738178DCE}"/>
                  </a:ext>
                </a:extLst>
              </p:cNvPr>
              <p:cNvSpPr/>
              <p:nvPr/>
            </p:nvSpPr>
            <p:spPr>
              <a:xfrm>
                <a:off x="9975783" y="3872724"/>
                <a:ext cx="1734312" cy="347472"/>
              </a:xfrm>
              <a:prstGeom prst="rect">
                <a:avLst/>
              </a:prstGeom>
              <a:noFill/>
              <a:ln>
                <a:noFill/>
              </a:ln>
            </p:spPr>
            <p:txBody>
              <a:bodyPr wrap="square" rtlCol="0" anchor="ctr"/>
              <a:lstStyle/>
              <a:p>
                <a:pPr marL="0" indent="0" algn="ctr">
                  <a:buNone/>
                </a:pPr>
                <a:r>
                  <a:rPr lang="en-US" sz="750" dirty="0">
                    <a:ea typeface="Calibri" pitchFamily="34" charset="-122"/>
                    <a:cs typeface="Calibri" pitchFamily="34" charset="-120"/>
                  </a:rPr>
                  <a:t>NSLP · SBP · CACFP</a:t>
                </a:r>
                <a:endParaRPr lang="en-US" sz="750" dirty="0"/>
              </a:p>
              <a:p>
                <a:pPr marL="0" indent="0" algn="ctr">
                  <a:buNone/>
                </a:pPr>
                <a:r>
                  <a:rPr lang="en-US" sz="750" dirty="0">
                    <a:ea typeface="Calibri" pitchFamily="34" charset="-122"/>
                    <a:cs typeface="Calibri" pitchFamily="34" charset="-120"/>
                  </a:rPr>
                  <a:t>SFSP · SMP · CEP</a:t>
                </a:r>
                <a:endParaRPr lang="en-US" sz="750" dirty="0"/>
              </a:p>
            </p:txBody>
          </p:sp>
          <p:sp>
            <p:nvSpPr>
              <p:cNvPr id="261" name="Shape 48">
                <a:extLst>
                  <a:ext uri="{FF2B5EF4-FFF2-40B4-BE49-F238E27FC236}">
                    <a16:creationId xmlns:a16="http://schemas.microsoft.com/office/drawing/2014/main" id="{522561B5-2B5D-C11C-4D5F-46C180C8548D}"/>
                  </a:ext>
                </a:extLst>
              </p:cNvPr>
              <p:cNvSpPr/>
              <p:nvPr/>
            </p:nvSpPr>
            <p:spPr>
              <a:xfrm>
                <a:off x="1075623" y="4357356"/>
                <a:ext cx="10634472" cy="329184"/>
              </a:xfrm>
              <a:prstGeom prst="rect">
                <a:avLst/>
              </a:prstGeom>
              <a:grpFill/>
              <a:ln w="12700">
                <a:solidFill>
                  <a:schemeClr val="accent1"/>
                </a:solidFill>
                <a:prstDash val="solid"/>
              </a:ln>
            </p:spPr>
            <p:txBody>
              <a:bodyPr/>
              <a:lstStyle/>
              <a:p>
                <a:endParaRPr lang="en-US"/>
              </a:p>
            </p:txBody>
          </p:sp>
          <p:sp>
            <p:nvSpPr>
              <p:cNvPr id="263" name="Text 49">
                <a:extLst>
                  <a:ext uri="{FF2B5EF4-FFF2-40B4-BE49-F238E27FC236}">
                    <a16:creationId xmlns:a16="http://schemas.microsoft.com/office/drawing/2014/main" id="{529EA21A-FDEC-7CC5-8EE2-F2F1261DA022}"/>
                  </a:ext>
                </a:extLst>
              </p:cNvPr>
              <p:cNvSpPr/>
              <p:nvPr/>
            </p:nvSpPr>
            <p:spPr>
              <a:xfrm>
                <a:off x="1075623" y="4357356"/>
                <a:ext cx="10648681" cy="329184"/>
              </a:xfrm>
              <a:prstGeom prst="rect">
                <a:avLst/>
              </a:prstGeom>
              <a:grpFill/>
              <a:ln>
                <a:solidFill>
                  <a:schemeClr val="accent1"/>
                </a:solidFill>
              </a:ln>
            </p:spPr>
            <p:txBody>
              <a:bodyPr wrap="square" rtlCol="0" anchor="ctr"/>
              <a:lstStyle/>
              <a:p>
                <a:pPr marL="0" indent="0" algn="ctr">
                  <a:buNone/>
                </a:pPr>
                <a:r>
                  <a:rPr lang="en-US" sz="850" dirty="0">
                    <a:ea typeface="Calibri" pitchFamily="34" charset="-122"/>
                    <a:cs typeface="Calibri" pitchFamily="34" charset="-120"/>
                  </a:rPr>
                  <a:t>Audit &amp; Observability  ·  Append-only event log  ·  Full state capture at every action  ·  Field-level change history  ·  100% write coverage</a:t>
                </a:r>
                <a:endParaRPr lang="en-US" sz="850" dirty="0"/>
              </a:p>
            </p:txBody>
          </p:sp>
          <p:sp>
            <p:nvSpPr>
              <p:cNvPr id="267" name="Shape 51">
                <a:extLst>
                  <a:ext uri="{FF2B5EF4-FFF2-40B4-BE49-F238E27FC236}">
                    <a16:creationId xmlns:a16="http://schemas.microsoft.com/office/drawing/2014/main" id="{14BFB532-69C9-F14D-99DC-246464EABDD5}"/>
                  </a:ext>
                </a:extLst>
              </p:cNvPr>
              <p:cNvSpPr/>
              <p:nvPr/>
            </p:nvSpPr>
            <p:spPr>
              <a:xfrm>
                <a:off x="1075623" y="4750548"/>
                <a:ext cx="5303520" cy="566928"/>
              </a:xfrm>
              <a:prstGeom prst="rect">
                <a:avLst/>
              </a:prstGeom>
              <a:grpFill/>
              <a:ln w="12700">
                <a:solidFill>
                  <a:schemeClr val="accent1"/>
                </a:solidFill>
                <a:prstDash val="solid"/>
              </a:ln>
            </p:spPr>
            <p:txBody>
              <a:bodyPr/>
              <a:lstStyle/>
              <a:p>
                <a:endParaRPr lang="en-US"/>
              </a:p>
            </p:txBody>
          </p:sp>
          <p:sp>
            <p:nvSpPr>
              <p:cNvPr id="269" name="Text 52">
                <a:extLst>
                  <a:ext uri="{FF2B5EF4-FFF2-40B4-BE49-F238E27FC236}">
                    <a16:creationId xmlns:a16="http://schemas.microsoft.com/office/drawing/2014/main" id="{C578963F-6ABE-E89C-05FE-EDC39597563D}"/>
                  </a:ext>
                </a:extLst>
              </p:cNvPr>
              <p:cNvSpPr/>
              <p:nvPr/>
            </p:nvSpPr>
            <p:spPr>
              <a:xfrm>
                <a:off x="1075623" y="4787124"/>
                <a:ext cx="5303520" cy="219456"/>
              </a:xfrm>
              <a:prstGeom prst="rect">
                <a:avLst/>
              </a:prstGeom>
              <a:noFill/>
              <a:ln>
                <a:noFill/>
              </a:ln>
            </p:spPr>
            <p:txBody>
              <a:bodyPr wrap="square" rtlCol="0" anchor="ctr"/>
              <a:lstStyle/>
              <a:p>
                <a:pPr marL="0" indent="0" algn="ctr">
                  <a:buNone/>
                </a:pPr>
                <a:r>
                  <a:rPr lang="en-US" sz="900" b="1" dirty="0">
                    <a:ea typeface="Calibri" pitchFamily="34" charset="-122"/>
                    <a:cs typeface="Calibri" pitchFamily="34" charset="-120"/>
                  </a:rPr>
                  <a:t>cnp_global  —  Aurora PostgreSQL</a:t>
                </a:r>
                <a:endParaRPr lang="en-US" sz="900" dirty="0"/>
              </a:p>
            </p:txBody>
          </p:sp>
          <p:sp>
            <p:nvSpPr>
              <p:cNvPr id="271" name="Text 53">
                <a:extLst>
                  <a:ext uri="{FF2B5EF4-FFF2-40B4-BE49-F238E27FC236}">
                    <a16:creationId xmlns:a16="http://schemas.microsoft.com/office/drawing/2014/main" id="{927EB860-8808-8987-08AE-AD18FA9CE7BA}"/>
                  </a:ext>
                </a:extLst>
              </p:cNvPr>
              <p:cNvSpPr/>
              <p:nvPr/>
            </p:nvSpPr>
            <p:spPr>
              <a:xfrm>
                <a:off x="1075623" y="5024868"/>
                <a:ext cx="5303520" cy="219456"/>
              </a:xfrm>
              <a:prstGeom prst="rect">
                <a:avLst/>
              </a:prstGeom>
              <a:noFill/>
              <a:ln>
                <a:noFill/>
              </a:ln>
            </p:spPr>
            <p:txBody>
              <a:bodyPr wrap="square" rtlCol="0" anchor="ctr"/>
              <a:lstStyle/>
              <a:p>
                <a:pPr marL="0" indent="0" algn="ctr">
                  <a:buNone/>
                </a:pPr>
                <a:r>
                  <a:rPr lang="en-US" sz="750" dirty="0">
                    <a:ea typeface="Calibri" pitchFamily="34" charset="-122"/>
                    <a:cs typeface="Calibri" pitchFamily="34" charset="-120"/>
                  </a:rPr>
                  <a:t>Rates · Lookup codes · Workflow definitions · Rule definitions · Feature flags</a:t>
                </a:r>
                <a:endParaRPr lang="en-US" sz="750" dirty="0"/>
              </a:p>
            </p:txBody>
          </p:sp>
          <p:sp>
            <p:nvSpPr>
              <p:cNvPr id="273" name="Shape 54">
                <a:extLst>
                  <a:ext uri="{FF2B5EF4-FFF2-40B4-BE49-F238E27FC236}">
                    <a16:creationId xmlns:a16="http://schemas.microsoft.com/office/drawing/2014/main" id="{C6A35BEF-3AC4-B587-C1D5-77AD39BBCDD3}"/>
                  </a:ext>
                </a:extLst>
              </p:cNvPr>
              <p:cNvSpPr/>
              <p:nvPr/>
            </p:nvSpPr>
            <p:spPr>
              <a:xfrm>
                <a:off x="6452295" y="4750548"/>
                <a:ext cx="5248656" cy="566928"/>
              </a:xfrm>
              <a:prstGeom prst="rect">
                <a:avLst/>
              </a:prstGeom>
              <a:grpFill/>
              <a:ln w="12700">
                <a:solidFill>
                  <a:schemeClr val="accent1"/>
                </a:solidFill>
                <a:prstDash val="solid"/>
              </a:ln>
            </p:spPr>
            <p:txBody>
              <a:bodyPr/>
              <a:lstStyle/>
              <a:p>
                <a:endParaRPr lang="en-US"/>
              </a:p>
            </p:txBody>
          </p:sp>
          <p:sp>
            <p:nvSpPr>
              <p:cNvPr id="275" name="Text 55">
                <a:extLst>
                  <a:ext uri="{FF2B5EF4-FFF2-40B4-BE49-F238E27FC236}">
                    <a16:creationId xmlns:a16="http://schemas.microsoft.com/office/drawing/2014/main" id="{E2ABFA0D-5B5A-0BDD-DA31-C5E33153CF04}"/>
                  </a:ext>
                </a:extLst>
              </p:cNvPr>
              <p:cNvSpPr/>
              <p:nvPr/>
            </p:nvSpPr>
            <p:spPr>
              <a:xfrm>
                <a:off x="6434007" y="4787124"/>
                <a:ext cx="5303520" cy="219456"/>
              </a:xfrm>
              <a:prstGeom prst="rect">
                <a:avLst/>
              </a:prstGeom>
              <a:noFill/>
              <a:ln>
                <a:noFill/>
              </a:ln>
            </p:spPr>
            <p:txBody>
              <a:bodyPr wrap="square" rtlCol="0" anchor="ctr"/>
              <a:lstStyle/>
              <a:p>
                <a:pPr marL="0" indent="0" algn="ctr">
                  <a:buNone/>
                </a:pPr>
                <a:r>
                  <a:rPr lang="en-US" sz="900" b="1" dirty="0" err="1">
                    <a:ea typeface="Calibri" pitchFamily="34" charset="-122"/>
                    <a:cs typeface="Calibri" pitchFamily="34" charset="-120"/>
                  </a:rPr>
                  <a:t>cnp_ops</a:t>
                </a:r>
                <a:r>
                  <a:rPr lang="en-US" sz="900" b="1" dirty="0">
                    <a:ea typeface="Calibri" pitchFamily="34" charset="-122"/>
                    <a:cs typeface="Calibri" pitchFamily="34" charset="-120"/>
                  </a:rPr>
                  <a:t>  × N states  —  Aurora PostgreSQL</a:t>
                </a:r>
                <a:endParaRPr lang="en-US" sz="900" dirty="0"/>
              </a:p>
            </p:txBody>
          </p:sp>
          <p:sp>
            <p:nvSpPr>
              <p:cNvPr id="277" name="Text 56">
                <a:extLst>
                  <a:ext uri="{FF2B5EF4-FFF2-40B4-BE49-F238E27FC236}">
                    <a16:creationId xmlns:a16="http://schemas.microsoft.com/office/drawing/2014/main" id="{AAAE3522-2C07-8349-CE04-2738AED71A38}"/>
                  </a:ext>
                </a:extLst>
              </p:cNvPr>
              <p:cNvSpPr/>
              <p:nvPr/>
            </p:nvSpPr>
            <p:spPr>
              <a:xfrm>
                <a:off x="6434007" y="5024868"/>
                <a:ext cx="5303520" cy="219456"/>
              </a:xfrm>
              <a:prstGeom prst="rect">
                <a:avLst/>
              </a:prstGeom>
              <a:noFill/>
              <a:ln>
                <a:noFill/>
              </a:ln>
            </p:spPr>
            <p:txBody>
              <a:bodyPr wrap="square" rtlCol="0" anchor="ctr"/>
              <a:lstStyle/>
              <a:p>
                <a:pPr marL="0" indent="0" algn="ctr">
                  <a:buNone/>
                </a:pPr>
                <a:r>
                  <a:rPr lang="en-US" sz="750" dirty="0">
                    <a:ea typeface="Calibri" pitchFamily="34" charset="-122"/>
                    <a:cs typeface="Calibri" pitchFamily="34" charset="-120"/>
                  </a:rPr>
                  <a:t>Claims · Applications · DC · Compliance · Users · Audit  ·  Schema = state boundary  ·  No cross-state reads</a:t>
                </a:r>
                <a:endParaRPr lang="en-US" sz="750" dirty="0"/>
              </a:p>
            </p:txBody>
          </p:sp>
          <p:sp>
            <p:nvSpPr>
              <p:cNvPr id="281" name="Shape 58">
                <a:extLst>
                  <a:ext uri="{FF2B5EF4-FFF2-40B4-BE49-F238E27FC236}">
                    <a16:creationId xmlns:a16="http://schemas.microsoft.com/office/drawing/2014/main" id="{2AD106AF-1829-59CE-ACB2-9615573DEA2A}"/>
                  </a:ext>
                </a:extLst>
              </p:cNvPr>
              <p:cNvSpPr/>
              <p:nvPr/>
            </p:nvSpPr>
            <p:spPr>
              <a:xfrm>
                <a:off x="1075623" y="5381484"/>
                <a:ext cx="2090318" cy="658368"/>
              </a:xfrm>
              <a:prstGeom prst="rect">
                <a:avLst/>
              </a:prstGeom>
              <a:grpFill/>
              <a:ln w="12700">
                <a:solidFill>
                  <a:schemeClr val="accent1"/>
                </a:solidFill>
                <a:prstDash val="solid"/>
              </a:ln>
            </p:spPr>
            <p:txBody>
              <a:bodyPr/>
              <a:lstStyle/>
              <a:p>
                <a:endParaRPr lang="en-US"/>
              </a:p>
            </p:txBody>
          </p:sp>
          <p:sp>
            <p:nvSpPr>
              <p:cNvPr id="283" name="Text 59">
                <a:extLst>
                  <a:ext uri="{FF2B5EF4-FFF2-40B4-BE49-F238E27FC236}">
                    <a16:creationId xmlns:a16="http://schemas.microsoft.com/office/drawing/2014/main" id="{6A670DC5-05F7-D916-AF56-A898397D59E5}"/>
                  </a:ext>
                </a:extLst>
              </p:cNvPr>
              <p:cNvSpPr/>
              <p:nvPr/>
            </p:nvSpPr>
            <p:spPr>
              <a:xfrm>
                <a:off x="1075623" y="5418060"/>
                <a:ext cx="2090318" cy="237744"/>
              </a:xfrm>
              <a:prstGeom prst="rect">
                <a:avLst/>
              </a:prstGeom>
              <a:noFill/>
              <a:ln>
                <a:noFill/>
              </a:ln>
            </p:spPr>
            <p:txBody>
              <a:bodyPr wrap="square" rtlCol="0" anchor="ctr"/>
              <a:lstStyle/>
              <a:p>
                <a:pPr marL="0" indent="0" algn="ctr">
                  <a:buNone/>
                </a:pPr>
                <a:r>
                  <a:rPr lang="en-US" sz="900" b="1" dirty="0">
                    <a:ea typeface="Calibri" pitchFamily="34" charset="-122"/>
                    <a:cs typeface="Calibri" pitchFamily="34" charset="-120"/>
                  </a:rPr>
                  <a:t>DC Feeds</a:t>
                </a:r>
                <a:endParaRPr lang="en-US" sz="900" dirty="0"/>
              </a:p>
            </p:txBody>
          </p:sp>
          <p:sp>
            <p:nvSpPr>
              <p:cNvPr id="285" name="Text 60">
                <a:extLst>
                  <a:ext uri="{FF2B5EF4-FFF2-40B4-BE49-F238E27FC236}">
                    <a16:creationId xmlns:a16="http://schemas.microsoft.com/office/drawing/2014/main" id="{CA049FEF-A41C-8651-243E-9A2702A8E5D9}"/>
                  </a:ext>
                </a:extLst>
              </p:cNvPr>
              <p:cNvSpPr/>
              <p:nvPr/>
            </p:nvSpPr>
            <p:spPr>
              <a:xfrm>
                <a:off x="1075623" y="5674092"/>
                <a:ext cx="2090318" cy="310896"/>
              </a:xfrm>
              <a:prstGeom prst="rect">
                <a:avLst/>
              </a:prstGeom>
              <a:noFill/>
              <a:ln>
                <a:noFill/>
              </a:ln>
            </p:spPr>
            <p:txBody>
              <a:bodyPr wrap="square" rtlCol="0" anchor="ctr"/>
              <a:lstStyle/>
              <a:p>
                <a:pPr marL="0" indent="0" algn="ctr">
                  <a:buNone/>
                </a:pPr>
                <a:r>
                  <a:rPr lang="en-US" sz="750" dirty="0">
                    <a:ea typeface="Calibri" pitchFamily="34" charset="-122"/>
                    <a:cs typeface="Calibri" pitchFamily="34" charset="-120"/>
                  </a:rPr>
                  <a:t>SNAP · Medicaid · TANF</a:t>
                </a:r>
                <a:endParaRPr lang="en-US" sz="750" dirty="0"/>
              </a:p>
              <a:p>
                <a:pPr marL="0" indent="0" algn="ctr">
                  <a:buNone/>
                </a:pPr>
                <a:r>
                  <a:rPr lang="en-US" sz="750" dirty="0">
                    <a:ea typeface="Calibri" pitchFamily="34" charset="-122"/>
                    <a:cs typeface="Calibri" pitchFamily="34" charset="-120"/>
                  </a:rPr>
                  <a:t>SFTP / REST / PGP</a:t>
                </a:r>
                <a:endParaRPr lang="en-US" sz="750" dirty="0"/>
              </a:p>
            </p:txBody>
          </p:sp>
          <p:sp>
            <p:nvSpPr>
              <p:cNvPr id="287" name="Shape 61">
                <a:extLst>
                  <a:ext uri="{FF2B5EF4-FFF2-40B4-BE49-F238E27FC236}">
                    <a16:creationId xmlns:a16="http://schemas.microsoft.com/office/drawing/2014/main" id="{1BC3B549-B661-BF7B-F4EE-DDC0EDAF1D24}"/>
                  </a:ext>
                </a:extLst>
              </p:cNvPr>
              <p:cNvSpPr/>
              <p:nvPr/>
            </p:nvSpPr>
            <p:spPr>
              <a:xfrm>
                <a:off x="3211661" y="5381484"/>
                <a:ext cx="2090318" cy="658368"/>
              </a:xfrm>
              <a:prstGeom prst="rect">
                <a:avLst/>
              </a:prstGeom>
              <a:grpFill/>
              <a:ln w="12700">
                <a:solidFill>
                  <a:schemeClr val="accent1"/>
                </a:solidFill>
                <a:prstDash val="solid"/>
              </a:ln>
            </p:spPr>
            <p:txBody>
              <a:bodyPr/>
              <a:lstStyle/>
              <a:p>
                <a:endParaRPr lang="en-US"/>
              </a:p>
            </p:txBody>
          </p:sp>
          <p:sp>
            <p:nvSpPr>
              <p:cNvPr id="289" name="Text 62">
                <a:extLst>
                  <a:ext uri="{FF2B5EF4-FFF2-40B4-BE49-F238E27FC236}">
                    <a16:creationId xmlns:a16="http://schemas.microsoft.com/office/drawing/2014/main" id="{08772B44-38DA-EEA6-0E4A-CC4C7B5BC7A7}"/>
                  </a:ext>
                </a:extLst>
              </p:cNvPr>
              <p:cNvSpPr/>
              <p:nvPr/>
            </p:nvSpPr>
            <p:spPr>
              <a:xfrm>
                <a:off x="3211661" y="5418060"/>
                <a:ext cx="2090318" cy="237744"/>
              </a:xfrm>
              <a:prstGeom prst="rect">
                <a:avLst/>
              </a:prstGeom>
              <a:noFill/>
              <a:ln>
                <a:noFill/>
              </a:ln>
            </p:spPr>
            <p:txBody>
              <a:bodyPr wrap="square" rtlCol="0" anchor="ctr"/>
              <a:lstStyle/>
              <a:p>
                <a:pPr marL="0" indent="0" algn="ctr">
                  <a:buNone/>
                </a:pPr>
                <a:r>
                  <a:rPr lang="en-US" sz="900" b="1" dirty="0">
                    <a:ea typeface="Calibri" pitchFamily="34" charset="-122"/>
                    <a:cs typeface="Calibri" pitchFamily="34" charset="-120"/>
                  </a:rPr>
                  <a:t>State Financial</a:t>
                </a:r>
                <a:endParaRPr lang="en-US" sz="900" dirty="0"/>
              </a:p>
            </p:txBody>
          </p:sp>
          <p:sp>
            <p:nvSpPr>
              <p:cNvPr id="291" name="Text 63">
                <a:extLst>
                  <a:ext uri="{FF2B5EF4-FFF2-40B4-BE49-F238E27FC236}">
                    <a16:creationId xmlns:a16="http://schemas.microsoft.com/office/drawing/2014/main" id="{E34B4484-A8BC-EEEF-F210-86634649C0FF}"/>
                  </a:ext>
                </a:extLst>
              </p:cNvPr>
              <p:cNvSpPr/>
              <p:nvPr/>
            </p:nvSpPr>
            <p:spPr>
              <a:xfrm>
                <a:off x="3211661" y="5674092"/>
                <a:ext cx="2090318" cy="310896"/>
              </a:xfrm>
              <a:prstGeom prst="rect">
                <a:avLst/>
              </a:prstGeom>
              <a:noFill/>
              <a:ln>
                <a:noFill/>
              </a:ln>
            </p:spPr>
            <p:txBody>
              <a:bodyPr wrap="square" rtlCol="0" anchor="ctr"/>
              <a:lstStyle/>
              <a:p>
                <a:pPr marL="0" indent="0" algn="ctr">
                  <a:buNone/>
                </a:pPr>
                <a:r>
                  <a:rPr lang="en-US" sz="750" dirty="0">
                    <a:ea typeface="Calibri" pitchFamily="34" charset="-122"/>
                    <a:cs typeface="Calibri" pitchFamily="34" charset="-120"/>
                  </a:rPr>
                  <a:t>Oracle Financials</a:t>
                </a:r>
                <a:endParaRPr lang="en-US" sz="750" dirty="0"/>
              </a:p>
              <a:p>
                <a:pPr marL="0" indent="0" algn="ctr">
                  <a:buNone/>
                </a:pPr>
                <a:r>
                  <a:rPr lang="en-US" sz="750" dirty="0">
                    <a:ea typeface="Calibri" pitchFamily="34" charset="-122"/>
                    <a:cs typeface="Calibri" pitchFamily="34" charset="-120"/>
                  </a:rPr>
                  <a:t>Grant drawdown</a:t>
                </a:r>
                <a:endParaRPr lang="en-US" sz="750" dirty="0"/>
              </a:p>
            </p:txBody>
          </p:sp>
          <p:sp>
            <p:nvSpPr>
              <p:cNvPr id="293" name="Shape 64">
                <a:extLst>
                  <a:ext uri="{FF2B5EF4-FFF2-40B4-BE49-F238E27FC236}">
                    <a16:creationId xmlns:a16="http://schemas.microsoft.com/office/drawing/2014/main" id="{AE3017CE-99F8-5183-F525-4D806E5F13EC}"/>
                  </a:ext>
                </a:extLst>
              </p:cNvPr>
              <p:cNvSpPr/>
              <p:nvPr/>
            </p:nvSpPr>
            <p:spPr>
              <a:xfrm>
                <a:off x="5347700" y="5381484"/>
                <a:ext cx="2090318" cy="658368"/>
              </a:xfrm>
              <a:prstGeom prst="rect">
                <a:avLst/>
              </a:prstGeom>
              <a:grpFill/>
              <a:ln w="12700">
                <a:solidFill>
                  <a:schemeClr val="accent1"/>
                </a:solidFill>
                <a:prstDash val="solid"/>
              </a:ln>
            </p:spPr>
            <p:txBody>
              <a:bodyPr/>
              <a:lstStyle/>
              <a:p>
                <a:endParaRPr lang="en-US"/>
              </a:p>
            </p:txBody>
          </p:sp>
          <p:sp>
            <p:nvSpPr>
              <p:cNvPr id="295" name="Text 65">
                <a:extLst>
                  <a:ext uri="{FF2B5EF4-FFF2-40B4-BE49-F238E27FC236}">
                    <a16:creationId xmlns:a16="http://schemas.microsoft.com/office/drawing/2014/main" id="{8B91CD24-206F-E06C-D8E5-1EB999B1EF77}"/>
                  </a:ext>
                </a:extLst>
              </p:cNvPr>
              <p:cNvSpPr/>
              <p:nvPr/>
            </p:nvSpPr>
            <p:spPr>
              <a:xfrm>
                <a:off x="5347700" y="5418060"/>
                <a:ext cx="2090318" cy="237744"/>
              </a:xfrm>
              <a:prstGeom prst="rect">
                <a:avLst/>
              </a:prstGeom>
              <a:noFill/>
              <a:ln>
                <a:noFill/>
              </a:ln>
            </p:spPr>
            <p:txBody>
              <a:bodyPr wrap="square" rtlCol="0" anchor="ctr"/>
              <a:lstStyle/>
              <a:p>
                <a:pPr marL="0" indent="0" algn="ctr">
                  <a:buNone/>
                </a:pPr>
                <a:r>
                  <a:rPr lang="en-US" sz="900" b="1" dirty="0">
                    <a:ea typeface="Calibri" pitchFamily="34" charset="-122"/>
                    <a:cs typeface="Calibri" pitchFamily="34" charset="-120"/>
                  </a:rPr>
                  <a:t>Ed-Fi / SIS</a:t>
                </a:r>
                <a:endParaRPr lang="en-US" sz="900" dirty="0"/>
              </a:p>
            </p:txBody>
          </p:sp>
          <p:sp>
            <p:nvSpPr>
              <p:cNvPr id="297" name="Text 66">
                <a:extLst>
                  <a:ext uri="{FF2B5EF4-FFF2-40B4-BE49-F238E27FC236}">
                    <a16:creationId xmlns:a16="http://schemas.microsoft.com/office/drawing/2014/main" id="{9BF7E44B-1750-209F-6693-5937E0AAAB60}"/>
                  </a:ext>
                </a:extLst>
              </p:cNvPr>
              <p:cNvSpPr/>
              <p:nvPr/>
            </p:nvSpPr>
            <p:spPr>
              <a:xfrm>
                <a:off x="5347700" y="5674092"/>
                <a:ext cx="2090318" cy="310896"/>
              </a:xfrm>
              <a:prstGeom prst="rect">
                <a:avLst/>
              </a:prstGeom>
              <a:noFill/>
              <a:ln>
                <a:noFill/>
              </a:ln>
            </p:spPr>
            <p:txBody>
              <a:bodyPr wrap="square" rtlCol="0" anchor="ctr"/>
              <a:lstStyle/>
              <a:p>
                <a:pPr marL="0" indent="0" algn="ctr">
                  <a:buNone/>
                </a:pPr>
                <a:r>
                  <a:rPr lang="en-US" sz="750" dirty="0">
                    <a:ea typeface="Calibri" pitchFamily="34" charset="-122"/>
                    <a:cs typeface="Calibri" pitchFamily="34" charset="-120"/>
                  </a:rPr>
                  <a:t>Student data standards</a:t>
                </a:r>
                <a:endParaRPr lang="en-US" sz="750" dirty="0"/>
              </a:p>
              <a:p>
                <a:pPr marL="0" indent="0" algn="ctr">
                  <a:buNone/>
                </a:pPr>
                <a:r>
                  <a:rPr lang="en-US" sz="750" dirty="0">
                    <a:ea typeface="Calibri" pitchFamily="34" charset="-122"/>
                    <a:cs typeface="Calibri" pitchFamily="34" charset="-120"/>
                  </a:rPr>
                  <a:t>State-specific impl.</a:t>
                </a:r>
                <a:endParaRPr lang="en-US" sz="750" dirty="0"/>
              </a:p>
            </p:txBody>
          </p:sp>
          <p:sp>
            <p:nvSpPr>
              <p:cNvPr id="299" name="Shape 67">
                <a:extLst>
                  <a:ext uri="{FF2B5EF4-FFF2-40B4-BE49-F238E27FC236}">
                    <a16:creationId xmlns:a16="http://schemas.microsoft.com/office/drawing/2014/main" id="{B7B24EAD-E94D-7491-AC78-151E8FAF8267}"/>
                  </a:ext>
                </a:extLst>
              </p:cNvPr>
              <p:cNvSpPr/>
              <p:nvPr/>
            </p:nvSpPr>
            <p:spPr>
              <a:xfrm>
                <a:off x="7483738" y="5381484"/>
                <a:ext cx="2090318" cy="658368"/>
              </a:xfrm>
              <a:prstGeom prst="rect">
                <a:avLst/>
              </a:prstGeom>
              <a:grpFill/>
              <a:ln w="12700">
                <a:solidFill>
                  <a:schemeClr val="accent1"/>
                </a:solidFill>
                <a:prstDash val="solid"/>
              </a:ln>
            </p:spPr>
            <p:txBody>
              <a:bodyPr/>
              <a:lstStyle/>
              <a:p>
                <a:endParaRPr lang="en-US"/>
              </a:p>
            </p:txBody>
          </p:sp>
          <p:sp>
            <p:nvSpPr>
              <p:cNvPr id="301" name="Text 68">
                <a:extLst>
                  <a:ext uri="{FF2B5EF4-FFF2-40B4-BE49-F238E27FC236}">
                    <a16:creationId xmlns:a16="http://schemas.microsoft.com/office/drawing/2014/main" id="{480CCC91-A7FE-419B-1509-F4CCBBAD1B85}"/>
                  </a:ext>
                </a:extLst>
              </p:cNvPr>
              <p:cNvSpPr/>
              <p:nvPr/>
            </p:nvSpPr>
            <p:spPr>
              <a:xfrm>
                <a:off x="7483738" y="5418060"/>
                <a:ext cx="2090318" cy="237744"/>
              </a:xfrm>
              <a:prstGeom prst="rect">
                <a:avLst/>
              </a:prstGeom>
              <a:noFill/>
              <a:ln>
                <a:noFill/>
              </a:ln>
            </p:spPr>
            <p:txBody>
              <a:bodyPr wrap="square" rtlCol="0" anchor="ctr"/>
              <a:lstStyle/>
              <a:p>
                <a:pPr marL="0" indent="0" algn="ctr">
                  <a:buNone/>
                </a:pPr>
                <a:r>
                  <a:rPr lang="en-US" sz="900" b="1" dirty="0">
                    <a:ea typeface="Calibri" pitchFamily="34" charset="-122"/>
                    <a:cs typeface="Calibri" pitchFamily="34" charset="-120"/>
                  </a:rPr>
                  <a:t>FNS Policy</a:t>
                </a:r>
                <a:endParaRPr lang="en-US" sz="900" dirty="0"/>
              </a:p>
            </p:txBody>
          </p:sp>
          <p:sp>
            <p:nvSpPr>
              <p:cNvPr id="303" name="Text 69">
                <a:extLst>
                  <a:ext uri="{FF2B5EF4-FFF2-40B4-BE49-F238E27FC236}">
                    <a16:creationId xmlns:a16="http://schemas.microsoft.com/office/drawing/2014/main" id="{51C54A56-6CC1-CEF6-B8B6-0DB09FA11CC7}"/>
                  </a:ext>
                </a:extLst>
              </p:cNvPr>
              <p:cNvSpPr/>
              <p:nvPr/>
            </p:nvSpPr>
            <p:spPr>
              <a:xfrm>
                <a:off x="7483738" y="5674092"/>
                <a:ext cx="2090318" cy="310896"/>
              </a:xfrm>
              <a:prstGeom prst="rect">
                <a:avLst/>
              </a:prstGeom>
              <a:noFill/>
              <a:ln>
                <a:noFill/>
              </a:ln>
            </p:spPr>
            <p:txBody>
              <a:bodyPr wrap="square" rtlCol="0" anchor="ctr"/>
              <a:lstStyle/>
              <a:p>
                <a:pPr marL="0" indent="0" algn="ctr">
                  <a:buNone/>
                </a:pPr>
                <a:r>
                  <a:rPr lang="en-US" sz="750" dirty="0">
                    <a:ea typeface="Calibri" pitchFamily="34" charset="-122"/>
                    <a:cs typeface="Calibri" pitchFamily="34" charset="-120"/>
                  </a:rPr>
                  <a:t>Federal Register API</a:t>
                </a:r>
                <a:endParaRPr lang="en-US" sz="750" dirty="0"/>
              </a:p>
              <a:p>
                <a:pPr marL="0" indent="0" algn="ctr">
                  <a:buNone/>
                </a:pPr>
                <a:r>
                  <a:rPr lang="en-US" sz="750" dirty="0">
                    <a:ea typeface="Calibri" pitchFamily="34" charset="-122"/>
                    <a:cs typeface="Calibri" pitchFamily="34" charset="-120"/>
                  </a:rPr>
                  <a:t>Daily monitoring</a:t>
                </a:r>
                <a:endParaRPr lang="en-US" sz="750" dirty="0"/>
              </a:p>
            </p:txBody>
          </p:sp>
          <p:sp>
            <p:nvSpPr>
              <p:cNvPr id="305" name="Shape 70">
                <a:extLst>
                  <a:ext uri="{FF2B5EF4-FFF2-40B4-BE49-F238E27FC236}">
                    <a16:creationId xmlns:a16="http://schemas.microsoft.com/office/drawing/2014/main" id="{E8ADBA91-435A-F1AB-8B36-524D0BB292D0}"/>
                  </a:ext>
                </a:extLst>
              </p:cNvPr>
              <p:cNvSpPr/>
              <p:nvPr/>
            </p:nvSpPr>
            <p:spPr>
              <a:xfrm>
                <a:off x="9619777" y="5381484"/>
                <a:ext cx="2090318" cy="658368"/>
              </a:xfrm>
              <a:prstGeom prst="rect">
                <a:avLst/>
              </a:prstGeom>
              <a:grpFill/>
              <a:ln w="12700">
                <a:solidFill>
                  <a:schemeClr val="accent1"/>
                </a:solidFill>
                <a:prstDash val="solid"/>
              </a:ln>
            </p:spPr>
            <p:txBody>
              <a:bodyPr/>
              <a:lstStyle/>
              <a:p>
                <a:endParaRPr lang="en-US"/>
              </a:p>
            </p:txBody>
          </p:sp>
          <p:sp>
            <p:nvSpPr>
              <p:cNvPr id="307" name="Text 71">
                <a:extLst>
                  <a:ext uri="{FF2B5EF4-FFF2-40B4-BE49-F238E27FC236}">
                    <a16:creationId xmlns:a16="http://schemas.microsoft.com/office/drawing/2014/main" id="{56AEB8FF-D4F9-DCDA-071C-043953D475C5}"/>
                  </a:ext>
                </a:extLst>
              </p:cNvPr>
              <p:cNvSpPr/>
              <p:nvPr/>
            </p:nvSpPr>
            <p:spPr>
              <a:xfrm>
                <a:off x="9619777" y="5418060"/>
                <a:ext cx="2090318" cy="237744"/>
              </a:xfrm>
              <a:prstGeom prst="rect">
                <a:avLst/>
              </a:prstGeom>
              <a:noFill/>
              <a:ln>
                <a:noFill/>
              </a:ln>
            </p:spPr>
            <p:txBody>
              <a:bodyPr wrap="square" rtlCol="0" anchor="ctr"/>
              <a:lstStyle/>
              <a:p>
                <a:pPr marL="0" indent="0" algn="ctr">
                  <a:buNone/>
                </a:pPr>
                <a:r>
                  <a:rPr lang="en-US" sz="900" b="1" dirty="0">
                    <a:ea typeface="Calibri" pitchFamily="34" charset="-122"/>
                    <a:cs typeface="Calibri" pitchFamily="34" charset="-120"/>
                  </a:rPr>
                  <a:t>LaunchDarkly</a:t>
                </a:r>
                <a:endParaRPr lang="en-US" sz="900" dirty="0"/>
              </a:p>
            </p:txBody>
          </p:sp>
          <p:sp>
            <p:nvSpPr>
              <p:cNvPr id="309" name="Text 72">
                <a:extLst>
                  <a:ext uri="{FF2B5EF4-FFF2-40B4-BE49-F238E27FC236}">
                    <a16:creationId xmlns:a16="http://schemas.microsoft.com/office/drawing/2014/main" id="{BE1ED34E-0FC4-D2F9-71A1-08C029B9EC95}"/>
                  </a:ext>
                </a:extLst>
              </p:cNvPr>
              <p:cNvSpPr/>
              <p:nvPr/>
            </p:nvSpPr>
            <p:spPr>
              <a:xfrm>
                <a:off x="9619777" y="5674092"/>
                <a:ext cx="2090318" cy="310896"/>
              </a:xfrm>
              <a:prstGeom prst="rect">
                <a:avLst/>
              </a:prstGeom>
              <a:noFill/>
              <a:ln>
                <a:noFill/>
              </a:ln>
            </p:spPr>
            <p:txBody>
              <a:bodyPr wrap="square" rtlCol="0" anchor="ctr"/>
              <a:lstStyle/>
              <a:p>
                <a:pPr marL="0" indent="0" algn="ctr">
                  <a:buNone/>
                </a:pPr>
                <a:r>
                  <a:rPr lang="en-US" sz="750" dirty="0">
                    <a:ea typeface="Calibri" pitchFamily="34" charset="-122"/>
                    <a:cs typeface="Calibri" pitchFamily="34" charset="-120"/>
                  </a:rPr>
                  <a:t>Feature flags</a:t>
                </a:r>
                <a:endParaRPr lang="en-US" sz="750" dirty="0"/>
              </a:p>
              <a:p>
                <a:pPr marL="0" indent="0" algn="ctr">
                  <a:buNone/>
                </a:pPr>
                <a:r>
                  <a:rPr lang="en-US" sz="750" dirty="0">
                    <a:ea typeface="Calibri" pitchFamily="34" charset="-122"/>
                    <a:cs typeface="Calibri" pitchFamily="34" charset="-120"/>
                  </a:rPr>
                  <a:t>47 module-level flags</a:t>
                </a:r>
                <a:endParaRPr lang="en-US" sz="750" dirty="0"/>
              </a:p>
            </p:txBody>
          </p:sp>
        </p:grpSp>
        <p:sp>
          <p:nvSpPr>
            <p:cNvPr id="357" name="Text 16">
              <a:extLst>
                <a:ext uri="{FF2B5EF4-FFF2-40B4-BE49-F238E27FC236}">
                  <a16:creationId xmlns:a16="http://schemas.microsoft.com/office/drawing/2014/main" id="{2A15F67A-05E5-BABA-D224-8B7F209EC60F}"/>
                </a:ext>
              </a:extLst>
            </p:cNvPr>
            <p:cNvSpPr/>
            <p:nvPr/>
          </p:nvSpPr>
          <p:spPr>
            <a:xfrm>
              <a:off x="7993225" y="3265370"/>
              <a:ext cx="2183102" cy="153389"/>
            </a:xfrm>
            <a:prstGeom prst="rect">
              <a:avLst/>
            </a:prstGeom>
            <a:solidFill>
              <a:schemeClr val="accent1"/>
            </a:solidFill>
            <a:ln>
              <a:solidFill>
                <a:schemeClr val="accent1"/>
              </a:solidFill>
            </a:ln>
          </p:spPr>
          <p:txBody>
            <a:bodyPr wrap="square" rtlCol="0" anchor="ctr"/>
            <a:lstStyle/>
            <a:p>
              <a:pPr marL="0" indent="0" algn="ctr">
                <a:buNone/>
              </a:pPr>
              <a:r>
                <a:rPr lang="en-US" sz="700" b="1" dirty="0">
                  <a:solidFill>
                    <a:schemeClr val="bg1"/>
                  </a:solidFill>
                  <a:ea typeface="Calibri" pitchFamily="34" charset="-122"/>
                  <a:cs typeface="Calibri" pitchFamily="34" charset="-120"/>
                </a:rPr>
                <a:t>Federal guardrail enforced</a:t>
              </a:r>
              <a:endParaRPr lang="en-US" sz="700" dirty="0">
                <a:solidFill>
                  <a:schemeClr val="bg1"/>
                </a:solidFill>
              </a:endParaRPr>
            </a:p>
          </p:txBody>
        </p:sp>
      </p:grpSp>
      <p:sp>
        <p:nvSpPr>
          <p:cNvPr id="367" name="TextBox 366">
            <a:extLst>
              <a:ext uri="{FF2B5EF4-FFF2-40B4-BE49-F238E27FC236}">
                <a16:creationId xmlns:a16="http://schemas.microsoft.com/office/drawing/2014/main" id="{1F11AB35-2C47-3903-057E-22F13C1D13DD}"/>
              </a:ext>
            </a:extLst>
          </p:cNvPr>
          <p:cNvSpPr txBox="1"/>
          <p:nvPr/>
        </p:nvSpPr>
        <p:spPr>
          <a:xfrm>
            <a:off x="10322542" y="1458135"/>
            <a:ext cx="1627221" cy="246221"/>
          </a:xfrm>
          <a:prstGeom prst="rect">
            <a:avLst/>
          </a:prstGeom>
          <a:noFill/>
        </p:spPr>
        <p:txBody>
          <a:bodyPr wrap="square" rtlCol="0">
            <a:spAutoFit/>
          </a:bodyPr>
          <a:lstStyle/>
          <a:p>
            <a:pPr algn="ctr"/>
            <a:r>
              <a:rPr lang="en-US" sz="1000" dirty="0"/>
              <a:t>Phase 2</a:t>
            </a:r>
          </a:p>
        </p:txBody>
      </p:sp>
    </p:spTree>
    <p:extLst>
      <p:ext uri="{BB962C8B-B14F-4D97-AF65-F5344CB8AC3E}">
        <p14:creationId xmlns:p14="http://schemas.microsoft.com/office/powerpoint/2010/main" val="79500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35541-E829-0E44-CD0C-3836CD5B5521}"/>
              </a:ext>
            </a:extLst>
          </p:cNvPr>
          <p:cNvSpPr>
            <a:spLocks noGrp="1"/>
          </p:cNvSpPr>
          <p:nvPr>
            <p:ph type="title"/>
          </p:nvPr>
        </p:nvSpPr>
        <p:spPr>
          <a:xfrm>
            <a:off x="614136" y="266281"/>
            <a:ext cx="5437414" cy="586014"/>
          </a:xfrm>
        </p:spPr>
        <p:txBody>
          <a:bodyPr/>
          <a:lstStyle/>
          <a:p>
            <a:r>
              <a:rPr lang="en-US" dirty="0"/>
              <a:t>Identity &amp; Security</a:t>
            </a:r>
          </a:p>
        </p:txBody>
      </p:sp>
      <p:sp>
        <p:nvSpPr>
          <p:cNvPr id="5" name="Text 2">
            <a:extLst>
              <a:ext uri="{FF2B5EF4-FFF2-40B4-BE49-F238E27FC236}">
                <a16:creationId xmlns:a16="http://schemas.microsoft.com/office/drawing/2014/main" id="{DA41E358-1842-D512-0222-6418DEF77A1A}"/>
              </a:ext>
            </a:extLst>
          </p:cNvPr>
          <p:cNvSpPr/>
          <p:nvPr/>
        </p:nvSpPr>
        <p:spPr>
          <a:xfrm>
            <a:off x="1098550" y="1689481"/>
            <a:ext cx="11274552" cy="475488"/>
          </a:xfrm>
          <a:prstGeom prst="rect">
            <a:avLst/>
          </a:prstGeom>
          <a:noFill/>
          <a:ln/>
        </p:spPr>
        <p:txBody>
          <a:bodyPr wrap="square"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                   Identity &amp; Security</a:t>
            </a:r>
            <a:endParaRPr lang="en-US" sz="2400" dirty="0"/>
          </a:p>
        </p:txBody>
      </p:sp>
      <p:sp>
        <p:nvSpPr>
          <p:cNvPr id="9" name="Shape 5">
            <a:extLst>
              <a:ext uri="{FF2B5EF4-FFF2-40B4-BE49-F238E27FC236}">
                <a16:creationId xmlns:a16="http://schemas.microsoft.com/office/drawing/2014/main" id="{7A79D768-0365-B6A3-AB4F-304504D5B99E}"/>
              </a:ext>
            </a:extLst>
          </p:cNvPr>
          <p:cNvSpPr/>
          <p:nvPr/>
        </p:nvSpPr>
        <p:spPr>
          <a:xfrm>
            <a:off x="520700" y="849067"/>
            <a:ext cx="11350752" cy="806069"/>
          </a:xfrm>
          <a:prstGeom prst="rect">
            <a:avLst/>
          </a:prstGeom>
          <a:solidFill>
            <a:schemeClr val="tx1"/>
          </a:solidFill>
          <a:ln w="19050">
            <a:solidFill>
              <a:srgbClr val="22D3EE"/>
            </a:solidFill>
            <a:prstDash val="solid"/>
          </a:ln>
        </p:spPr>
        <p:txBody>
          <a:bodyPr/>
          <a:lstStyle/>
          <a:p>
            <a:pPr algn="ctr"/>
            <a:r>
              <a:rPr lang="en-US" b="1" dirty="0">
                <a:solidFill>
                  <a:srgbClr val="FFFFFF"/>
                </a:solidFill>
                <a:latin typeface="Calibri" pitchFamily="34" charset="0"/>
                <a:ea typeface="Calibri" pitchFamily="34" charset="-122"/>
                <a:cs typeface="Calibri" pitchFamily="34" charset="-120"/>
              </a:rPr>
              <a:t>Harmony Auth  ·  LINQ-wide authentication</a:t>
            </a:r>
          </a:p>
          <a:p>
            <a:pPr algn="ctr"/>
            <a:r>
              <a:rPr lang="en-US" dirty="0">
                <a:solidFill>
                  <a:srgbClr val="E0F2FE"/>
                </a:solidFill>
                <a:latin typeface="Calibri" pitchFamily="34" charset="0"/>
                <a:ea typeface="Calibri" pitchFamily="34" charset="-122"/>
                <a:cs typeface="Calibri" pitchFamily="34" charset="-120"/>
              </a:rPr>
              <a:t>OIDC / OAuth 2.0  ·  JWT tokens carry roles + state scope  ·  Multi-Factor Authentication enforced</a:t>
            </a:r>
            <a:endParaRPr lang="en-US" dirty="0"/>
          </a:p>
          <a:p>
            <a:endParaRPr lang="en-US" dirty="0"/>
          </a:p>
          <a:p>
            <a:endParaRPr lang="en-US" dirty="0">
              <a:solidFill>
                <a:schemeClr val="bg1"/>
              </a:solidFill>
            </a:endParaRPr>
          </a:p>
        </p:txBody>
      </p:sp>
      <p:pic>
        <p:nvPicPr>
          <p:cNvPr id="35" name="Picture 34">
            <a:extLst>
              <a:ext uri="{FF2B5EF4-FFF2-40B4-BE49-F238E27FC236}">
                <a16:creationId xmlns:a16="http://schemas.microsoft.com/office/drawing/2014/main" id="{84585046-5E6C-DB25-8C25-CC9A179572D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7637" y="2164970"/>
            <a:ext cx="6842692" cy="3950336"/>
          </a:xfrm>
          <a:prstGeom prst="rect">
            <a:avLst/>
          </a:prstGeom>
        </p:spPr>
      </p:pic>
      <p:grpSp>
        <p:nvGrpSpPr>
          <p:cNvPr id="41" name="Group 40">
            <a:extLst>
              <a:ext uri="{FF2B5EF4-FFF2-40B4-BE49-F238E27FC236}">
                <a16:creationId xmlns:a16="http://schemas.microsoft.com/office/drawing/2014/main" id="{88AA7745-1C1D-CE3C-2664-C113E342935E}"/>
              </a:ext>
            </a:extLst>
          </p:cNvPr>
          <p:cNvGrpSpPr/>
          <p:nvPr/>
        </p:nvGrpSpPr>
        <p:grpSpPr>
          <a:xfrm>
            <a:off x="7965467" y="2499865"/>
            <a:ext cx="3431406" cy="1480379"/>
            <a:chOff x="7965467" y="2499865"/>
            <a:chExt cx="3431406" cy="1480379"/>
          </a:xfrm>
        </p:grpSpPr>
        <p:sp>
          <p:nvSpPr>
            <p:cNvPr id="36" name="TextBox 35">
              <a:extLst>
                <a:ext uri="{FF2B5EF4-FFF2-40B4-BE49-F238E27FC236}">
                  <a16:creationId xmlns:a16="http://schemas.microsoft.com/office/drawing/2014/main" id="{3A98E15B-D956-B88F-A7AE-A1C0508AEA15}"/>
                </a:ext>
              </a:extLst>
            </p:cNvPr>
            <p:cNvSpPr txBox="1"/>
            <p:nvPr/>
          </p:nvSpPr>
          <p:spPr>
            <a:xfrm>
              <a:off x="7965467" y="2499865"/>
              <a:ext cx="2526632" cy="369332"/>
            </a:xfrm>
            <a:prstGeom prst="rect">
              <a:avLst/>
            </a:prstGeom>
            <a:noFill/>
          </p:spPr>
          <p:txBody>
            <a:bodyPr wrap="square" rtlCol="0">
              <a:spAutoFit/>
            </a:bodyPr>
            <a:lstStyle/>
            <a:p>
              <a:r>
                <a:rPr lang="en-US" dirty="0"/>
                <a:t>Federal Guardrail</a:t>
              </a:r>
            </a:p>
          </p:txBody>
        </p:sp>
        <p:cxnSp>
          <p:nvCxnSpPr>
            <p:cNvPr id="38" name="Straight Connector 37">
              <a:extLst>
                <a:ext uri="{FF2B5EF4-FFF2-40B4-BE49-F238E27FC236}">
                  <a16:creationId xmlns:a16="http://schemas.microsoft.com/office/drawing/2014/main" id="{21216B4C-83EB-BC4A-C786-089060FA49EF}"/>
                </a:ext>
              </a:extLst>
            </p:cNvPr>
            <p:cNvCxnSpPr>
              <a:cxnSpLocks/>
            </p:cNvCxnSpPr>
            <p:nvPr/>
          </p:nvCxnSpPr>
          <p:spPr>
            <a:xfrm>
              <a:off x="8051533" y="2884552"/>
              <a:ext cx="3282776" cy="0"/>
            </a:xfrm>
            <a:prstGeom prst="line">
              <a:avLst/>
            </a:prstGeom>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5A0613F8-8CFA-C903-1EAD-5ED4C72E0C32}"/>
                </a:ext>
              </a:extLst>
            </p:cNvPr>
            <p:cNvSpPr txBox="1"/>
            <p:nvPr/>
          </p:nvSpPr>
          <p:spPr>
            <a:xfrm>
              <a:off x="7965467" y="2964581"/>
              <a:ext cx="3431406" cy="1015663"/>
            </a:xfrm>
            <a:prstGeom prst="rect">
              <a:avLst/>
            </a:prstGeom>
            <a:noFill/>
          </p:spPr>
          <p:txBody>
            <a:bodyPr wrap="square" rtlCol="0">
              <a:spAutoFit/>
            </a:bodyPr>
            <a:lstStyle/>
            <a:p>
              <a:r>
                <a:rPr lang="en-US" sz="1200" dirty="0">
                  <a:ea typeface="Calibri" pitchFamily="34" charset="-122"/>
                  <a:cs typeface="Calibri" pitchFamily="34" charset="-120"/>
                </a:rPr>
                <a:t>Certain permissions are locked</a:t>
              </a:r>
              <a:endParaRPr lang="en-US" sz="1200" dirty="0"/>
            </a:p>
            <a:p>
              <a:r>
                <a:rPr lang="en-US" sz="1200" dirty="0">
                  <a:ea typeface="Calibri" pitchFamily="34" charset="-122"/>
                  <a:cs typeface="Calibri" pitchFamily="34" charset="-120"/>
                </a:rPr>
                <a:t>by the </a:t>
              </a:r>
              <a:r>
                <a:rPr lang="en-US" sz="1200" dirty="0" err="1">
                  <a:ea typeface="Calibri" pitchFamily="34" charset="-122"/>
                  <a:cs typeface="Calibri" pitchFamily="34" charset="-120"/>
                </a:rPr>
                <a:t>IsFederal</a:t>
              </a:r>
              <a:r>
                <a:rPr lang="en-US" sz="1200" dirty="0">
                  <a:ea typeface="Calibri" pitchFamily="34" charset="-122"/>
                  <a:cs typeface="Calibri" pitchFamily="34" charset="-120"/>
                </a:rPr>
                <a:t> flag.</a:t>
              </a:r>
              <a:endParaRPr lang="en-US" sz="1200" dirty="0"/>
            </a:p>
            <a:p>
              <a:r>
                <a:rPr lang="en-US" sz="1200" dirty="0">
                  <a:ea typeface="Calibri" pitchFamily="34" charset="-122"/>
                  <a:cs typeface="Calibri" pitchFamily="34" charset="-120"/>
                </a:rPr>
                <a:t>No role, script, or admin action</a:t>
              </a:r>
              <a:endParaRPr lang="en-US" sz="1200" dirty="0"/>
            </a:p>
            <a:p>
              <a:r>
                <a:rPr lang="en-US" sz="1200" dirty="0">
                  <a:ea typeface="Calibri" pitchFamily="34" charset="-122"/>
                  <a:cs typeface="Calibri" pitchFamily="34" charset="-120"/>
                </a:rPr>
                <a:t>can override them.</a:t>
              </a:r>
              <a:endParaRPr lang="en-US" sz="1200" dirty="0"/>
            </a:p>
            <a:p>
              <a:endParaRPr lang="en-US" sz="1200" dirty="0"/>
            </a:p>
          </p:txBody>
        </p:sp>
      </p:grpSp>
    </p:spTree>
    <p:extLst>
      <p:ext uri="{BB962C8B-B14F-4D97-AF65-F5344CB8AC3E}">
        <p14:creationId xmlns:p14="http://schemas.microsoft.com/office/powerpoint/2010/main" val="4238906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DD150-C5C8-5FC3-8883-C03E8B1983A7}"/>
              </a:ext>
            </a:extLst>
          </p:cNvPr>
          <p:cNvSpPr>
            <a:spLocks noGrp="1"/>
          </p:cNvSpPr>
          <p:nvPr>
            <p:ph type="title"/>
          </p:nvPr>
        </p:nvSpPr>
        <p:spPr>
          <a:xfrm>
            <a:off x="656071" y="628868"/>
            <a:ext cx="5437414" cy="582672"/>
          </a:xfrm>
        </p:spPr>
        <p:txBody>
          <a:bodyPr/>
          <a:lstStyle/>
          <a:p>
            <a:r>
              <a:rPr lang="en-US" dirty="0">
                <a:latin typeface="+mj-lt"/>
              </a:rPr>
              <a:t>Core Engines</a:t>
            </a:r>
          </a:p>
        </p:txBody>
      </p:sp>
      <p:sp>
        <p:nvSpPr>
          <p:cNvPr id="3" name="Slide Number Placeholder 2">
            <a:extLst>
              <a:ext uri="{FF2B5EF4-FFF2-40B4-BE49-F238E27FC236}">
                <a16:creationId xmlns:a16="http://schemas.microsoft.com/office/drawing/2014/main" id="{4E09E83D-9015-B1BA-26A7-D7A14599883A}"/>
              </a:ext>
            </a:extLst>
          </p:cNvPr>
          <p:cNvSpPr>
            <a:spLocks noGrp="1"/>
          </p:cNvSpPr>
          <p:nvPr>
            <p:ph type="sldNum" sz="quarter" idx="10"/>
          </p:nvPr>
        </p:nvSpPr>
        <p:spPr/>
        <p:txBody>
          <a:bodyPr/>
          <a:lstStyle/>
          <a:p>
            <a:fld id="{F71C0B42-4AEE-41DE-B077-4156AA01E9D4}" type="slidenum">
              <a:rPr lang="en-US" sz="1100" smtClean="0">
                <a:latin typeface="+mj-lt"/>
              </a:rPr>
              <a:pPr/>
              <a:t>8</a:t>
            </a:fld>
            <a:endParaRPr lang="en-US" sz="1100">
              <a:latin typeface="+mj-lt"/>
            </a:endParaRPr>
          </a:p>
        </p:txBody>
      </p:sp>
      <p:sp>
        <p:nvSpPr>
          <p:cNvPr id="11" name="Text 6">
            <a:extLst>
              <a:ext uri="{FF2B5EF4-FFF2-40B4-BE49-F238E27FC236}">
                <a16:creationId xmlns:a16="http://schemas.microsoft.com/office/drawing/2014/main" id="{FEB56FD1-D007-7EB3-079C-1DFCE2A0820A}"/>
              </a:ext>
            </a:extLst>
          </p:cNvPr>
          <p:cNvSpPr/>
          <p:nvPr/>
        </p:nvSpPr>
        <p:spPr>
          <a:xfrm>
            <a:off x="471638" y="1294599"/>
            <a:ext cx="2816352" cy="347472"/>
          </a:xfrm>
          <a:prstGeom prst="rect">
            <a:avLst/>
          </a:prstGeom>
          <a:noFill/>
          <a:ln/>
        </p:spPr>
        <p:txBody>
          <a:bodyPr wrap="square" rtlCol="0" anchor="ctr"/>
          <a:lstStyle/>
          <a:p>
            <a:pPr marL="0" indent="0" algn="ctr">
              <a:buNone/>
            </a:pPr>
            <a:r>
              <a:rPr lang="en-US" sz="1100" b="1" dirty="0">
                <a:latin typeface="+mj-lt"/>
                <a:ea typeface="Calibri" pitchFamily="34" charset="-122"/>
                <a:cs typeface="Calibri" pitchFamily="34" charset="-120"/>
              </a:rPr>
              <a:t>Workflow Engine</a:t>
            </a:r>
            <a:endParaRPr lang="en-US" sz="1100" dirty="0">
              <a:latin typeface="+mj-lt"/>
            </a:endParaRPr>
          </a:p>
        </p:txBody>
      </p:sp>
      <p:sp>
        <p:nvSpPr>
          <p:cNvPr id="13" name="Shape 7">
            <a:extLst>
              <a:ext uri="{FF2B5EF4-FFF2-40B4-BE49-F238E27FC236}">
                <a16:creationId xmlns:a16="http://schemas.microsoft.com/office/drawing/2014/main" id="{6A11F900-B7D2-AE12-1AE4-698EE380A03F}"/>
              </a:ext>
            </a:extLst>
          </p:cNvPr>
          <p:cNvSpPr/>
          <p:nvPr/>
        </p:nvSpPr>
        <p:spPr>
          <a:xfrm>
            <a:off x="617942" y="1678647"/>
            <a:ext cx="2596896" cy="18288"/>
          </a:xfrm>
          <a:prstGeom prst="rect">
            <a:avLst/>
          </a:prstGeom>
          <a:solidFill>
            <a:schemeClr val="accent1"/>
          </a:solidFill>
          <a:ln w="12700">
            <a:solidFill>
              <a:schemeClr val="accent1"/>
            </a:solidFill>
            <a:prstDash val="solid"/>
          </a:ln>
        </p:spPr>
        <p:txBody>
          <a:bodyPr/>
          <a:lstStyle/>
          <a:p>
            <a:endParaRPr lang="en-US" sz="1100">
              <a:latin typeface="+mj-lt"/>
            </a:endParaRPr>
          </a:p>
        </p:txBody>
      </p:sp>
      <p:sp>
        <p:nvSpPr>
          <p:cNvPr id="15" name="Text 8">
            <a:extLst>
              <a:ext uri="{FF2B5EF4-FFF2-40B4-BE49-F238E27FC236}">
                <a16:creationId xmlns:a16="http://schemas.microsoft.com/office/drawing/2014/main" id="{DE31BBC9-3B0F-F3B2-4338-888E3B15014E}"/>
              </a:ext>
            </a:extLst>
          </p:cNvPr>
          <p:cNvSpPr/>
          <p:nvPr/>
        </p:nvSpPr>
        <p:spPr>
          <a:xfrm>
            <a:off x="581366" y="1843721"/>
            <a:ext cx="2633472" cy="822960"/>
          </a:xfrm>
          <a:prstGeom prst="rect">
            <a:avLst/>
          </a:prstGeom>
          <a:noFill/>
          <a:ln/>
        </p:spPr>
        <p:txBody>
          <a:bodyPr wrap="square" rtlCol="0" anchor="ctr"/>
          <a:lstStyle/>
          <a:p>
            <a:pPr marL="0" indent="0">
              <a:buNone/>
            </a:pPr>
            <a:r>
              <a:rPr lang="en-US" sz="1100" dirty="0">
                <a:latin typeface="+mj-lt"/>
                <a:ea typeface="Calibri" pitchFamily="34" charset="-122"/>
                <a:cs typeface="Calibri" pitchFamily="34" charset="-120"/>
              </a:rPr>
              <a:t>Governs every approval process on the platform.</a:t>
            </a:r>
          </a:p>
          <a:p>
            <a:pPr marL="0" indent="0">
              <a:buNone/>
            </a:pPr>
            <a:endParaRPr lang="en-US" sz="1100" dirty="0">
              <a:latin typeface="+mj-lt"/>
              <a:ea typeface="Calibri" pitchFamily="34" charset="-122"/>
              <a:cs typeface="Calibri" pitchFamily="34" charset="-120"/>
            </a:endParaRPr>
          </a:p>
          <a:p>
            <a:r>
              <a:rPr lang="en-US" sz="1100" dirty="0">
                <a:latin typeface="+mj-lt"/>
              </a:rPr>
              <a:t>Reads a table, evaluates conditions, checks permissions, and fires actions.</a:t>
            </a:r>
          </a:p>
        </p:txBody>
      </p:sp>
      <p:sp>
        <p:nvSpPr>
          <p:cNvPr id="17" name="Text 9">
            <a:extLst>
              <a:ext uri="{FF2B5EF4-FFF2-40B4-BE49-F238E27FC236}">
                <a16:creationId xmlns:a16="http://schemas.microsoft.com/office/drawing/2014/main" id="{5FFEFFFE-B4A8-4BF4-B095-50AFA5FA8591}"/>
              </a:ext>
            </a:extLst>
          </p:cNvPr>
          <p:cNvSpPr/>
          <p:nvPr/>
        </p:nvSpPr>
        <p:spPr>
          <a:xfrm>
            <a:off x="589281" y="3179402"/>
            <a:ext cx="2633472" cy="219456"/>
          </a:xfrm>
          <a:prstGeom prst="rect">
            <a:avLst/>
          </a:prstGeom>
          <a:noFill/>
          <a:ln/>
        </p:spPr>
        <p:txBody>
          <a:bodyPr wrap="square" rtlCol="0" anchor="ctr"/>
          <a:lstStyle/>
          <a:p>
            <a:pPr marL="0" indent="0">
              <a:buNone/>
            </a:pPr>
            <a:r>
              <a:rPr lang="en-US" sz="1100" b="1" dirty="0">
                <a:solidFill>
                  <a:srgbClr val="009644"/>
                </a:solidFill>
                <a:latin typeface="+mj-lt"/>
                <a:ea typeface="Calibri" pitchFamily="34" charset="-122"/>
                <a:cs typeface="Calibri" pitchFamily="34" charset="-120"/>
              </a:rPr>
              <a:t>✓  </a:t>
            </a:r>
            <a:r>
              <a:rPr lang="en-US" sz="1100" b="1" dirty="0">
                <a:latin typeface="+mj-lt"/>
                <a:ea typeface="Calibri" pitchFamily="34" charset="-122"/>
                <a:cs typeface="Calibri" pitchFamily="34" charset="-120"/>
              </a:rPr>
              <a:t>What Clients can configure:</a:t>
            </a:r>
            <a:endParaRPr lang="en-US" sz="1100" dirty="0">
              <a:latin typeface="+mj-lt"/>
            </a:endParaRPr>
          </a:p>
        </p:txBody>
      </p:sp>
      <p:sp>
        <p:nvSpPr>
          <p:cNvPr id="19" name="Text 10">
            <a:extLst>
              <a:ext uri="{FF2B5EF4-FFF2-40B4-BE49-F238E27FC236}">
                <a16:creationId xmlns:a16="http://schemas.microsoft.com/office/drawing/2014/main" id="{9EBA2011-9D55-FB40-3067-BE6C4434D910}"/>
              </a:ext>
            </a:extLst>
          </p:cNvPr>
          <p:cNvSpPr/>
          <p:nvPr/>
        </p:nvSpPr>
        <p:spPr>
          <a:xfrm>
            <a:off x="620563" y="3189435"/>
            <a:ext cx="2633472" cy="1003913"/>
          </a:xfrm>
          <a:prstGeom prst="rect">
            <a:avLst/>
          </a:prstGeom>
          <a:noFill/>
          <a:ln/>
        </p:spPr>
        <p:txBody>
          <a:bodyPr wrap="square" rtlCol="0" anchor="ctr"/>
          <a:lstStyle/>
          <a:p>
            <a:pPr marL="0" indent="0">
              <a:buNone/>
            </a:pPr>
            <a:r>
              <a:rPr lang="en-US" sz="1100" dirty="0">
                <a:latin typeface="+mj-lt"/>
                <a:ea typeface="Calibri" pitchFamily="34" charset="-122"/>
                <a:cs typeface="Calibri" pitchFamily="34" charset="-120"/>
              </a:rPr>
              <a:t>Add approval steps, assign roles to states, configure routing rules, and set notification triggers.</a:t>
            </a:r>
            <a:endParaRPr lang="en-US" sz="1100" dirty="0">
              <a:latin typeface="+mj-lt"/>
            </a:endParaRPr>
          </a:p>
        </p:txBody>
      </p:sp>
      <p:sp>
        <p:nvSpPr>
          <p:cNvPr id="21" name="Text 11">
            <a:extLst>
              <a:ext uri="{FF2B5EF4-FFF2-40B4-BE49-F238E27FC236}">
                <a16:creationId xmlns:a16="http://schemas.microsoft.com/office/drawing/2014/main" id="{0FD4B350-5D30-E9F2-EDE8-4D80ACD6FD69}"/>
              </a:ext>
            </a:extLst>
          </p:cNvPr>
          <p:cNvSpPr/>
          <p:nvPr/>
        </p:nvSpPr>
        <p:spPr>
          <a:xfrm>
            <a:off x="599654" y="4292465"/>
            <a:ext cx="2633472" cy="219456"/>
          </a:xfrm>
          <a:prstGeom prst="rect">
            <a:avLst/>
          </a:prstGeom>
          <a:noFill/>
          <a:ln/>
        </p:spPr>
        <p:txBody>
          <a:bodyPr wrap="square" rtlCol="0" anchor="ctr"/>
          <a:lstStyle/>
          <a:p>
            <a:pPr marL="0" indent="0">
              <a:buNone/>
            </a:pPr>
            <a:r>
              <a:rPr lang="en-US" sz="1100" b="1" dirty="0">
                <a:solidFill>
                  <a:srgbClr val="FF0000"/>
                </a:solidFill>
                <a:latin typeface="+mj-lt"/>
                <a:ea typeface="Calibri" pitchFamily="34" charset="-122"/>
                <a:cs typeface="Calibri" pitchFamily="34" charset="-120"/>
              </a:rPr>
              <a:t>✕</a:t>
            </a:r>
            <a:r>
              <a:rPr lang="en-US" sz="1100" b="1" dirty="0">
                <a:latin typeface="+mj-lt"/>
                <a:ea typeface="Calibri" pitchFamily="34" charset="-122"/>
                <a:cs typeface="Calibri" pitchFamily="34" charset="-120"/>
              </a:rPr>
              <a:t>  What requires development:</a:t>
            </a:r>
            <a:endParaRPr lang="en-US" sz="1100" dirty="0">
              <a:latin typeface="+mj-lt"/>
            </a:endParaRPr>
          </a:p>
        </p:txBody>
      </p:sp>
      <p:sp>
        <p:nvSpPr>
          <p:cNvPr id="23" name="Text 12">
            <a:extLst>
              <a:ext uri="{FF2B5EF4-FFF2-40B4-BE49-F238E27FC236}">
                <a16:creationId xmlns:a16="http://schemas.microsoft.com/office/drawing/2014/main" id="{4071277C-C391-2CE2-1758-679839321338}"/>
              </a:ext>
            </a:extLst>
          </p:cNvPr>
          <p:cNvSpPr/>
          <p:nvPr/>
        </p:nvSpPr>
        <p:spPr>
          <a:xfrm>
            <a:off x="591739" y="4634467"/>
            <a:ext cx="2633472" cy="822960"/>
          </a:xfrm>
          <a:prstGeom prst="rect">
            <a:avLst/>
          </a:prstGeom>
          <a:noFill/>
          <a:ln/>
        </p:spPr>
        <p:txBody>
          <a:bodyPr wrap="square" rtlCol="0" anchor="ctr"/>
          <a:lstStyle/>
          <a:p>
            <a:pPr marL="0" indent="0">
              <a:buNone/>
            </a:pPr>
            <a:r>
              <a:rPr lang="en-US" sz="1100" dirty="0">
                <a:latin typeface="+mj-lt"/>
                <a:ea typeface="Calibri" pitchFamily="34" charset="-122"/>
                <a:cs typeface="Calibri" pitchFamily="34" charset="-120"/>
              </a:rPr>
              <a:t>Federal approval requirements cannot be removed. </a:t>
            </a:r>
          </a:p>
          <a:p>
            <a:pPr marL="0" indent="0">
              <a:buNone/>
            </a:pPr>
            <a:endParaRPr lang="en-US" sz="1100" dirty="0">
              <a:latin typeface="+mj-lt"/>
              <a:ea typeface="Calibri" pitchFamily="34" charset="-122"/>
              <a:cs typeface="Calibri" pitchFamily="34" charset="-120"/>
            </a:endParaRPr>
          </a:p>
          <a:p>
            <a:pPr marL="0" indent="0">
              <a:buNone/>
            </a:pPr>
            <a:r>
              <a:rPr lang="en-US" sz="1100" dirty="0">
                <a:latin typeface="+mj-lt"/>
                <a:ea typeface="Calibri" pitchFamily="34" charset="-122"/>
                <a:cs typeface="Calibri" pitchFamily="34" charset="-120"/>
              </a:rPr>
              <a:t>States with claiming consequences require development.</a:t>
            </a:r>
          </a:p>
          <a:p>
            <a:pPr marL="0" indent="0">
              <a:buNone/>
            </a:pPr>
            <a:endParaRPr lang="en-US" sz="1100" dirty="0">
              <a:latin typeface="+mj-lt"/>
              <a:ea typeface="Calibri" pitchFamily="34" charset="-122"/>
              <a:cs typeface="Calibri" pitchFamily="34" charset="-120"/>
            </a:endParaRPr>
          </a:p>
        </p:txBody>
      </p:sp>
      <p:sp>
        <p:nvSpPr>
          <p:cNvPr id="31" name="Text 16">
            <a:extLst>
              <a:ext uri="{FF2B5EF4-FFF2-40B4-BE49-F238E27FC236}">
                <a16:creationId xmlns:a16="http://schemas.microsoft.com/office/drawing/2014/main" id="{D7A9D685-F8CB-5935-6845-970EA589FB1C}"/>
              </a:ext>
            </a:extLst>
          </p:cNvPr>
          <p:cNvSpPr/>
          <p:nvPr/>
        </p:nvSpPr>
        <p:spPr>
          <a:xfrm>
            <a:off x="3416006" y="1294599"/>
            <a:ext cx="2816352" cy="347472"/>
          </a:xfrm>
          <a:prstGeom prst="rect">
            <a:avLst/>
          </a:prstGeom>
          <a:noFill/>
          <a:ln/>
        </p:spPr>
        <p:txBody>
          <a:bodyPr wrap="square" rtlCol="0" anchor="ctr"/>
          <a:lstStyle/>
          <a:p>
            <a:pPr marL="0" indent="0" algn="ctr">
              <a:buNone/>
            </a:pPr>
            <a:r>
              <a:rPr lang="en-US" sz="1100" b="1" dirty="0">
                <a:latin typeface="+mj-lt"/>
                <a:ea typeface="Calibri" pitchFamily="34" charset="-122"/>
                <a:cs typeface="Calibri" pitchFamily="34" charset="-120"/>
              </a:rPr>
              <a:t>Form Engine</a:t>
            </a:r>
            <a:endParaRPr lang="en-US" sz="1100" dirty="0">
              <a:latin typeface="+mj-lt"/>
            </a:endParaRPr>
          </a:p>
        </p:txBody>
      </p:sp>
      <p:sp>
        <p:nvSpPr>
          <p:cNvPr id="33" name="Shape 17">
            <a:extLst>
              <a:ext uri="{FF2B5EF4-FFF2-40B4-BE49-F238E27FC236}">
                <a16:creationId xmlns:a16="http://schemas.microsoft.com/office/drawing/2014/main" id="{62857A2C-E58F-643B-68A1-A3F8141207E6}"/>
              </a:ext>
            </a:extLst>
          </p:cNvPr>
          <p:cNvSpPr/>
          <p:nvPr/>
        </p:nvSpPr>
        <p:spPr>
          <a:xfrm>
            <a:off x="3525734" y="1678647"/>
            <a:ext cx="2596896" cy="18288"/>
          </a:xfrm>
          <a:prstGeom prst="rect">
            <a:avLst/>
          </a:prstGeom>
          <a:solidFill>
            <a:schemeClr val="accent1"/>
          </a:solidFill>
          <a:ln w="12700">
            <a:solidFill>
              <a:schemeClr val="accent1"/>
            </a:solidFill>
            <a:prstDash val="solid"/>
          </a:ln>
        </p:spPr>
        <p:txBody>
          <a:bodyPr/>
          <a:lstStyle/>
          <a:p>
            <a:endParaRPr lang="en-US" sz="1100">
              <a:latin typeface="+mj-lt"/>
            </a:endParaRPr>
          </a:p>
        </p:txBody>
      </p:sp>
      <p:sp>
        <p:nvSpPr>
          <p:cNvPr id="35" name="Text 18">
            <a:extLst>
              <a:ext uri="{FF2B5EF4-FFF2-40B4-BE49-F238E27FC236}">
                <a16:creationId xmlns:a16="http://schemas.microsoft.com/office/drawing/2014/main" id="{FF1BE31F-97EB-312C-C0C2-3F26AD3025B8}"/>
              </a:ext>
            </a:extLst>
          </p:cNvPr>
          <p:cNvSpPr/>
          <p:nvPr/>
        </p:nvSpPr>
        <p:spPr>
          <a:xfrm>
            <a:off x="3507446" y="1927840"/>
            <a:ext cx="2633472" cy="822960"/>
          </a:xfrm>
          <a:prstGeom prst="rect">
            <a:avLst/>
          </a:prstGeom>
          <a:noFill/>
          <a:ln/>
        </p:spPr>
        <p:txBody>
          <a:bodyPr wrap="square" rtlCol="0" anchor="ctr"/>
          <a:lstStyle/>
          <a:p>
            <a:r>
              <a:rPr lang="en-US" sz="1100" dirty="0">
                <a:latin typeface="+mj-lt"/>
              </a:rPr>
              <a:t>Renders and processes the forms that sponsors and caseworkers fill out.</a:t>
            </a:r>
          </a:p>
          <a:p>
            <a:endParaRPr lang="en-US" sz="1100" dirty="0">
              <a:latin typeface="+mj-lt"/>
              <a:ea typeface="Calibri" pitchFamily="34" charset="-122"/>
              <a:cs typeface="Calibri" pitchFamily="34" charset="-120"/>
            </a:endParaRPr>
          </a:p>
          <a:p>
            <a:r>
              <a:rPr lang="en-US" sz="1100" dirty="0">
                <a:latin typeface="+mj-lt"/>
                <a:ea typeface="Calibri" pitchFamily="34" charset="-122"/>
                <a:cs typeface="Calibri" pitchFamily="34" charset="-120"/>
              </a:rPr>
              <a:t>Forms have conditional logic that’s evaluated at runtime based on program, scenario, and user role.</a:t>
            </a:r>
            <a:endParaRPr lang="en-US" sz="1100" dirty="0">
              <a:latin typeface="+mj-lt"/>
            </a:endParaRPr>
          </a:p>
        </p:txBody>
      </p:sp>
      <p:sp>
        <p:nvSpPr>
          <p:cNvPr id="37" name="Text 19">
            <a:extLst>
              <a:ext uri="{FF2B5EF4-FFF2-40B4-BE49-F238E27FC236}">
                <a16:creationId xmlns:a16="http://schemas.microsoft.com/office/drawing/2014/main" id="{9E3EBBA4-C137-CD9B-7490-596593C5AAEE}"/>
              </a:ext>
            </a:extLst>
          </p:cNvPr>
          <p:cNvSpPr/>
          <p:nvPr/>
        </p:nvSpPr>
        <p:spPr>
          <a:xfrm>
            <a:off x="3423437" y="3203464"/>
            <a:ext cx="2633472" cy="219456"/>
          </a:xfrm>
          <a:prstGeom prst="rect">
            <a:avLst/>
          </a:prstGeom>
          <a:noFill/>
          <a:ln/>
        </p:spPr>
        <p:txBody>
          <a:bodyPr wrap="square" rtlCol="0" anchor="ctr"/>
          <a:lstStyle/>
          <a:p>
            <a:r>
              <a:rPr lang="en-US" sz="1100" b="1" dirty="0">
                <a:solidFill>
                  <a:srgbClr val="009644"/>
                </a:solidFill>
                <a:ea typeface="Calibri" pitchFamily="34" charset="-122"/>
                <a:cs typeface="Calibri" pitchFamily="34" charset="-120"/>
              </a:rPr>
              <a:t>✓</a:t>
            </a:r>
            <a:r>
              <a:rPr lang="en-US" sz="1100" b="1" dirty="0">
                <a:latin typeface="+mj-lt"/>
                <a:ea typeface="Calibri" pitchFamily="34" charset="-122"/>
                <a:cs typeface="Calibri" pitchFamily="34" charset="-120"/>
              </a:rPr>
              <a:t>  What Clients can configure:</a:t>
            </a:r>
            <a:endParaRPr lang="en-US" sz="1100" dirty="0">
              <a:latin typeface="+mj-lt"/>
            </a:endParaRPr>
          </a:p>
        </p:txBody>
      </p:sp>
      <p:sp>
        <p:nvSpPr>
          <p:cNvPr id="39" name="Text 20">
            <a:extLst>
              <a:ext uri="{FF2B5EF4-FFF2-40B4-BE49-F238E27FC236}">
                <a16:creationId xmlns:a16="http://schemas.microsoft.com/office/drawing/2014/main" id="{EEC9AAF7-768F-4F02-7B9D-6CD8ADF9AFB8}"/>
              </a:ext>
            </a:extLst>
          </p:cNvPr>
          <p:cNvSpPr/>
          <p:nvPr/>
        </p:nvSpPr>
        <p:spPr>
          <a:xfrm>
            <a:off x="3525734" y="3227113"/>
            <a:ext cx="2633472" cy="1005840"/>
          </a:xfrm>
          <a:prstGeom prst="rect">
            <a:avLst/>
          </a:prstGeom>
          <a:noFill/>
          <a:ln/>
        </p:spPr>
        <p:txBody>
          <a:bodyPr wrap="square" rtlCol="0" anchor="ctr"/>
          <a:lstStyle/>
          <a:p>
            <a:pPr marL="0" indent="0">
              <a:buNone/>
            </a:pPr>
            <a:r>
              <a:rPr lang="en-US" sz="1100" dirty="0">
                <a:latin typeface="+mj-lt"/>
                <a:ea typeface="Calibri" pitchFamily="34" charset="-122"/>
                <a:cs typeface="Calibri" pitchFamily="34" charset="-120"/>
              </a:rPr>
              <a:t>Field visibility, required/optional rules, and validation for fields the code doesn't branch on.</a:t>
            </a:r>
            <a:endParaRPr lang="en-US" sz="1100" dirty="0">
              <a:latin typeface="+mj-lt"/>
            </a:endParaRPr>
          </a:p>
        </p:txBody>
      </p:sp>
      <p:sp>
        <p:nvSpPr>
          <p:cNvPr id="41" name="Text 21">
            <a:extLst>
              <a:ext uri="{FF2B5EF4-FFF2-40B4-BE49-F238E27FC236}">
                <a16:creationId xmlns:a16="http://schemas.microsoft.com/office/drawing/2014/main" id="{964C3787-45AD-6C8C-22D1-DBB886E6D231}"/>
              </a:ext>
            </a:extLst>
          </p:cNvPr>
          <p:cNvSpPr/>
          <p:nvPr/>
        </p:nvSpPr>
        <p:spPr>
          <a:xfrm>
            <a:off x="3460013" y="4245264"/>
            <a:ext cx="2633472" cy="219456"/>
          </a:xfrm>
          <a:prstGeom prst="rect">
            <a:avLst/>
          </a:prstGeom>
          <a:noFill/>
          <a:ln/>
        </p:spPr>
        <p:txBody>
          <a:bodyPr wrap="square" rtlCol="0" anchor="ctr"/>
          <a:lstStyle/>
          <a:p>
            <a:r>
              <a:rPr lang="en-US" sz="1100" b="1" dirty="0">
                <a:solidFill>
                  <a:srgbClr val="FF0000"/>
                </a:solidFill>
                <a:ea typeface="Calibri" pitchFamily="34" charset="-122"/>
                <a:cs typeface="Calibri" pitchFamily="34" charset="-120"/>
              </a:rPr>
              <a:t>✕</a:t>
            </a:r>
            <a:r>
              <a:rPr lang="en-US" sz="1100" b="1" dirty="0">
                <a:latin typeface="+mj-lt"/>
                <a:ea typeface="Calibri" pitchFamily="34" charset="-122"/>
                <a:cs typeface="Calibri" pitchFamily="34" charset="-120"/>
              </a:rPr>
              <a:t>  What requires development:</a:t>
            </a:r>
            <a:endParaRPr lang="en-US" sz="1100" dirty="0">
              <a:latin typeface="+mj-lt"/>
            </a:endParaRPr>
          </a:p>
        </p:txBody>
      </p:sp>
      <p:sp>
        <p:nvSpPr>
          <p:cNvPr id="43" name="Text 22">
            <a:extLst>
              <a:ext uri="{FF2B5EF4-FFF2-40B4-BE49-F238E27FC236}">
                <a16:creationId xmlns:a16="http://schemas.microsoft.com/office/drawing/2014/main" id="{611327E1-2F7B-E27E-DD7C-7721FBCC738E}"/>
              </a:ext>
            </a:extLst>
          </p:cNvPr>
          <p:cNvSpPr/>
          <p:nvPr/>
        </p:nvSpPr>
        <p:spPr>
          <a:xfrm>
            <a:off x="3423437" y="4245264"/>
            <a:ext cx="2633472" cy="822960"/>
          </a:xfrm>
          <a:prstGeom prst="rect">
            <a:avLst/>
          </a:prstGeom>
          <a:noFill/>
          <a:ln/>
        </p:spPr>
        <p:txBody>
          <a:bodyPr wrap="square" rtlCol="0" anchor="ctr"/>
          <a:lstStyle/>
          <a:p>
            <a:pPr marL="0" indent="0">
              <a:buNone/>
            </a:pPr>
            <a:r>
              <a:rPr lang="en-US" sz="1100" dirty="0">
                <a:latin typeface="+mj-lt"/>
                <a:ea typeface="Calibri" pitchFamily="34" charset="-122"/>
                <a:cs typeface="Calibri" pitchFamily="34" charset="-120"/>
              </a:rPr>
              <a:t>Fields that drive form behavior (e.g. site type) are set at implementation.</a:t>
            </a:r>
            <a:endParaRPr lang="en-US" sz="1100" dirty="0">
              <a:latin typeface="+mj-lt"/>
            </a:endParaRPr>
          </a:p>
        </p:txBody>
      </p:sp>
      <p:sp>
        <p:nvSpPr>
          <p:cNvPr id="47" name="Text 24">
            <a:extLst>
              <a:ext uri="{FF2B5EF4-FFF2-40B4-BE49-F238E27FC236}">
                <a16:creationId xmlns:a16="http://schemas.microsoft.com/office/drawing/2014/main" id="{222A9753-0CE9-9D01-00DB-08D24FED985B}"/>
              </a:ext>
            </a:extLst>
          </p:cNvPr>
          <p:cNvSpPr/>
          <p:nvPr/>
        </p:nvSpPr>
        <p:spPr>
          <a:xfrm>
            <a:off x="6360374" y="1334183"/>
            <a:ext cx="2816352" cy="347472"/>
          </a:xfrm>
          <a:prstGeom prst="rect">
            <a:avLst/>
          </a:prstGeom>
          <a:noFill/>
          <a:ln/>
        </p:spPr>
        <p:txBody>
          <a:bodyPr wrap="square" rtlCol="0" anchor="ctr"/>
          <a:lstStyle/>
          <a:p>
            <a:pPr marL="0" indent="0" algn="ctr">
              <a:buNone/>
            </a:pPr>
            <a:r>
              <a:rPr lang="en-US" sz="1100" b="1" dirty="0">
                <a:latin typeface="+mj-lt"/>
                <a:ea typeface="Calibri" pitchFamily="34" charset="-122"/>
                <a:cs typeface="Calibri" pitchFamily="34" charset="-120"/>
              </a:rPr>
              <a:t>Review Instrument Engine</a:t>
            </a:r>
            <a:endParaRPr lang="en-US" sz="1100" dirty="0">
              <a:latin typeface="+mj-lt"/>
            </a:endParaRPr>
          </a:p>
        </p:txBody>
      </p:sp>
      <p:sp>
        <p:nvSpPr>
          <p:cNvPr id="49" name="Shape 25">
            <a:extLst>
              <a:ext uri="{FF2B5EF4-FFF2-40B4-BE49-F238E27FC236}">
                <a16:creationId xmlns:a16="http://schemas.microsoft.com/office/drawing/2014/main" id="{C7C67DE2-B0E6-54FC-EAB1-8F4E35D99EF3}"/>
              </a:ext>
            </a:extLst>
          </p:cNvPr>
          <p:cNvSpPr/>
          <p:nvPr/>
        </p:nvSpPr>
        <p:spPr>
          <a:xfrm>
            <a:off x="6470102" y="1678647"/>
            <a:ext cx="2596896" cy="18288"/>
          </a:xfrm>
          <a:prstGeom prst="rect">
            <a:avLst/>
          </a:prstGeom>
          <a:solidFill>
            <a:schemeClr val="accent1"/>
          </a:solidFill>
          <a:ln w="12700">
            <a:solidFill>
              <a:schemeClr val="accent1"/>
            </a:solidFill>
            <a:prstDash val="solid"/>
          </a:ln>
        </p:spPr>
        <p:txBody>
          <a:bodyPr/>
          <a:lstStyle/>
          <a:p>
            <a:endParaRPr lang="en-US" sz="1100">
              <a:latin typeface="+mj-lt"/>
            </a:endParaRPr>
          </a:p>
        </p:txBody>
      </p:sp>
      <p:sp>
        <p:nvSpPr>
          <p:cNvPr id="51" name="Text 26">
            <a:extLst>
              <a:ext uri="{FF2B5EF4-FFF2-40B4-BE49-F238E27FC236}">
                <a16:creationId xmlns:a16="http://schemas.microsoft.com/office/drawing/2014/main" id="{9CFBB4CE-8430-2149-93A5-C5347ED51060}"/>
              </a:ext>
            </a:extLst>
          </p:cNvPr>
          <p:cNvSpPr/>
          <p:nvPr/>
        </p:nvSpPr>
        <p:spPr>
          <a:xfrm>
            <a:off x="6442670" y="1770087"/>
            <a:ext cx="2633472" cy="672564"/>
          </a:xfrm>
          <a:prstGeom prst="rect">
            <a:avLst/>
          </a:prstGeom>
          <a:noFill/>
          <a:ln/>
        </p:spPr>
        <p:txBody>
          <a:bodyPr wrap="square" rtlCol="0" anchor="ctr"/>
          <a:lstStyle/>
          <a:p>
            <a:pPr marL="0" indent="0">
              <a:buNone/>
            </a:pPr>
            <a:r>
              <a:rPr lang="en-US" sz="1100" dirty="0">
                <a:latin typeface="+mj-lt"/>
                <a:ea typeface="Calibri" pitchFamily="34" charset="-122"/>
                <a:cs typeface="Calibri" pitchFamily="34" charset="-120"/>
              </a:rPr>
              <a:t>Data-driven review instruments: questions, scoring, and applicability rules</a:t>
            </a:r>
            <a:endParaRPr lang="en-US" sz="1100" dirty="0">
              <a:latin typeface="+mj-lt"/>
            </a:endParaRPr>
          </a:p>
        </p:txBody>
      </p:sp>
      <p:sp>
        <p:nvSpPr>
          <p:cNvPr id="53" name="Text 27">
            <a:extLst>
              <a:ext uri="{FF2B5EF4-FFF2-40B4-BE49-F238E27FC236}">
                <a16:creationId xmlns:a16="http://schemas.microsoft.com/office/drawing/2014/main" id="{4734B96F-98FE-F06A-0777-7ABE9C36649E}"/>
              </a:ext>
            </a:extLst>
          </p:cNvPr>
          <p:cNvSpPr/>
          <p:nvPr/>
        </p:nvSpPr>
        <p:spPr>
          <a:xfrm>
            <a:off x="6420532" y="3200886"/>
            <a:ext cx="2633472" cy="219456"/>
          </a:xfrm>
          <a:prstGeom prst="rect">
            <a:avLst/>
          </a:prstGeom>
          <a:noFill/>
          <a:ln/>
        </p:spPr>
        <p:txBody>
          <a:bodyPr wrap="square" rtlCol="0" anchor="ctr"/>
          <a:lstStyle/>
          <a:p>
            <a:r>
              <a:rPr lang="en-US" sz="1100" b="1" dirty="0">
                <a:solidFill>
                  <a:srgbClr val="009644"/>
                </a:solidFill>
                <a:ea typeface="Calibri" pitchFamily="34" charset="-122"/>
                <a:cs typeface="Calibri" pitchFamily="34" charset="-120"/>
              </a:rPr>
              <a:t>✓</a:t>
            </a:r>
            <a:r>
              <a:rPr lang="en-US" sz="1100" b="1" dirty="0">
                <a:latin typeface="+mj-lt"/>
                <a:ea typeface="Calibri" pitchFamily="34" charset="-122"/>
                <a:cs typeface="Calibri" pitchFamily="34" charset="-120"/>
              </a:rPr>
              <a:t>  What Clients can configure:</a:t>
            </a:r>
            <a:endParaRPr lang="en-US" sz="1100" dirty="0">
              <a:latin typeface="+mj-lt"/>
            </a:endParaRPr>
          </a:p>
        </p:txBody>
      </p:sp>
      <p:sp>
        <p:nvSpPr>
          <p:cNvPr id="55" name="Text 28">
            <a:extLst>
              <a:ext uri="{FF2B5EF4-FFF2-40B4-BE49-F238E27FC236}">
                <a16:creationId xmlns:a16="http://schemas.microsoft.com/office/drawing/2014/main" id="{6A28D679-6A5C-A5B9-560D-50B8139A7AFC}"/>
              </a:ext>
            </a:extLst>
          </p:cNvPr>
          <p:cNvSpPr/>
          <p:nvPr/>
        </p:nvSpPr>
        <p:spPr>
          <a:xfrm>
            <a:off x="6451814" y="3242992"/>
            <a:ext cx="2633472" cy="1005840"/>
          </a:xfrm>
          <a:prstGeom prst="rect">
            <a:avLst/>
          </a:prstGeom>
          <a:noFill/>
          <a:ln/>
        </p:spPr>
        <p:txBody>
          <a:bodyPr wrap="square" rtlCol="0" anchor="ctr"/>
          <a:lstStyle/>
          <a:p>
            <a:pPr marL="0" indent="0">
              <a:buNone/>
            </a:pPr>
            <a:r>
              <a:rPr lang="en-US" sz="1100" dirty="0">
                <a:latin typeface="+mj-lt"/>
                <a:ea typeface="Calibri" pitchFamily="34" charset="-122"/>
                <a:cs typeface="Calibri" pitchFamily="34" charset="-120"/>
              </a:rPr>
              <a:t>Add questions, edit text, configure scoring criteria, and define which instruments apply to which reviews.</a:t>
            </a:r>
            <a:endParaRPr lang="en-US" sz="1100" dirty="0">
              <a:latin typeface="+mj-lt"/>
            </a:endParaRPr>
          </a:p>
        </p:txBody>
      </p:sp>
      <p:sp>
        <p:nvSpPr>
          <p:cNvPr id="57" name="Text 29">
            <a:extLst>
              <a:ext uri="{FF2B5EF4-FFF2-40B4-BE49-F238E27FC236}">
                <a16:creationId xmlns:a16="http://schemas.microsoft.com/office/drawing/2014/main" id="{698FA1F4-8DFF-F639-B0F8-F52DAC304CA0}"/>
              </a:ext>
            </a:extLst>
          </p:cNvPr>
          <p:cNvSpPr/>
          <p:nvPr/>
        </p:nvSpPr>
        <p:spPr>
          <a:xfrm>
            <a:off x="6387564" y="4264112"/>
            <a:ext cx="2633472" cy="219456"/>
          </a:xfrm>
          <a:prstGeom prst="rect">
            <a:avLst/>
          </a:prstGeom>
          <a:noFill/>
          <a:ln/>
        </p:spPr>
        <p:txBody>
          <a:bodyPr wrap="square" rtlCol="0" anchor="ctr"/>
          <a:lstStyle/>
          <a:p>
            <a:r>
              <a:rPr lang="en-US" sz="1100" b="1" dirty="0">
                <a:solidFill>
                  <a:srgbClr val="FF0000"/>
                </a:solidFill>
                <a:ea typeface="Calibri" pitchFamily="34" charset="-122"/>
                <a:cs typeface="Calibri" pitchFamily="34" charset="-120"/>
              </a:rPr>
              <a:t>✕</a:t>
            </a:r>
            <a:r>
              <a:rPr lang="en-US" sz="1100" b="1" dirty="0">
                <a:latin typeface="+mj-lt"/>
                <a:ea typeface="Calibri" pitchFamily="34" charset="-122"/>
                <a:cs typeface="Calibri" pitchFamily="34" charset="-120"/>
              </a:rPr>
              <a:t>  What requires development:</a:t>
            </a:r>
            <a:endParaRPr lang="en-US" sz="1100" dirty="0">
              <a:latin typeface="+mj-lt"/>
            </a:endParaRPr>
          </a:p>
        </p:txBody>
      </p:sp>
      <p:sp>
        <p:nvSpPr>
          <p:cNvPr id="59" name="Text 30">
            <a:extLst>
              <a:ext uri="{FF2B5EF4-FFF2-40B4-BE49-F238E27FC236}">
                <a16:creationId xmlns:a16="http://schemas.microsoft.com/office/drawing/2014/main" id="{0C7282DD-7BC4-5BC3-A4BB-2D8C4AD8BDCC}"/>
              </a:ext>
            </a:extLst>
          </p:cNvPr>
          <p:cNvSpPr/>
          <p:nvPr/>
        </p:nvSpPr>
        <p:spPr>
          <a:xfrm>
            <a:off x="6387564" y="4384187"/>
            <a:ext cx="2633472" cy="822960"/>
          </a:xfrm>
          <a:prstGeom prst="rect">
            <a:avLst/>
          </a:prstGeom>
          <a:noFill/>
          <a:ln/>
        </p:spPr>
        <p:txBody>
          <a:bodyPr wrap="square" rtlCol="0" anchor="ctr"/>
          <a:lstStyle/>
          <a:p>
            <a:pPr marL="0" indent="0">
              <a:buNone/>
            </a:pPr>
            <a:r>
              <a:rPr lang="en-US" sz="1100" dirty="0">
                <a:latin typeface="+mj-lt"/>
                <a:ea typeface="Calibri" pitchFamily="34" charset="-122"/>
                <a:cs typeface="Calibri" pitchFamily="34" charset="-120"/>
              </a:rPr>
              <a:t>Review workflow structure (on-site vs. desk, findings flow) is set at implementation.</a:t>
            </a:r>
            <a:endParaRPr lang="en-US" sz="1100" dirty="0">
              <a:latin typeface="+mj-lt"/>
            </a:endParaRPr>
          </a:p>
        </p:txBody>
      </p:sp>
      <p:sp>
        <p:nvSpPr>
          <p:cNvPr id="61" name="Shape 33">
            <a:extLst>
              <a:ext uri="{FF2B5EF4-FFF2-40B4-BE49-F238E27FC236}">
                <a16:creationId xmlns:a16="http://schemas.microsoft.com/office/drawing/2014/main" id="{F5E90C81-11FF-A94B-89B5-B511AA82012C}"/>
              </a:ext>
            </a:extLst>
          </p:cNvPr>
          <p:cNvSpPr/>
          <p:nvPr/>
        </p:nvSpPr>
        <p:spPr>
          <a:xfrm>
            <a:off x="9333618" y="1678647"/>
            <a:ext cx="2596896" cy="18288"/>
          </a:xfrm>
          <a:prstGeom prst="rect">
            <a:avLst/>
          </a:prstGeom>
          <a:solidFill>
            <a:schemeClr val="accent1"/>
          </a:solidFill>
          <a:ln w="12700">
            <a:solidFill>
              <a:schemeClr val="accent1"/>
            </a:solidFill>
            <a:prstDash val="solid"/>
          </a:ln>
        </p:spPr>
        <p:txBody>
          <a:bodyPr/>
          <a:lstStyle/>
          <a:p>
            <a:endParaRPr lang="en-US" sz="1100">
              <a:latin typeface="+mj-lt"/>
            </a:endParaRPr>
          </a:p>
        </p:txBody>
      </p:sp>
      <p:sp>
        <p:nvSpPr>
          <p:cNvPr id="63" name="Text 34">
            <a:extLst>
              <a:ext uri="{FF2B5EF4-FFF2-40B4-BE49-F238E27FC236}">
                <a16:creationId xmlns:a16="http://schemas.microsoft.com/office/drawing/2014/main" id="{B825EF0B-6031-1068-08B2-70CADC5865C6}"/>
              </a:ext>
            </a:extLst>
          </p:cNvPr>
          <p:cNvSpPr/>
          <p:nvPr/>
        </p:nvSpPr>
        <p:spPr>
          <a:xfrm>
            <a:off x="9359606" y="1949772"/>
            <a:ext cx="2633472" cy="949050"/>
          </a:xfrm>
          <a:prstGeom prst="rect">
            <a:avLst/>
          </a:prstGeom>
          <a:noFill/>
          <a:ln/>
        </p:spPr>
        <p:txBody>
          <a:bodyPr wrap="square" rtlCol="0" anchor="ctr"/>
          <a:lstStyle/>
          <a:p>
            <a:pPr marL="0" indent="0">
              <a:buNone/>
            </a:pPr>
            <a:r>
              <a:rPr lang="en-US" sz="1100" dirty="0">
                <a:latin typeface="+mj-lt"/>
                <a:ea typeface="Calibri" pitchFamily="34" charset="-122"/>
                <a:cs typeface="Calibri" pitchFamily="34" charset="-120"/>
              </a:rPr>
              <a:t>Every page and function is a securable object with individually assignable view, add, modify, delete, and admin rights.</a:t>
            </a:r>
          </a:p>
          <a:p>
            <a:pPr marL="0" indent="0">
              <a:buNone/>
            </a:pPr>
            <a:endParaRPr lang="en-US" sz="1100" dirty="0">
              <a:latin typeface="+mj-lt"/>
              <a:ea typeface="Calibri" pitchFamily="34" charset="-122"/>
              <a:cs typeface="Calibri" pitchFamily="34" charset="-120"/>
            </a:endParaRPr>
          </a:p>
          <a:p>
            <a:r>
              <a:rPr lang="en-US" sz="1100" dirty="0"/>
              <a:t>Starts with 9 base roles; fully customizable from there. </a:t>
            </a:r>
            <a:endParaRPr lang="en-US" sz="1100" dirty="0">
              <a:latin typeface="+mj-lt"/>
            </a:endParaRPr>
          </a:p>
        </p:txBody>
      </p:sp>
      <p:sp>
        <p:nvSpPr>
          <p:cNvPr id="65" name="Text 35">
            <a:extLst>
              <a:ext uri="{FF2B5EF4-FFF2-40B4-BE49-F238E27FC236}">
                <a16:creationId xmlns:a16="http://schemas.microsoft.com/office/drawing/2014/main" id="{9A2AD545-0865-3D3C-ACC9-4E7E45F47423}"/>
              </a:ext>
            </a:extLst>
          </p:cNvPr>
          <p:cNvSpPr/>
          <p:nvPr/>
        </p:nvSpPr>
        <p:spPr>
          <a:xfrm>
            <a:off x="9297042" y="3223673"/>
            <a:ext cx="2633472" cy="219456"/>
          </a:xfrm>
          <a:prstGeom prst="rect">
            <a:avLst/>
          </a:prstGeom>
          <a:noFill/>
          <a:ln/>
        </p:spPr>
        <p:txBody>
          <a:bodyPr wrap="square" rtlCol="0" anchor="ctr"/>
          <a:lstStyle/>
          <a:p>
            <a:r>
              <a:rPr lang="en-US" sz="1100" b="1" dirty="0">
                <a:solidFill>
                  <a:srgbClr val="009644"/>
                </a:solidFill>
                <a:ea typeface="Calibri" pitchFamily="34" charset="-122"/>
                <a:cs typeface="Calibri" pitchFamily="34" charset="-120"/>
              </a:rPr>
              <a:t>✓</a:t>
            </a:r>
            <a:r>
              <a:rPr lang="en-US" sz="1100" b="1" dirty="0">
                <a:latin typeface="+mj-lt"/>
                <a:ea typeface="Calibri" pitchFamily="34" charset="-122"/>
                <a:cs typeface="Calibri" pitchFamily="34" charset="-120"/>
              </a:rPr>
              <a:t>  What Clients can configure:</a:t>
            </a:r>
            <a:endParaRPr lang="en-US" sz="1100" dirty="0">
              <a:latin typeface="+mj-lt"/>
            </a:endParaRPr>
          </a:p>
        </p:txBody>
      </p:sp>
      <p:sp>
        <p:nvSpPr>
          <p:cNvPr id="67" name="Text 36">
            <a:extLst>
              <a:ext uri="{FF2B5EF4-FFF2-40B4-BE49-F238E27FC236}">
                <a16:creationId xmlns:a16="http://schemas.microsoft.com/office/drawing/2014/main" id="{EE9E7DBE-B1FC-E69B-162F-62E258733001}"/>
              </a:ext>
            </a:extLst>
          </p:cNvPr>
          <p:cNvSpPr/>
          <p:nvPr/>
        </p:nvSpPr>
        <p:spPr>
          <a:xfrm>
            <a:off x="9302602" y="3289130"/>
            <a:ext cx="2633472" cy="704911"/>
          </a:xfrm>
          <a:prstGeom prst="rect">
            <a:avLst/>
          </a:prstGeom>
          <a:noFill/>
          <a:ln/>
        </p:spPr>
        <p:txBody>
          <a:bodyPr wrap="square" rtlCol="0" anchor="ctr"/>
          <a:lstStyle/>
          <a:p>
            <a:r>
              <a:rPr lang="en-US" sz="1100" dirty="0">
                <a:latin typeface="+mj-lt"/>
                <a:ea typeface="Calibri" pitchFamily="34" charset="-122"/>
                <a:cs typeface="Calibri" pitchFamily="34" charset="-120"/>
              </a:rPr>
              <a:t>Create roles, assign rights to roles, and assign </a:t>
            </a:r>
            <a:r>
              <a:rPr lang="en-US" sz="1100" dirty="0" err="1">
                <a:latin typeface="+mj-lt"/>
                <a:ea typeface="Calibri" pitchFamily="34" charset="-122"/>
                <a:cs typeface="Calibri" pitchFamily="34" charset="-120"/>
              </a:rPr>
              <a:t>users — fully self-service.</a:t>
            </a:r>
            <a:r>
              <a:rPr lang="en-US" sz="1100" dirty="0">
                <a:latin typeface="+mj-lt"/>
                <a:ea typeface="Calibri" pitchFamily="34" charset="-122"/>
                <a:cs typeface="Calibri" pitchFamily="34" charset="-120"/>
              </a:rPr>
              <a:t> can create</a:t>
            </a:r>
            <a:endParaRPr lang="en-US" sz="1100" dirty="0">
              <a:latin typeface="+mj-lt"/>
            </a:endParaRPr>
          </a:p>
        </p:txBody>
      </p:sp>
      <p:sp>
        <p:nvSpPr>
          <p:cNvPr id="69" name="Text 37">
            <a:extLst>
              <a:ext uri="{FF2B5EF4-FFF2-40B4-BE49-F238E27FC236}">
                <a16:creationId xmlns:a16="http://schemas.microsoft.com/office/drawing/2014/main" id="{C1BAA54F-5DB4-1B5D-FEFF-BB7475098817}"/>
              </a:ext>
            </a:extLst>
          </p:cNvPr>
          <p:cNvSpPr/>
          <p:nvPr/>
        </p:nvSpPr>
        <p:spPr>
          <a:xfrm>
            <a:off x="9296827" y="4238801"/>
            <a:ext cx="2633472" cy="219456"/>
          </a:xfrm>
          <a:prstGeom prst="rect">
            <a:avLst/>
          </a:prstGeom>
          <a:noFill/>
          <a:ln/>
        </p:spPr>
        <p:txBody>
          <a:bodyPr wrap="square" rtlCol="0" anchor="ctr"/>
          <a:lstStyle/>
          <a:p>
            <a:r>
              <a:rPr lang="en-US" sz="1100" b="1" dirty="0">
                <a:solidFill>
                  <a:srgbClr val="FF0000"/>
                </a:solidFill>
                <a:ea typeface="Calibri" pitchFamily="34" charset="-122"/>
                <a:cs typeface="Calibri" pitchFamily="34" charset="-120"/>
              </a:rPr>
              <a:t>✕</a:t>
            </a:r>
            <a:r>
              <a:rPr lang="en-US" sz="1100" b="1" dirty="0">
                <a:latin typeface="+mj-lt"/>
                <a:ea typeface="Calibri" pitchFamily="34" charset="-122"/>
                <a:cs typeface="Calibri" pitchFamily="34" charset="-120"/>
              </a:rPr>
              <a:t>  What requires development:</a:t>
            </a:r>
            <a:endParaRPr lang="en-US" sz="1100" dirty="0">
              <a:latin typeface="+mj-lt"/>
            </a:endParaRPr>
          </a:p>
        </p:txBody>
      </p:sp>
      <p:sp>
        <p:nvSpPr>
          <p:cNvPr id="71" name="Text 38">
            <a:extLst>
              <a:ext uri="{FF2B5EF4-FFF2-40B4-BE49-F238E27FC236}">
                <a16:creationId xmlns:a16="http://schemas.microsoft.com/office/drawing/2014/main" id="{A3413F2C-79C4-94EB-89C7-495D612465BA}"/>
              </a:ext>
            </a:extLst>
          </p:cNvPr>
          <p:cNvSpPr/>
          <p:nvPr/>
        </p:nvSpPr>
        <p:spPr>
          <a:xfrm>
            <a:off x="9315115" y="4299201"/>
            <a:ext cx="2633472" cy="822960"/>
          </a:xfrm>
          <a:prstGeom prst="rect">
            <a:avLst/>
          </a:prstGeom>
          <a:noFill/>
          <a:ln/>
        </p:spPr>
        <p:txBody>
          <a:bodyPr wrap="square" rtlCol="0" anchor="ctr"/>
          <a:lstStyle/>
          <a:p>
            <a:pPr marL="0" indent="0">
              <a:buNone/>
            </a:pPr>
            <a:r>
              <a:rPr lang="en-US" sz="1100" dirty="0">
                <a:latin typeface="+mj-lt"/>
                <a:ea typeface="Calibri" pitchFamily="34" charset="-122"/>
                <a:cs typeface="Calibri" pitchFamily="34" charset="-120"/>
              </a:rPr>
              <a:t>New platform objects (new pages, new functions) can only be added through a code deployment.</a:t>
            </a:r>
            <a:endParaRPr lang="en-US" sz="1100" dirty="0">
              <a:latin typeface="+mj-lt"/>
            </a:endParaRPr>
          </a:p>
        </p:txBody>
      </p:sp>
      <p:sp>
        <p:nvSpPr>
          <p:cNvPr id="77" name="Text 24">
            <a:extLst>
              <a:ext uri="{FF2B5EF4-FFF2-40B4-BE49-F238E27FC236}">
                <a16:creationId xmlns:a16="http://schemas.microsoft.com/office/drawing/2014/main" id="{A62DEFAF-86E3-9D30-7E0A-DEC0C625BC22}"/>
              </a:ext>
            </a:extLst>
          </p:cNvPr>
          <p:cNvSpPr/>
          <p:nvPr/>
        </p:nvSpPr>
        <p:spPr>
          <a:xfrm>
            <a:off x="8929838" y="1349463"/>
            <a:ext cx="2816352" cy="347472"/>
          </a:xfrm>
          <a:prstGeom prst="rect">
            <a:avLst/>
          </a:prstGeom>
          <a:noFill/>
          <a:ln/>
        </p:spPr>
        <p:txBody>
          <a:bodyPr wrap="square" rtlCol="0" anchor="ctr"/>
          <a:lstStyle/>
          <a:p>
            <a:pPr marL="0" indent="0" algn="ctr">
              <a:buNone/>
            </a:pPr>
            <a:r>
              <a:rPr lang="en-US" sz="1100" b="1" dirty="0">
                <a:latin typeface="+mj-lt"/>
                <a:ea typeface="Calibri" pitchFamily="34" charset="-122"/>
                <a:cs typeface="Calibri" pitchFamily="34" charset="-120"/>
              </a:rPr>
              <a:t>Rights Model</a:t>
            </a:r>
            <a:endParaRPr lang="en-US" sz="1100" dirty="0">
              <a:latin typeface="+mj-lt"/>
            </a:endParaRPr>
          </a:p>
        </p:txBody>
      </p:sp>
      <p:sp>
        <p:nvSpPr>
          <p:cNvPr id="78" name="TextBox 77">
            <a:extLst>
              <a:ext uri="{FF2B5EF4-FFF2-40B4-BE49-F238E27FC236}">
                <a16:creationId xmlns:a16="http://schemas.microsoft.com/office/drawing/2014/main" id="{05C2CEFD-A03D-0327-A863-4ACF88B7C756}"/>
              </a:ext>
            </a:extLst>
          </p:cNvPr>
          <p:cNvSpPr txBox="1"/>
          <p:nvPr/>
        </p:nvSpPr>
        <p:spPr>
          <a:xfrm>
            <a:off x="2707266" y="5893146"/>
            <a:ext cx="9495322" cy="369332"/>
          </a:xfrm>
          <a:prstGeom prst="rect">
            <a:avLst/>
          </a:prstGeom>
          <a:noFill/>
        </p:spPr>
        <p:txBody>
          <a:bodyPr wrap="square" rtlCol="0">
            <a:spAutoFit/>
          </a:bodyPr>
          <a:lstStyle/>
          <a:p>
            <a:r>
              <a:rPr lang="en-US" dirty="0"/>
              <a:t>Anything flagged as </a:t>
            </a:r>
            <a:r>
              <a:rPr lang="en-US" dirty="0" err="1"/>
              <a:t>isFederal</a:t>
            </a:r>
            <a:r>
              <a:rPr lang="en-US" dirty="0"/>
              <a:t> can ONLY be changed via code</a:t>
            </a:r>
          </a:p>
        </p:txBody>
      </p:sp>
    </p:spTree>
    <p:extLst>
      <p:ext uri="{BB962C8B-B14F-4D97-AF65-F5344CB8AC3E}">
        <p14:creationId xmlns:p14="http://schemas.microsoft.com/office/powerpoint/2010/main" val="501639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43648-370D-798F-9B6E-5008B8F7DFD2}"/>
              </a:ext>
            </a:extLst>
          </p:cNvPr>
          <p:cNvSpPr>
            <a:spLocks noGrp="1"/>
          </p:cNvSpPr>
          <p:nvPr>
            <p:ph type="title"/>
          </p:nvPr>
        </p:nvSpPr>
        <p:spPr>
          <a:xfrm>
            <a:off x="658586" y="620487"/>
            <a:ext cx="5437414" cy="505670"/>
          </a:xfrm>
        </p:spPr>
        <p:txBody>
          <a:bodyPr/>
          <a:lstStyle/>
          <a:p>
            <a:r>
              <a:rPr lang="en-US" dirty="0"/>
              <a:t>Configuration Boundaries</a:t>
            </a:r>
          </a:p>
        </p:txBody>
      </p:sp>
      <p:sp>
        <p:nvSpPr>
          <p:cNvPr id="3" name="Slide Number Placeholder 2">
            <a:extLst>
              <a:ext uri="{FF2B5EF4-FFF2-40B4-BE49-F238E27FC236}">
                <a16:creationId xmlns:a16="http://schemas.microsoft.com/office/drawing/2014/main" id="{0297247A-DAE7-1EBF-C791-85895589746D}"/>
              </a:ext>
            </a:extLst>
          </p:cNvPr>
          <p:cNvSpPr>
            <a:spLocks noGrp="1"/>
          </p:cNvSpPr>
          <p:nvPr>
            <p:ph type="sldNum" sz="quarter" idx="10"/>
          </p:nvPr>
        </p:nvSpPr>
        <p:spPr>
          <a:xfrm>
            <a:off x="10895664" y="6488471"/>
            <a:ext cx="648635" cy="255358"/>
          </a:xfrm>
          <a:noFill/>
        </p:spPr>
        <p:txBody>
          <a:bodyPr/>
          <a:lstStyle/>
          <a:p>
            <a:fld id="{F71C0B42-4AEE-41DE-B077-4156AA01E9D4}" type="slidenum">
              <a:rPr lang="en-US" smtClean="0"/>
              <a:pPr/>
              <a:t>9</a:t>
            </a:fld>
            <a:endParaRPr lang="en-US"/>
          </a:p>
        </p:txBody>
      </p:sp>
      <p:sp>
        <p:nvSpPr>
          <p:cNvPr id="5" name="Shape 6">
            <a:extLst>
              <a:ext uri="{FF2B5EF4-FFF2-40B4-BE49-F238E27FC236}">
                <a16:creationId xmlns:a16="http://schemas.microsoft.com/office/drawing/2014/main" id="{5ACE73A9-AC76-C2F2-9215-92E739FB4DC0}"/>
              </a:ext>
            </a:extLst>
          </p:cNvPr>
          <p:cNvSpPr/>
          <p:nvPr/>
        </p:nvSpPr>
        <p:spPr>
          <a:xfrm>
            <a:off x="360949" y="1281465"/>
            <a:ext cx="3749040" cy="4956048"/>
          </a:xfrm>
          <a:prstGeom prst="rect">
            <a:avLst/>
          </a:prstGeom>
          <a:solidFill>
            <a:schemeClr val="bg2"/>
          </a:solidFill>
          <a:ln w="25400">
            <a:solidFill>
              <a:schemeClr val="tx1"/>
            </a:solidFill>
            <a:prstDash val="solid"/>
          </a:ln>
        </p:spPr>
        <p:txBody>
          <a:bodyPr/>
          <a:lstStyle/>
          <a:p>
            <a:endParaRPr lang="en-US" sz="1400"/>
          </a:p>
        </p:txBody>
      </p:sp>
      <p:sp>
        <p:nvSpPr>
          <p:cNvPr id="7" name="Text 7">
            <a:extLst>
              <a:ext uri="{FF2B5EF4-FFF2-40B4-BE49-F238E27FC236}">
                <a16:creationId xmlns:a16="http://schemas.microsoft.com/office/drawing/2014/main" id="{21E78362-616A-07B3-1312-EA667BE73D18}"/>
              </a:ext>
            </a:extLst>
          </p:cNvPr>
          <p:cNvSpPr/>
          <p:nvPr/>
        </p:nvSpPr>
        <p:spPr>
          <a:xfrm>
            <a:off x="423512" y="1354617"/>
            <a:ext cx="3590224" cy="347472"/>
          </a:xfrm>
          <a:prstGeom prst="rect">
            <a:avLst/>
          </a:prstGeom>
          <a:solidFill>
            <a:schemeClr val="bg2"/>
          </a:solidFill>
          <a:ln/>
        </p:spPr>
        <p:txBody>
          <a:bodyPr wrap="square" rtlCol="0" anchor="ctr"/>
          <a:lstStyle/>
          <a:p>
            <a:pPr marL="0" indent="0" algn="ctr">
              <a:buNone/>
            </a:pPr>
            <a:r>
              <a:rPr lang="en-US" sz="1400" b="1" dirty="0">
                <a:ea typeface="Calibri" pitchFamily="34" charset="-122"/>
                <a:cs typeface="Calibri" pitchFamily="34" charset="-120"/>
              </a:rPr>
              <a:t>Client Self-Service</a:t>
            </a:r>
            <a:endParaRPr lang="en-US" sz="1400" dirty="0"/>
          </a:p>
        </p:txBody>
      </p:sp>
      <p:sp>
        <p:nvSpPr>
          <p:cNvPr id="9" name="Text 8">
            <a:extLst>
              <a:ext uri="{FF2B5EF4-FFF2-40B4-BE49-F238E27FC236}">
                <a16:creationId xmlns:a16="http://schemas.microsoft.com/office/drawing/2014/main" id="{DC9D7C72-D346-E2D9-4862-A73EAAB8937F}"/>
              </a:ext>
            </a:extLst>
          </p:cNvPr>
          <p:cNvSpPr/>
          <p:nvPr/>
        </p:nvSpPr>
        <p:spPr>
          <a:xfrm>
            <a:off x="423511" y="1702089"/>
            <a:ext cx="3590224" cy="274320"/>
          </a:xfrm>
          <a:prstGeom prst="rect">
            <a:avLst/>
          </a:prstGeom>
          <a:solidFill>
            <a:schemeClr val="bg2"/>
          </a:solidFill>
          <a:ln/>
        </p:spPr>
        <p:txBody>
          <a:bodyPr wrap="square" rtlCol="0" anchor="ctr"/>
          <a:lstStyle/>
          <a:p>
            <a:pPr marL="0" indent="0" algn="ctr">
              <a:buNone/>
            </a:pPr>
            <a:r>
              <a:rPr lang="en-US" sz="1400" i="1" dirty="0">
                <a:ea typeface="Calibri" pitchFamily="34" charset="-122"/>
                <a:cs typeface="Calibri" pitchFamily="34" charset="-120"/>
              </a:rPr>
              <a:t>Clients can do this today, without calling us</a:t>
            </a:r>
            <a:endParaRPr lang="en-US" sz="1400" dirty="0"/>
          </a:p>
        </p:txBody>
      </p:sp>
      <p:sp>
        <p:nvSpPr>
          <p:cNvPr id="11" name="Shape 9">
            <a:extLst>
              <a:ext uri="{FF2B5EF4-FFF2-40B4-BE49-F238E27FC236}">
                <a16:creationId xmlns:a16="http://schemas.microsoft.com/office/drawing/2014/main" id="{018A9D5E-248F-7C28-6166-322B350A86A9}"/>
              </a:ext>
            </a:extLst>
          </p:cNvPr>
          <p:cNvSpPr/>
          <p:nvPr/>
        </p:nvSpPr>
        <p:spPr>
          <a:xfrm>
            <a:off x="498109" y="2012985"/>
            <a:ext cx="3474720" cy="18288"/>
          </a:xfrm>
          <a:prstGeom prst="rect">
            <a:avLst/>
          </a:prstGeom>
          <a:solidFill>
            <a:schemeClr val="tx1"/>
          </a:solidFill>
          <a:ln w="12700">
            <a:solidFill>
              <a:schemeClr val="tx1"/>
            </a:solidFill>
            <a:prstDash val="solid"/>
          </a:ln>
        </p:spPr>
        <p:txBody>
          <a:bodyPr/>
          <a:lstStyle/>
          <a:p>
            <a:endParaRPr lang="en-US" sz="1400"/>
          </a:p>
        </p:txBody>
      </p:sp>
      <p:sp>
        <p:nvSpPr>
          <p:cNvPr id="13" name="Text 10">
            <a:extLst>
              <a:ext uri="{FF2B5EF4-FFF2-40B4-BE49-F238E27FC236}">
                <a16:creationId xmlns:a16="http://schemas.microsoft.com/office/drawing/2014/main" id="{D8DF2D66-9710-B226-C63E-0627953DBC38}"/>
              </a:ext>
            </a:extLst>
          </p:cNvPr>
          <p:cNvSpPr/>
          <p:nvPr/>
        </p:nvSpPr>
        <p:spPr>
          <a:xfrm>
            <a:off x="498109" y="2104425"/>
            <a:ext cx="3474720" cy="585216"/>
          </a:xfrm>
          <a:prstGeom prst="rect">
            <a:avLst/>
          </a:prstGeom>
          <a:solidFill>
            <a:schemeClr val="bg2"/>
          </a:solidFill>
          <a:ln/>
        </p:spPr>
        <p:txBody>
          <a:bodyPr wrap="square" rtlCol="0" anchor="ctr"/>
          <a:lstStyle/>
          <a:p>
            <a:pPr marL="0" indent="0">
              <a:buNone/>
            </a:pPr>
            <a:r>
              <a:rPr lang="en-US" sz="1400" dirty="0">
                <a:ea typeface="Calibri" pitchFamily="34" charset="-122"/>
                <a:cs typeface="Calibri" pitchFamily="34" charset="-120"/>
              </a:rPr>
              <a:t>·  Workflow routing and approval steps</a:t>
            </a:r>
            <a:endParaRPr lang="en-US" sz="1400" dirty="0"/>
          </a:p>
        </p:txBody>
      </p:sp>
      <p:sp>
        <p:nvSpPr>
          <p:cNvPr id="15" name="Text 11">
            <a:extLst>
              <a:ext uri="{FF2B5EF4-FFF2-40B4-BE49-F238E27FC236}">
                <a16:creationId xmlns:a16="http://schemas.microsoft.com/office/drawing/2014/main" id="{39467D97-9F3D-FAB5-AA4B-E03D298303CA}"/>
              </a:ext>
            </a:extLst>
          </p:cNvPr>
          <p:cNvSpPr/>
          <p:nvPr/>
        </p:nvSpPr>
        <p:spPr>
          <a:xfrm>
            <a:off x="498109" y="2762793"/>
            <a:ext cx="3474720" cy="585216"/>
          </a:xfrm>
          <a:prstGeom prst="rect">
            <a:avLst/>
          </a:prstGeom>
          <a:solidFill>
            <a:schemeClr val="bg2"/>
          </a:solidFill>
          <a:ln/>
        </p:spPr>
        <p:txBody>
          <a:bodyPr wrap="square" rtlCol="0" anchor="ctr"/>
          <a:lstStyle/>
          <a:p>
            <a:pPr marL="0" indent="0">
              <a:buNone/>
            </a:pPr>
            <a:r>
              <a:rPr lang="en-US" sz="1400" dirty="0">
                <a:ea typeface="Calibri" pitchFamily="34" charset="-122"/>
                <a:cs typeface="Calibri" pitchFamily="34" charset="-120"/>
              </a:rPr>
              <a:t>·  Form field visibility and required rules</a:t>
            </a:r>
            <a:endParaRPr lang="en-US" sz="1400" dirty="0"/>
          </a:p>
        </p:txBody>
      </p:sp>
      <p:sp>
        <p:nvSpPr>
          <p:cNvPr id="17" name="Text 12">
            <a:extLst>
              <a:ext uri="{FF2B5EF4-FFF2-40B4-BE49-F238E27FC236}">
                <a16:creationId xmlns:a16="http://schemas.microsoft.com/office/drawing/2014/main" id="{DFF99028-1CA8-AEB8-63B7-CE3C9E2CEAC9}"/>
              </a:ext>
            </a:extLst>
          </p:cNvPr>
          <p:cNvSpPr/>
          <p:nvPr/>
        </p:nvSpPr>
        <p:spPr>
          <a:xfrm>
            <a:off x="498109" y="3421161"/>
            <a:ext cx="3474720" cy="585216"/>
          </a:xfrm>
          <a:prstGeom prst="rect">
            <a:avLst/>
          </a:prstGeom>
          <a:solidFill>
            <a:schemeClr val="bg2"/>
          </a:solidFill>
          <a:ln/>
        </p:spPr>
        <p:txBody>
          <a:bodyPr wrap="square" rtlCol="0" anchor="ctr"/>
          <a:lstStyle/>
          <a:p>
            <a:pPr marL="0" indent="0">
              <a:buNone/>
            </a:pPr>
            <a:r>
              <a:rPr lang="en-US" sz="1400" dirty="0">
                <a:ea typeface="Calibri" pitchFamily="34" charset="-122"/>
                <a:cs typeface="Calibri" pitchFamily="34" charset="-120"/>
              </a:rPr>
              <a:t>·  Notification content and thresholds</a:t>
            </a:r>
            <a:endParaRPr lang="en-US" sz="1400" dirty="0"/>
          </a:p>
        </p:txBody>
      </p:sp>
      <p:sp>
        <p:nvSpPr>
          <p:cNvPr id="19" name="Text 13">
            <a:extLst>
              <a:ext uri="{FF2B5EF4-FFF2-40B4-BE49-F238E27FC236}">
                <a16:creationId xmlns:a16="http://schemas.microsoft.com/office/drawing/2014/main" id="{38C40D3D-D86D-7B4D-062A-F206AE5B283F}"/>
              </a:ext>
            </a:extLst>
          </p:cNvPr>
          <p:cNvSpPr/>
          <p:nvPr/>
        </p:nvSpPr>
        <p:spPr>
          <a:xfrm>
            <a:off x="498109" y="4079529"/>
            <a:ext cx="3474720" cy="585216"/>
          </a:xfrm>
          <a:prstGeom prst="rect">
            <a:avLst/>
          </a:prstGeom>
          <a:solidFill>
            <a:schemeClr val="bg2"/>
          </a:solidFill>
          <a:ln/>
        </p:spPr>
        <p:txBody>
          <a:bodyPr wrap="square" rtlCol="0" anchor="ctr"/>
          <a:lstStyle/>
          <a:p>
            <a:pPr marL="0" indent="0">
              <a:buNone/>
            </a:pPr>
            <a:r>
              <a:rPr lang="en-US" sz="1400" dirty="0">
                <a:ea typeface="Calibri" pitchFamily="34" charset="-122"/>
                <a:cs typeface="Calibri" pitchFamily="34" charset="-120"/>
              </a:rPr>
              <a:t>·  Review instrument questions and scoring</a:t>
            </a:r>
            <a:endParaRPr lang="en-US" sz="1400" dirty="0"/>
          </a:p>
        </p:txBody>
      </p:sp>
      <p:sp>
        <p:nvSpPr>
          <p:cNvPr id="21" name="Text 14">
            <a:extLst>
              <a:ext uri="{FF2B5EF4-FFF2-40B4-BE49-F238E27FC236}">
                <a16:creationId xmlns:a16="http://schemas.microsoft.com/office/drawing/2014/main" id="{4950E1C7-C554-F680-DE60-466A2D328170}"/>
              </a:ext>
            </a:extLst>
          </p:cNvPr>
          <p:cNvSpPr/>
          <p:nvPr/>
        </p:nvSpPr>
        <p:spPr>
          <a:xfrm>
            <a:off x="498109" y="4737897"/>
            <a:ext cx="3474720" cy="585216"/>
          </a:xfrm>
          <a:prstGeom prst="rect">
            <a:avLst/>
          </a:prstGeom>
          <a:solidFill>
            <a:schemeClr val="bg2"/>
          </a:solidFill>
          <a:ln/>
        </p:spPr>
        <p:txBody>
          <a:bodyPr wrap="square" rtlCol="0" anchor="ctr"/>
          <a:lstStyle/>
          <a:p>
            <a:pPr marL="0" indent="0">
              <a:buNone/>
            </a:pPr>
            <a:r>
              <a:rPr lang="en-US" sz="1400" dirty="0">
                <a:ea typeface="Calibri" pitchFamily="34" charset="-122"/>
                <a:cs typeface="Calibri" pitchFamily="34" charset="-120"/>
              </a:rPr>
              <a:t>·  User roles and permission assignments</a:t>
            </a:r>
            <a:endParaRPr lang="en-US" sz="1400" dirty="0"/>
          </a:p>
        </p:txBody>
      </p:sp>
      <p:sp>
        <p:nvSpPr>
          <p:cNvPr id="23" name="Text 15">
            <a:extLst>
              <a:ext uri="{FF2B5EF4-FFF2-40B4-BE49-F238E27FC236}">
                <a16:creationId xmlns:a16="http://schemas.microsoft.com/office/drawing/2014/main" id="{A14C37FC-A664-53B2-AF23-10596755CB7E}"/>
              </a:ext>
            </a:extLst>
          </p:cNvPr>
          <p:cNvSpPr/>
          <p:nvPr/>
        </p:nvSpPr>
        <p:spPr>
          <a:xfrm>
            <a:off x="498109" y="5396265"/>
            <a:ext cx="3474720" cy="585216"/>
          </a:xfrm>
          <a:prstGeom prst="rect">
            <a:avLst/>
          </a:prstGeom>
          <a:solidFill>
            <a:schemeClr val="bg2"/>
          </a:solidFill>
          <a:ln/>
        </p:spPr>
        <p:txBody>
          <a:bodyPr wrap="square" rtlCol="0" anchor="ctr"/>
          <a:lstStyle/>
          <a:p>
            <a:pPr marL="0" indent="0">
              <a:buNone/>
            </a:pPr>
            <a:r>
              <a:rPr lang="en-US" sz="1400" dirty="0">
                <a:ea typeface="Calibri" pitchFamily="34" charset="-122"/>
                <a:cs typeface="Calibri" pitchFamily="34" charset="-120"/>
              </a:rPr>
              <a:t>·  Document requirements and expiration rules</a:t>
            </a:r>
            <a:endParaRPr lang="en-US" sz="1400" dirty="0"/>
          </a:p>
        </p:txBody>
      </p:sp>
      <p:sp>
        <p:nvSpPr>
          <p:cNvPr id="25" name="Shape 16">
            <a:extLst>
              <a:ext uri="{FF2B5EF4-FFF2-40B4-BE49-F238E27FC236}">
                <a16:creationId xmlns:a16="http://schemas.microsoft.com/office/drawing/2014/main" id="{89F952FA-383A-405E-EE09-0E385ABDD71C}"/>
              </a:ext>
            </a:extLst>
          </p:cNvPr>
          <p:cNvSpPr/>
          <p:nvPr/>
        </p:nvSpPr>
        <p:spPr>
          <a:xfrm>
            <a:off x="4302013" y="1281465"/>
            <a:ext cx="3749040" cy="4956048"/>
          </a:xfrm>
          <a:prstGeom prst="rect">
            <a:avLst/>
          </a:prstGeom>
          <a:solidFill>
            <a:schemeClr val="accent2">
              <a:lumMod val="20000"/>
              <a:lumOff val="80000"/>
            </a:schemeClr>
          </a:solidFill>
          <a:ln w="25400">
            <a:solidFill>
              <a:schemeClr val="tx1"/>
            </a:solidFill>
            <a:prstDash val="solid"/>
          </a:ln>
        </p:spPr>
        <p:txBody>
          <a:bodyPr/>
          <a:lstStyle/>
          <a:p>
            <a:endParaRPr lang="en-US" sz="1400"/>
          </a:p>
        </p:txBody>
      </p:sp>
      <p:sp>
        <p:nvSpPr>
          <p:cNvPr id="27" name="Text 17">
            <a:extLst>
              <a:ext uri="{FF2B5EF4-FFF2-40B4-BE49-F238E27FC236}">
                <a16:creationId xmlns:a16="http://schemas.microsoft.com/office/drawing/2014/main" id="{C41108FA-7E50-6BAF-2320-B1BD32E54EF8}"/>
              </a:ext>
            </a:extLst>
          </p:cNvPr>
          <p:cNvSpPr/>
          <p:nvPr/>
        </p:nvSpPr>
        <p:spPr>
          <a:xfrm>
            <a:off x="4274581" y="1354617"/>
            <a:ext cx="3749040" cy="347472"/>
          </a:xfrm>
          <a:prstGeom prst="rect">
            <a:avLst/>
          </a:prstGeom>
          <a:noFill/>
          <a:ln/>
        </p:spPr>
        <p:txBody>
          <a:bodyPr wrap="square" rtlCol="0" anchor="ctr"/>
          <a:lstStyle/>
          <a:p>
            <a:pPr marL="0" indent="0" algn="ctr">
              <a:buNone/>
            </a:pPr>
            <a:r>
              <a:rPr lang="en-US" sz="1400" b="1" dirty="0">
                <a:ea typeface="Calibri" pitchFamily="34" charset="-122"/>
                <a:cs typeface="Calibri" pitchFamily="34" charset="-120"/>
              </a:rPr>
              <a:t>LINQ Implementation Team</a:t>
            </a:r>
            <a:endParaRPr lang="en-US" sz="1400" dirty="0"/>
          </a:p>
        </p:txBody>
      </p:sp>
      <p:sp>
        <p:nvSpPr>
          <p:cNvPr id="29" name="Text 18">
            <a:extLst>
              <a:ext uri="{FF2B5EF4-FFF2-40B4-BE49-F238E27FC236}">
                <a16:creationId xmlns:a16="http://schemas.microsoft.com/office/drawing/2014/main" id="{E8C0F1C2-4361-A418-C497-5006670281BD}"/>
              </a:ext>
            </a:extLst>
          </p:cNvPr>
          <p:cNvSpPr/>
          <p:nvPr/>
        </p:nvSpPr>
        <p:spPr>
          <a:xfrm>
            <a:off x="4274581" y="1702089"/>
            <a:ext cx="3749040" cy="274320"/>
          </a:xfrm>
          <a:prstGeom prst="rect">
            <a:avLst/>
          </a:prstGeom>
          <a:noFill/>
          <a:ln/>
        </p:spPr>
        <p:txBody>
          <a:bodyPr wrap="square" rtlCol="0" anchor="ctr"/>
          <a:lstStyle/>
          <a:p>
            <a:pPr marL="0" indent="0" algn="ctr">
              <a:buNone/>
            </a:pPr>
            <a:r>
              <a:rPr lang="en-US" sz="1400" i="1" dirty="0">
                <a:ea typeface="Calibri" pitchFamily="34" charset="-122"/>
                <a:cs typeface="Calibri" pitchFamily="34" charset="-120"/>
              </a:rPr>
              <a:t>Configured at onboarding and on request</a:t>
            </a:r>
            <a:endParaRPr lang="en-US" sz="1400" dirty="0"/>
          </a:p>
        </p:txBody>
      </p:sp>
      <p:sp>
        <p:nvSpPr>
          <p:cNvPr id="31" name="Shape 19">
            <a:extLst>
              <a:ext uri="{FF2B5EF4-FFF2-40B4-BE49-F238E27FC236}">
                <a16:creationId xmlns:a16="http://schemas.microsoft.com/office/drawing/2014/main" id="{7B91CE2B-32FD-DD8F-360C-795138319B28}"/>
              </a:ext>
            </a:extLst>
          </p:cNvPr>
          <p:cNvSpPr/>
          <p:nvPr/>
        </p:nvSpPr>
        <p:spPr>
          <a:xfrm>
            <a:off x="4411741" y="2012985"/>
            <a:ext cx="3474720" cy="18288"/>
          </a:xfrm>
          <a:prstGeom prst="rect">
            <a:avLst/>
          </a:prstGeom>
          <a:solidFill>
            <a:schemeClr val="tx1"/>
          </a:solidFill>
          <a:ln w="12700">
            <a:solidFill>
              <a:schemeClr val="tx1"/>
            </a:solidFill>
            <a:prstDash val="solid"/>
          </a:ln>
        </p:spPr>
        <p:txBody>
          <a:bodyPr/>
          <a:lstStyle/>
          <a:p>
            <a:endParaRPr lang="en-US" sz="1400"/>
          </a:p>
        </p:txBody>
      </p:sp>
      <p:sp>
        <p:nvSpPr>
          <p:cNvPr id="33" name="Text 20">
            <a:extLst>
              <a:ext uri="{FF2B5EF4-FFF2-40B4-BE49-F238E27FC236}">
                <a16:creationId xmlns:a16="http://schemas.microsoft.com/office/drawing/2014/main" id="{B7DF4900-DDE7-A1C2-A024-73D0CEAB9028}"/>
              </a:ext>
            </a:extLst>
          </p:cNvPr>
          <p:cNvSpPr/>
          <p:nvPr/>
        </p:nvSpPr>
        <p:spPr>
          <a:xfrm>
            <a:off x="4411741" y="2104425"/>
            <a:ext cx="3474720" cy="585216"/>
          </a:xfrm>
          <a:prstGeom prst="rect">
            <a:avLst/>
          </a:prstGeom>
          <a:noFill/>
          <a:ln/>
        </p:spPr>
        <p:txBody>
          <a:bodyPr wrap="square" rtlCol="0" anchor="ctr"/>
          <a:lstStyle/>
          <a:p>
            <a:pPr marL="0" indent="0">
              <a:buNone/>
            </a:pPr>
            <a:r>
              <a:rPr lang="en-US" sz="1400" dirty="0">
                <a:ea typeface="Calibri" pitchFamily="34" charset="-122"/>
                <a:cs typeface="Calibri" pitchFamily="34" charset="-120"/>
              </a:rPr>
              <a:t>·  System-wide settings (CnpDefaults)</a:t>
            </a:r>
            <a:endParaRPr lang="en-US" sz="1400" dirty="0"/>
          </a:p>
        </p:txBody>
      </p:sp>
      <p:sp>
        <p:nvSpPr>
          <p:cNvPr id="35" name="Text 21">
            <a:extLst>
              <a:ext uri="{FF2B5EF4-FFF2-40B4-BE49-F238E27FC236}">
                <a16:creationId xmlns:a16="http://schemas.microsoft.com/office/drawing/2014/main" id="{CE4CFDF8-87A4-3890-DC4D-86E293546BAB}"/>
              </a:ext>
            </a:extLst>
          </p:cNvPr>
          <p:cNvSpPr/>
          <p:nvPr/>
        </p:nvSpPr>
        <p:spPr>
          <a:xfrm>
            <a:off x="4411741" y="2762793"/>
            <a:ext cx="3474720" cy="585216"/>
          </a:xfrm>
          <a:prstGeom prst="rect">
            <a:avLst/>
          </a:prstGeom>
          <a:noFill/>
          <a:ln/>
        </p:spPr>
        <p:txBody>
          <a:bodyPr wrap="square" rtlCol="0" anchor="ctr"/>
          <a:lstStyle/>
          <a:p>
            <a:pPr marL="0" indent="0">
              <a:buNone/>
            </a:pPr>
            <a:r>
              <a:rPr lang="en-US" sz="1400" dirty="0">
                <a:ea typeface="Calibri" pitchFamily="34" charset="-122"/>
                <a:cs typeface="Calibri" pitchFamily="34" charset="-120"/>
              </a:rPr>
              <a:t>·  Federal report field mappings</a:t>
            </a:r>
            <a:endParaRPr lang="en-US" sz="1400" dirty="0"/>
          </a:p>
        </p:txBody>
      </p:sp>
      <p:sp>
        <p:nvSpPr>
          <p:cNvPr id="37" name="Text 22">
            <a:extLst>
              <a:ext uri="{FF2B5EF4-FFF2-40B4-BE49-F238E27FC236}">
                <a16:creationId xmlns:a16="http://schemas.microsoft.com/office/drawing/2014/main" id="{E12945C1-FAD1-D0EC-D265-15986F2E5627}"/>
              </a:ext>
            </a:extLst>
          </p:cNvPr>
          <p:cNvSpPr/>
          <p:nvPr/>
        </p:nvSpPr>
        <p:spPr>
          <a:xfrm>
            <a:off x="4411741" y="3421161"/>
            <a:ext cx="3474720" cy="585216"/>
          </a:xfrm>
          <a:prstGeom prst="rect">
            <a:avLst/>
          </a:prstGeom>
          <a:noFill/>
          <a:ln/>
        </p:spPr>
        <p:txBody>
          <a:bodyPr wrap="square" rtlCol="0" anchor="ctr"/>
          <a:lstStyle/>
          <a:p>
            <a:pPr marL="0" indent="0">
              <a:buNone/>
            </a:pPr>
            <a:r>
              <a:rPr lang="en-US" sz="1400" dirty="0">
                <a:ea typeface="Calibri" pitchFamily="34" charset="-122"/>
                <a:cs typeface="Calibri" pitchFamily="34" charset="-120"/>
              </a:rPr>
              <a:t>·  Program year activation</a:t>
            </a:r>
            <a:endParaRPr lang="en-US" sz="1400" dirty="0"/>
          </a:p>
        </p:txBody>
      </p:sp>
      <p:sp>
        <p:nvSpPr>
          <p:cNvPr id="39" name="Text 23">
            <a:extLst>
              <a:ext uri="{FF2B5EF4-FFF2-40B4-BE49-F238E27FC236}">
                <a16:creationId xmlns:a16="http://schemas.microsoft.com/office/drawing/2014/main" id="{CBA003FA-D7E2-AE93-4325-26EF32A9FD50}"/>
              </a:ext>
            </a:extLst>
          </p:cNvPr>
          <p:cNvSpPr/>
          <p:nvPr/>
        </p:nvSpPr>
        <p:spPr>
          <a:xfrm>
            <a:off x="4411741" y="4079529"/>
            <a:ext cx="3474720" cy="585216"/>
          </a:xfrm>
          <a:prstGeom prst="rect">
            <a:avLst/>
          </a:prstGeom>
          <a:noFill/>
          <a:ln/>
        </p:spPr>
        <p:txBody>
          <a:bodyPr wrap="square" rtlCol="0" anchor="ctr"/>
          <a:lstStyle/>
          <a:p>
            <a:pPr marL="0" indent="0">
              <a:buNone/>
            </a:pPr>
            <a:r>
              <a:rPr lang="en-US" sz="1400" dirty="0">
                <a:ea typeface="Calibri" pitchFamily="34" charset="-122"/>
                <a:cs typeface="Calibri" pitchFamily="34" charset="-120"/>
              </a:rPr>
              <a:t>·  Feature flag configuration</a:t>
            </a:r>
            <a:endParaRPr lang="en-US" sz="1400" dirty="0"/>
          </a:p>
        </p:txBody>
      </p:sp>
      <p:sp>
        <p:nvSpPr>
          <p:cNvPr id="41" name="Text 24">
            <a:extLst>
              <a:ext uri="{FF2B5EF4-FFF2-40B4-BE49-F238E27FC236}">
                <a16:creationId xmlns:a16="http://schemas.microsoft.com/office/drawing/2014/main" id="{4282F6FA-6520-A5BD-875E-0F82E047F426}"/>
              </a:ext>
            </a:extLst>
          </p:cNvPr>
          <p:cNvSpPr/>
          <p:nvPr/>
        </p:nvSpPr>
        <p:spPr>
          <a:xfrm>
            <a:off x="4411741" y="4737897"/>
            <a:ext cx="3474720" cy="585216"/>
          </a:xfrm>
          <a:prstGeom prst="rect">
            <a:avLst/>
          </a:prstGeom>
          <a:noFill/>
          <a:ln/>
        </p:spPr>
        <p:txBody>
          <a:bodyPr wrap="square" rtlCol="0" anchor="ctr"/>
          <a:lstStyle/>
          <a:p>
            <a:pPr marL="0" indent="0">
              <a:buNone/>
            </a:pPr>
            <a:r>
              <a:rPr lang="en-US" sz="1400" dirty="0">
                <a:ea typeface="Calibri" pitchFamily="34" charset="-122"/>
                <a:cs typeface="Calibri" pitchFamily="34" charset="-120"/>
              </a:rPr>
              <a:t>·  Schema provisioning for new states</a:t>
            </a:r>
            <a:endParaRPr lang="en-US" sz="1400" dirty="0"/>
          </a:p>
        </p:txBody>
      </p:sp>
      <p:sp>
        <p:nvSpPr>
          <p:cNvPr id="43" name="Text 25">
            <a:extLst>
              <a:ext uri="{FF2B5EF4-FFF2-40B4-BE49-F238E27FC236}">
                <a16:creationId xmlns:a16="http://schemas.microsoft.com/office/drawing/2014/main" id="{BBDD2AE6-5531-E199-F78E-69E295FE3218}"/>
              </a:ext>
            </a:extLst>
          </p:cNvPr>
          <p:cNvSpPr/>
          <p:nvPr/>
        </p:nvSpPr>
        <p:spPr>
          <a:xfrm>
            <a:off x="4411741" y="5396265"/>
            <a:ext cx="3474720" cy="585216"/>
          </a:xfrm>
          <a:prstGeom prst="rect">
            <a:avLst/>
          </a:prstGeom>
          <a:noFill/>
          <a:ln/>
        </p:spPr>
        <p:txBody>
          <a:bodyPr wrap="square" rtlCol="0" anchor="ctr"/>
          <a:lstStyle/>
          <a:p>
            <a:pPr marL="0" indent="0">
              <a:buNone/>
            </a:pPr>
            <a:r>
              <a:rPr lang="en-US" sz="1400" dirty="0">
                <a:ea typeface="Calibri" pitchFamily="34" charset="-122"/>
                <a:cs typeface="Calibri" pitchFamily="34" charset="-120"/>
              </a:rPr>
              <a:t>·  Integration endpoint configuration</a:t>
            </a:r>
            <a:endParaRPr lang="en-US" sz="1400" dirty="0"/>
          </a:p>
        </p:txBody>
      </p:sp>
      <p:sp>
        <p:nvSpPr>
          <p:cNvPr id="45" name="Shape 26">
            <a:extLst>
              <a:ext uri="{FF2B5EF4-FFF2-40B4-BE49-F238E27FC236}">
                <a16:creationId xmlns:a16="http://schemas.microsoft.com/office/drawing/2014/main" id="{CAE43E91-54D1-F8D9-B55D-57473FCAFC6E}"/>
              </a:ext>
            </a:extLst>
          </p:cNvPr>
          <p:cNvSpPr/>
          <p:nvPr/>
        </p:nvSpPr>
        <p:spPr>
          <a:xfrm>
            <a:off x="8243077" y="1281465"/>
            <a:ext cx="3694176" cy="4956048"/>
          </a:xfrm>
          <a:prstGeom prst="rect">
            <a:avLst/>
          </a:prstGeom>
          <a:solidFill>
            <a:schemeClr val="accent6">
              <a:lumMod val="40000"/>
              <a:lumOff val="60000"/>
            </a:schemeClr>
          </a:solidFill>
          <a:ln w="25400">
            <a:solidFill>
              <a:schemeClr val="tx1"/>
            </a:solidFill>
            <a:prstDash val="solid"/>
          </a:ln>
        </p:spPr>
        <p:txBody>
          <a:bodyPr/>
          <a:lstStyle/>
          <a:p>
            <a:endParaRPr lang="en-US" sz="1400"/>
          </a:p>
        </p:txBody>
      </p:sp>
      <p:sp>
        <p:nvSpPr>
          <p:cNvPr id="47" name="Text 27">
            <a:extLst>
              <a:ext uri="{FF2B5EF4-FFF2-40B4-BE49-F238E27FC236}">
                <a16:creationId xmlns:a16="http://schemas.microsoft.com/office/drawing/2014/main" id="{3C792023-4981-BC33-9F34-A826824775BC}"/>
              </a:ext>
            </a:extLst>
          </p:cNvPr>
          <p:cNvSpPr/>
          <p:nvPr/>
        </p:nvSpPr>
        <p:spPr>
          <a:xfrm>
            <a:off x="8321039" y="1354617"/>
            <a:ext cx="3551723" cy="347472"/>
          </a:xfrm>
          <a:prstGeom prst="rect">
            <a:avLst/>
          </a:prstGeom>
          <a:solidFill>
            <a:schemeClr val="accent6">
              <a:lumMod val="40000"/>
              <a:lumOff val="60000"/>
            </a:schemeClr>
          </a:solidFill>
          <a:ln/>
        </p:spPr>
        <p:txBody>
          <a:bodyPr wrap="square" rtlCol="0" anchor="ctr"/>
          <a:lstStyle/>
          <a:p>
            <a:pPr marL="0" indent="0" algn="ctr">
              <a:buNone/>
            </a:pPr>
            <a:r>
              <a:rPr lang="en-US" sz="1400" b="1" dirty="0">
                <a:ea typeface="Calibri" pitchFamily="34" charset="-122"/>
                <a:cs typeface="Calibri" pitchFamily="34" charset="-120"/>
              </a:rPr>
              <a:t>Development Required</a:t>
            </a:r>
            <a:endParaRPr lang="en-US" sz="1400" dirty="0"/>
          </a:p>
        </p:txBody>
      </p:sp>
      <p:sp>
        <p:nvSpPr>
          <p:cNvPr id="49" name="Text 28">
            <a:extLst>
              <a:ext uri="{FF2B5EF4-FFF2-40B4-BE49-F238E27FC236}">
                <a16:creationId xmlns:a16="http://schemas.microsoft.com/office/drawing/2014/main" id="{140E382E-39A2-09FA-3B58-247B45781356}"/>
              </a:ext>
            </a:extLst>
          </p:cNvPr>
          <p:cNvSpPr/>
          <p:nvPr/>
        </p:nvSpPr>
        <p:spPr>
          <a:xfrm>
            <a:off x="8321039" y="1702089"/>
            <a:ext cx="3510012" cy="274320"/>
          </a:xfrm>
          <a:prstGeom prst="rect">
            <a:avLst/>
          </a:prstGeom>
          <a:solidFill>
            <a:schemeClr val="accent6">
              <a:lumMod val="40000"/>
              <a:lumOff val="60000"/>
            </a:schemeClr>
          </a:solidFill>
          <a:ln/>
        </p:spPr>
        <p:txBody>
          <a:bodyPr wrap="square" rtlCol="0" anchor="ctr"/>
          <a:lstStyle/>
          <a:p>
            <a:pPr marL="0" indent="0" algn="ctr">
              <a:buNone/>
            </a:pPr>
            <a:r>
              <a:rPr lang="en-US" sz="1400" i="1" dirty="0">
                <a:ea typeface="Calibri" pitchFamily="34" charset="-122"/>
                <a:cs typeface="Calibri" pitchFamily="34" charset="-120"/>
              </a:rPr>
              <a:t>This requires a code change and a release</a:t>
            </a:r>
            <a:endParaRPr lang="en-US" sz="1400" dirty="0"/>
          </a:p>
        </p:txBody>
      </p:sp>
      <p:sp>
        <p:nvSpPr>
          <p:cNvPr id="51" name="Shape 29">
            <a:extLst>
              <a:ext uri="{FF2B5EF4-FFF2-40B4-BE49-F238E27FC236}">
                <a16:creationId xmlns:a16="http://schemas.microsoft.com/office/drawing/2014/main" id="{09C9E821-CF11-2F05-8E79-36A25240530C}"/>
              </a:ext>
            </a:extLst>
          </p:cNvPr>
          <p:cNvSpPr/>
          <p:nvPr/>
        </p:nvSpPr>
        <p:spPr>
          <a:xfrm>
            <a:off x="8376223" y="2009477"/>
            <a:ext cx="3423870" cy="18288"/>
          </a:xfrm>
          <a:prstGeom prst="rect">
            <a:avLst/>
          </a:prstGeom>
          <a:solidFill>
            <a:schemeClr val="tx1"/>
          </a:solidFill>
          <a:ln w="12700">
            <a:solidFill>
              <a:schemeClr val="tx1"/>
            </a:solidFill>
            <a:prstDash val="solid"/>
          </a:ln>
        </p:spPr>
        <p:txBody>
          <a:bodyPr/>
          <a:lstStyle/>
          <a:p>
            <a:endParaRPr lang="en-US" sz="1400"/>
          </a:p>
        </p:txBody>
      </p:sp>
      <p:sp>
        <p:nvSpPr>
          <p:cNvPr id="53" name="Text 30">
            <a:extLst>
              <a:ext uri="{FF2B5EF4-FFF2-40B4-BE49-F238E27FC236}">
                <a16:creationId xmlns:a16="http://schemas.microsoft.com/office/drawing/2014/main" id="{256B795A-6790-81D7-512C-1977763357DD}"/>
              </a:ext>
            </a:extLst>
          </p:cNvPr>
          <p:cNvSpPr/>
          <p:nvPr/>
        </p:nvSpPr>
        <p:spPr>
          <a:xfrm>
            <a:off x="8376223" y="2104425"/>
            <a:ext cx="3423870" cy="585216"/>
          </a:xfrm>
          <a:prstGeom prst="rect">
            <a:avLst/>
          </a:prstGeom>
          <a:solidFill>
            <a:schemeClr val="accent6">
              <a:lumMod val="40000"/>
              <a:lumOff val="60000"/>
            </a:schemeClr>
          </a:solidFill>
          <a:ln/>
        </p:spPr>
        <p:txBody>
          <a:bodyPr wrap="square" rtlCol="0" anchor="ctr"/>
          <a:lstStyle/>
          <a:p>
            <a:pPr marL="0" indent="0">
              <a:buNone/>
            </a:pPr>
            <a:r>
              <a:rPr lang="en-US" sz="1400" dirty="0">
                <a:ea typeface="Calibri" pitchFamily="34" charset="-122"/>
                <a:cs typeface="Calibri" pitchFamily="34" charset="-120"/>
              </a:rPr>
              <a:t>·  New transaction types</a:t>
            </a:r>
            <a:endParaRPr lang="en-US" sz="1400" dirty="0"/>
          </a:p>
        </p:txBody>
      </p:sp>
      <p:sp>
        <p:nvSpPr>
          <p:cNvPr id="55" name="Text 31">
            <a:extLst>
              <a:ext uri="{FF2B5EF4-FFF2-40B4-BE49-F238E27FC236}">
                <a16:creationId xmlns:a16="http://schemas.microsoft.com/office/drawing/2014/main" id="{319B7C2A-6316-B10A-4585-C08BD3A92FD8}"/>
              </a:ext>
            </a:extLst>
          </p:cNvPr>
          <p:cNvSpPr/>
          <p:nvPr/>
        </p:nvSpPr>
        <p:spPr>
          <a:xfrm>
            <a:off x="8376223" y="2762793"/>
            <a:ext cx="3423870" cy="585216"/>
          </a:xfrm>
          <a:prstGeom prst="rect">
            <a:avLst/>
          </a:prstGeom>
          <a:solidFill>
            <a:schemeClr val="accent6">
              <a:lumMod val="40000"/>
              <a:lumOff val="60000"/>
            </a:schemeClr>
          </a:solidFill>
          <a:ln/>
        </p:spPr>
        <p:txBody>
          <a:bodyPr wrap="square" rtlCol="0" anchor="ctr"/>
          <a:lstStyle/>
          <a:p>
            <a:pPr marL="0" indent="0">
              <a:buNone/>
            </a:pPr>
            <a:r>
              <a:rPr lang="en-US" sz="1400" dirty="0">
                <a:ea typeface="Calibri" pitchFamily="34" charset="-122"/>
                <a:cs typeface="Calibri" pitchFamily="34" charset="-120"/>
              </a:rPr>
              <a:t>·  Site/sponsor types that change form behavior</a:t>
            </a:r>
            <a:endParaRPr lang="en-US" sz="1400" dirty="0"/>
          </a:p>
        </p:txBody>
      </p:sp>
      <p:sp>
        <p:nvSpPr>
          <p:cNvPr id="57" name="Text 32">
            <a:extLst>
              <a:ext uri="{FF2B5EF4-FFF2-40B4-BE49-F238E27FC236}">
                <a16:creationId xmlns:a16="http://schemas.microsoft.com/office/drawing/2014/main" id="{36937280-6CCA-C972-1128-5F51221150E6}"/>
              </a:ext>
            </a:extLst>
          </p:cNvPr>
          <p:cNvSpPr/>
          <p:nvPr/>
        </p:nvSpPr>
        <p:spPr>
          <a:xfrm>
            <a:off x="8376223" y="3421161"/>
            <a:ext cx="3423870" cy="585216"/>
          </a:xfrm>
          <a:prstGeom prst="rect">
            <a:avLst/>
          </a:prstGeom>
          <a:solidFill>
            <a:schemeClr val="accent6">
              <a:lumMod val="40000"/>
              <a:lumOff val="60000"/>
            </a:schemeClr>
          </a:solidFill>
          <a:ln/>
        </p:spPr>
        <p:txBody>
          <a:bodyPr wrap="square" rtlCol="0" anchor="ctr"/>
          <a:lstStyle/>
          <a:p>
            <a:pPr marL="0" indent="0">
              <a:buNone/>
            </a:pPr>
            <a:r>
              <a:rPr lang="en-US" sz="1400" dirty="0">
                <a:ea typeface="Calibri" pitchFamily="34" charset="-122"/>
                <a:cs typeface="Calibri" pitchFamily="34" charset="-120"/>
              </a:rPr>
              <a:t>·  New validation error logic</a:t>
            </a:r>
            <a:endParaRPr lang="en-US" sz="1400" dirty="0"/>
          </a:p>
        </p:txBody>
      </p:sp>
      <p:sp>
        <p:nvSpPr>
          <p:cNvPr id="59" name="Text 33">
            <a:extLst>
              <a:ext uri="{FF2B5EF4-FFF2-40B4-BE49-F238E27FC236}">
                <a16:creationId xmlns:a16="http://schemas.microsoft.com/office/drawing/2014/main" id="{387C2314-5B85-77BD-2F56-D40DE7F1005C}"/>
              </a:ext>
            </a:extLst>
          </p:cNvPr>
          <p:cNvSpPr/>
          <p:nvPr/>
        </p:nvSpPr>
        <p:spPr>
          <a:xfrm>
            <a:off x="8376223" y="4079529"/>
            <a:ext cx="3423870" cy="585216"/>
          </a:xfrm>
          <a:prstGeom prst="rect">
            <a:avLst/>
          </a:prstGeom>
          <a:solidFill>
            <a:schemeClr val="accent6">
              <a:lumMod val="40000"/>
              <a:lumOff val="60000"/>
            </a:schemeClr>
          </a:solidFill>
          <a:ln/>
        </p:spPr>
        <p:txBody>
          <a:bodyPr wrap="square" rtlCol="0" anchor="ctr"/>
          <a:lstStyle/>
          <a:p>
            <a:pPr marL="0" indent="0">
              <a:buNone/>
            </a:pPr>
            <a:r>
              <a:rPr lang="en-US" sz="1400" dirty="0">
                <a:ea typeface="Calibri" pitchFamily="34" charset="-122"/>
                <a:cs typeface="Calibri" pitchFamily="34" charset="-120"/>
              </a:rPr>
              <a:t>·  New field types in the Form Engine</a:t>
            </a:r>
            <a:endParaRPr lang="en-US" sz="1400" dirty="0"/>
          </a:p>
        </p:txBody>
      </p:sp>
      <p:sp>
        <p:nvSpPr>
          <p:cNvPr id="61" name="Text 34">
            <a:extLst>
              <a:ext uri="{FF2B5EF4-FFF2-40B4-BE49-F238E27FC236}">
                <a16:creationId xmlns:a16="http://schemas.microsoft.com/office/drawing/2014/main" id="{D46D5892-60C9-10E8-F4E4-BE4ABB6CD70A}"/>
              </a:ext>
            </a:extLst>
          </p:cNvPr>
          <p:cNvSpPr/>
          <p:nvPr/>
        </p:nvSpPr>
        <p:spPr>
          <a:xfrm>
            <a:off x="8376223" y="4737897"/>
            <a:ext cx="3423870" cy="585216"/>
          </a:xfrm>
          <a:prstGeom prst="rect">
            <a:avLst/>
          </a:prstGeom>
          <a:solidFill>
            <a:schemeClr val="accent6">
              <a:lumMod val="40000"/>
              <a:lumOff val="60000"/>
            </a:schemeClr>
          </a:solidFill>
          <a:ln/>
        </p:spPr>
        <p:txBody>
          <a:bodyPr wrap="square" rtlCol="0" anchor="ctr"/>
          <a:lstStyle/>
          <a:p>
            <a:pPr marL="0" indent="0">
              <a:buNone/>
            </a:pPr>
            <a:r>
              <a:rPr lang="en-US" sz="1400" dirty="0">
                <a:ea typeface="Calibri" pitchFamily="34" charset="-122"/>
                <a:cs typeface="Calibri" pitchFamily="34" charset="-120"/>
              </a:rPr>
              <a:t>·  Claiming calculation rules</a:t>
            </a:r>
            <a:endParaRPr lang="en-US" sz="1400" dirty="0"/>
          </a:p>
        </p:txBody>
      </p:sp>
      <p:sp>
        <p:nvSpPr>
          <p:cNvPr id="63" name="Text 35">
            <a:extLst>
              <a:ext uri="{FF2B5EF4-FFF2-40B4-BE49-F238E27FC236}">
                <a16:creationId xmlns:a16="http://schemas.microsoft.com/office/drawing/2014/main" id="{3D3647CD-02CC-6AB9-472E-4746A176C1CF}"/>
              </a:ext>
            </a:extLst>
          </p:cNvPr>
          <p:cNvSpPr/>
          <p:nvPr/>
        </p:nvSpPr>
        <p:spPr>
          <a:xfrm>
            <a:off x="8376223" y="5396265"/>
            <a:ext cx="3423870" cy="585216"/>
          </a:xfrm>
          <a:prstGeom prst="rect">
            <a:avLst/>
          </a:prstGeom>
          <a:solidFill>
            <a:schemeClr val="accent6">
              <a:lumMod val="40000"/>
              <a:lumOff val="60000"/>
            </a:schemeClr>
          </a:solidFill>
          <a:ln/>
        </p:spPr>
        <p:txBody>
          <a:bodyPr wrap="square" rtlCol="0" anchor="ctr"/>
          <a:lstStyle/>
          <a:p>
            <a:pPr marL="0" indent="0">
              <a:buNone/>
            </a:pPr>
            <a:r>
              <a:rPr lang="en-US" sz="1400" dirty="0">
                <a:ea typeface="Calibri" pitchFamily="34" charset="-122"/>
                <a:cs typeface="Calibri" pitchFamily="34" charset="-120"/>
              </a:rPr>
              <a:t>·  New program types</a:t>
            </a:r>
            <a:endParaRPr lang="en-US" sz="1400" dirty="0"/>
          </a:p>
        </p:txBody>
      </p:sp>
    </p:spTree>
    <p:extLst>
      <p:ext uri="{BB962C8B-B14F-4D97-AF65-F5344CB8AC3E}">
        <p14:creationId xmlns:p14="http://schemas.microsoft.com/office/powerpoint/2010/main" val="184075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A91A0-0762-57A2-4280-029FB2AB6361}"/>
              </a:ext>
            </a:extLst>
          </p:cNvPr>
          <p:cNvSpPr>
            <a:spLocks noGrp="1"/>
          </p:cNvSpPr>
          <p:nvPr>
            <p:ph type="title"/>
          </p:nvPr>
        </p:nvSpPr>
        <p:spPr>
          <a:xfrm>
            <a:off x="658586" y="620486"/>
            <a:ext cx="5437414" cy="486419"/>
          </a:xfrm>
        </p:spPr>
        <p:txBody>
          <a:bodyPr/>
          <a:lstStyle/>
          <a:p>
            <a:r>
              <a:rPr lang="en-US" dirty="0"/>
              <a:t>Domain Services</a:t>
            </a:r>
          </a:p>
        </p:txBody>
      </p:sp>
      <p:sp>
        <p:nvSpPr>
          <p:cNvPr id="3" name="Slide Number Placeholder 2">
            <a:extLst>
              <a:ext uri="{FF2B5EF4-FFF2-40B4-BE49-F238E27FC236}">
                <a16:creationId xmlns:a16="http://schemas.microsoft.com/office/drawing/2014/main" id="{8939F957-6D66-B540-220C-D1DBEF41185E}"/>
              </a:ext>
            </a:extLst>
          </p:cNvPr>
          <p:cNvSpPr>
            <a:spLocks noGrp="1"/>
          </p:cNvSpPr>
          <p:nvPr>
            <p:ph type="sldNum" sz="quarter" idx="10"/>
          </p:nvPr>
        </p:nvSpPr>
        <p:spPr/>
        <p:txBody>
          <a:bodyPr/>
          <a:lstStyle/>
          <a:p>
            <a:fld id="{F71C0B42-4AEE-41DE-B077-4156AA01E9D4}" type="slidenum">
              <a:rPr lang="en-US" smtClean="0"/>
              <a:pPr/>
              <a:t>10</a:t>
            </a:fld>
            <a:endParaRPr lang="en-US"/>
          </a:p>
        </p:txBody>
      </p:sp>
      <p:sp>
        <p:nvSpPr>
          <p:cNvPr id="9" name="Shape 5">
            <a:extLst>
              <a:ext uri="{FF2B5EF4-FFF2-40B4-BE49-F238E27FC236}">
                <a16:creationId xmlns:a16="http://schemas.microsoft.com/office/drawing/2014/main" id="{647C0010-57A2-9796-2453-351475984E5E}"/>
              </a:ext>
            </a:extLst>
          </p:cNvPr>
          <p:cNvSpPr/>
          <p:nvPr/>
        </p:nvSpPr>
        <p:spPr>
          <a:xfrm>
            <a:off x="279133" y="1251284"/>
            <a:ext cx="3749040" cy="2423160"/>
          </a:xfrm>
          <a:prstGeom prst="rect">
            <a:avLst/>
          </a:prstGeom>
          <a:solidFill>
            <a:schemeClr val="tx1"/>
          </a:solidFill>
          <a:ln w="12700">
            <a:solidFill>
              <a:srgbClr val="2B6A8F"/>
            </a:solidFill>
            <a:prstDash val="solid"/>
          </a:ln>
        </p:spPr>
        <p:txBody>
          <a:bodyPr/>
          <a:lstStyle/>
          <a:p>
            <a:endParaRPr lang="en-US" sz="1100"/>
          </a:p>
        </p:txBody>
      </p:sp>
      <p:sp>
        <p:nvSpPr>
          <p:cNvPr id="11" name="Text 6">
            <a:extLst>
              <a:ext uri="{FF2B5EF4-FFF2-40B4-BE49-F238E27FC236}">
                <a16:creationId xmlns:a16="http://schemas.microsoft.com/office/drawing/2014/main" id="{9A2E19E2-CB09-ECDC-C8D6-F7D5917928F5}"/>
              </a:ext>
            </a:extLst>
          </p:cNvPr>
          <p:cNvSpPr/>
          <p:nvPr/>
        </p:nvSpPr>
        <p:spPr>
          <a:xfrm>
            <a:off x="-452387" y="1398069"/>
            <a:ext cx="3749040" cy="502920"/>
          </a:xfrm>
          <a:prstGeom prst="rect">
            <a:avLst/>
          </a:prstGeom>
          <a:noFill/>
          <a:ln/>
        </p:spPr>
        <p:txBody>
          <a:bodyPr wrap="square" rtlCol="0" anchor="ctr"/>
          <a:lstStyle/>
          <a:p>
            <a:pPr marL="0" indent="0" algn="ctr">
              <a:buNone/>
            </a:pPr>
            <a:r>
              <a:rPr lang="en-US" sz="1100" b="1" dirty="0">
                <a:solidFill>
                  <a:srgbClr val="BAE6FD"/>
                </a:solidFill>
                <a:ea typeface="Calibri" pitchFamily="34" charset="-122"/>
                <a:cs typeface="Calibri" pitchFamily="34" charset="-120"/>
              </a:rPr>
              <a:t>Applications &amp;</a:t>
            </a:r>
            <a:r>
              <a:rPr lang="en-US" sz="1100" dirty="0"/>
              <a:t> </a:t>
            </a:r>
            <a:r>
              <a:rPr lang="en-US" sz="1100" b="1" dirty="0">
                <a:solidFill>
                  <a:srgbClr val="BAE6FD"/>
                </a:solidFill>
                <a:ea typeface="Calibri" pitchFamily="34" charset="-122"/>
                <a:cs typeface="Calibri" pitchFamily="34" charset="-120"/>
              </a:rPr>
              <a:t>Agreements</a:t>
            </a:r>
            <a:endParaRPr lang="en-US" sz="1100" dirty="0"/>
          </a:p>
        </p:txBody>
      </p:sp>
      <p:sp>
        <p:nvSpPr>
          <p:cNvPr id="13" name="Shape 7">
            <a:extLst>
              <a:ext uri="{FF2B5EF4-FFF2-40B4-BE49-F238E27FC236}">
                <a16:creationId xmlns:a16="http://schemas.microsoft.com/office/drawing/2014/main" id="{F8D7A49C-251A-0A8D-2F70-9FD65B6DDC25}"/>
              </a:ext>
            </a:extLst>
          </p:cNvPr>
          <p:cNvSpPr/>
          <p:nvPr/>
        </p:nvSpPr>
        <p:spPr>
          <a:xfrm>
            <a:off x="416293" y="1873076"/>
            <a:ext cx="3474720" cy="18288"/>
          </a:xfrm>
          <a:prstGeom prst="rect">
            <a:avLst/>
          </a:prstGeom>
          <a:solidFill>
            <a:srgbClr val="2B6A8F"/>
          </a:solidFill>
          <a:ln w="12700">
            <a:solidFill>
              <a:srgbClr val="2B6A8F"/>
            </a:solidFill>
            <a:prstDash val="solid"/>
          </a:ln>
        </p:spPr>
        <p:txBody>
          <a:bodyPr/>
          <a:lstStyle/>
          <a:p>
            <a:endParaRPr lang="en-US" sz="1100"/>
          </a:p>
        </p:txBody>
      </p:sp>
      <p:sp>
        <p:nvSpPr>
          <p:cNvPr id="15" name="Text 8">
            <a:extLst>
              <a:ext uri="{FF2B5EF4-FFF2-40B4-BE49-F238E27FC236}">
                <a16:creationId xmlns:a16="http://schemas.microsoft.com/office/drawing/2014/main" id="{06CEA0D4-4E76-786A-1C47-DDA0991E5584}"/>
              </a:ext>
            </a:extLst>
          </p:cNvPr>
          <p:cNvSpPr/>
          <p:nvPr/>
        </p:nvSpPr>
        <p:spPr>
          <a:xfrm>
            <a:off x="416293" y="1964516"/>
            <a:ext cx="3474720" cy="292608"/>
          </a:xfrm>
          <a:prstGeom prst="rect">
            <a:avLst/>
          </a:prstGeom>
          <a:noFill/>
          <a:ln/>
        </p:spPr>
        <p:txBody>
          <a:bodyPr wrap="square" rtlCol="0" anchor="ctr"/>
          <a:lstStyle/>
          <a:p>
            <a:pPr marL="0" indent="0">
              <a:buNone/>
            </a:pPr>
            <a:r>
              <a:rPr lang="en-US" sz="1100" dirty="0">
                <a:solidFill>
                  <a:srgbClr val="FFFFFF"/>
                </a:solidFill>
                <a:ea typeface="Calibri" pitchFamily="34" charset="-122"/>
                <a:cs typeface="Calibri" pitchFamily="34" charset="-120"/>
              </a:rPr>
              <a:t>·  Sponsor and site applications</a:t>
            </a:r>
            <a:endParaRPr lang="en-US" sz="1100" dirty="0"/>
          </a:p>
        </p:txBody>
      </p:sp>
      <p:sp>
        <p:nvSpPr>
          <p:cNvPr id="17" name="Text 9">
            <a:extLst>
              <a:ext uri="{FF2B5EF4-FFF2-40B4-BE49-F238E27FC236}">
                <a16:creationId xmlns:a16="http://schemas.microsoft.com/office/drawing/2014/main" id="{E1403B64-F282-A472-B98B-0455619F0389}"/>
              </a:ext>
            </a:extLst>
          </p:cNvPr>
          <p:cNvSpPr/>
          <p:nvPr/>
        </p:nvSpPr>
        <p:spPr>
          <a:xfrm>
            <a:off x="416293" y="2293700"/>
            <a:ext cx="3474720" cy="292608"/>
          </a:xfrm>
          <a:prstGeom prst="rect">
            <a:avLst/>
          </a:prstGeom>
          <a:noFill/>
          <a:ln/>
        </p:spPr>
        <p:txBody>
          <a:bodyPr wrap="square" rtlCol="0" anchor="ctr"/>
          <a:lstStyle/>
          <a:p>
            <a:pPr marL="0" indent="0">
              <a:buNone/>
            </a:pPr>
            <a:r>
              <a:rPr lang="en-US" sz="1100" dirty="0">
                <a:solidFill>
                  <a:srgbClr val="FFFFFF"/>
                </a:solidFill>
                <a:ea typeface="Calibri" pitchFamily="34" charset="-122"/>
                <a:cs typeface="Calibri" pitchFamily="34" charset="-120"/>
              </a:rPr>
              <a:t>·  Annual renewals and amendments</a:t>
            </a:r>
            <a:endParaRPr lang="en-US" sz="1100" dirty="0"/>
          </a:p>
        </p:txBody>
      </p:sp>
      <p:sp>
        <p:nvSpPr>
          <p:cNvPr id="19" name="Text 10">
            <a:extLst>
              <a:ext uri="{FF2B5EF4-FFF2-40B4-BE49-F238E27FC236}">
                <a16:creationId xmlns:a16="http://schemas.microsoft.com/office/drawing/2014/main" id="{483BAA37-C14E-B0B9-8556-C09C5BBA2E5F}"/>
              </a:ext>
            </a:extLst>
          </p:cNvPr>
          <p:cNvSpPr/>
          <p:nvPr/>
        </p:nvSpPr>
        <p:spPr>
          <a:xfrm>
            <a:off x="416293" y="2622884"/>
            <a:ext cx="3474720" cy="292608"/>
          </a:xfrm>
          <a:prstGeom prst="rect">
            <a:avLst/>
          </a:prstGeom>
          <a:noFill/>
          <a:ln/>
        </p:spPr>
        <p:txBody>
          <a:bodyPr wrap="square" rtlCol="0" anchor="ctr"/>
          <a:lstStyle/>
          <a:p>
            <a:pPr marL="0" indent="0">
              <a:buNone/>
            </a:pPr>
            <a:r>
              <a:rPr lang="en-US" sz="1100" dirty="0">
                <a:solidFill>
                  <a:srgbClr val="FFFFFF"/>
                </a:solidFill>
                <a:ea typeface="Calibri" pitchFamily="34" charset="-122"/>
                <a:cs typeface="Calibri" pitchFamily="34" charset="-120"/>
              </a:rPr>
              <a:t>·  Pre-screening and eligibility packets</a:t>
            </a:r>
            <a:endParaRPr lang="en-US" sz="1100" dirty="0"/>
          </a:p>
        </p:txBody>
      </p:sp>
      <p:sp>
        <p:nvSpPr>
          <p:cNvPr id="21" name="Text 11">
            <a:extLst>
              <a:ext uri="{FF2B5EF4-FFF2-40B4-BE49-F238E27FC236}">
                <a16:creationId xmlns:a16="http://schemas.microsoft.com/office/drawing/2014/main" id="{2B4504DF-447E-2708-27BC-17707FC00B3C}"/>
              </a:ext>
            </a:extLst>
          </p:cNvPr>
          <p:cNvSpPr/>
          <p:nvPr/>
        </p:nvSpPr>
        <p:spPr>
          <a:xfrm>
            <a:off x="416293" y="2952068"/>
            <a:ext cx="3474720" cy="292608"/>
          </a:xfrm>
          <a:prstGeom prst="rect">
            <a:avLst/>
          </a:prstGeom>
          <a:noFill/>
          <a:ln/>
        </p:spPr>
        <p:txBody>
          <a:bodyPr wrap="square" rtlCol="0" anchor="ctr"/>
          <a:lstStyle/>
          <a:p>
            <a:pPr marL="0" indent="0">
              <a:buNone/>
            </a:pPr>
            <a:r>
              <a:rPr lang="en-US" sz="1100" dirty="0">
                <a:solidFill>
                  <a:srgbClr val="FFFFFF"/>
                </a:solidFill>
                <a:ea typeface="Calibri" pitchFamily="34" charset="-122"/>
                <a:cs typeface="Calibri" pitchFamily="34" charset="-120"/>
              </a:rPr>
              <a:t>·  Multi-year version history</a:t>
            </a:r>
            <a:endParaRPr lang="en-US" sz="1100" dirty="0"/>
          </a:p>
        </p:txBody>
      </p:sp>
      <p:sp>
        <p:nvSpPr>
          <p:cNvPr id="23" name="Text 12">
            <a:extLst>
              <a:ext uri="{FF2B5EF4-FFF2-40B4-BE49-F238E27FC236}">
                <a16:creationId xmlns:a16="http://schemas.microsoft.com/office/drawing/2014/main" id="{B678DDA8-06F8-8E55-6572-5226467B8AD8}"/>
              </a:ext>
            </a:extLst>
          </p:cNvPr>
          <p:cNvSpPr/>
          <p:nvPr/>
        </p:nvSpPr>
        <p:spPr>
          <a:xfrm>
            <a:off x="416293" y="3281252"/>
            <a:ext cx="3474720" cy="292608"/>
          </a:xfrm>
          <a:prstGeom prst="rect">
            <a:avLst/>
          </a:prstGeom>
          <a:noFill/>
          <a:ln/>
        </p:spPr>
        <p:txBody>
          <a:bodyPr wrap="square" rtlCol="0" anchor="ctr"/>
          <a:lstStyle/>
          <a:p>
            <a:pPr marL="0" indent="0">
              <a:buNone/>
            </a:pPr>
            <a:r>
              <a:rPr lang="en-US" sz="1100" dirty="0">
                <a:solidFill>
                  <a:srgbClr val="FFFFFF"/>
                </a:solidFill>
                <a:ea typeface="Calibri" pitchFamily="34" charset="-122"/>
                <a:cs typeface="Calibri" pitchFamily="34" charset="-120"/>
              </a:rPr>
              <a:t>·  Bulk approvals and returns</a:t>
            </a:r>
            <a:endParaRPr lang="en-US" sz="1100" dirty="0"/>
          </a:p>
        </p:txBody>
      </p:sp>
      <p:sp>
        <p:nvSpPr>
          <p:cNvPr id="25" name="Shape 13">
            <a:extLst>
              <a:ext uri="{FF2B5EF4-FFF2-40B4-BE49-F238E27FC236}">
                <a16:creationId xmlns:a16="http://schemas.microsoft.com/office/drawing/2014/main" id="{B923613D-C256-A347-7424-9ADD84EDA31C}"/>
              </a:ext>
            </a:extLst>
          </p:cNvPr>
          <p:cNvSpPr/>
          <p:nvPr/>
        </p:nvSpPr>
        <p:spPr>
          <a:xfrm>
            <a:off x="4192765" y="1251284"/>
            <a:ext cx="3749040" cy="2423160"/>
          </a:xfrm>
          <a:prstGeom prst="rect">
            <a:avLst/>
          </a:prstGeom>
          <a:solidFill>
            <a:schemeClr val="tx1"/>
          </a:solidFill>
          <a:ln w="12700">
            <a:solidFill>
              <a:srgbClr val="2B6A8F"/>
            </a:solidFill>
            <a:prstDash val="solid"/>
          </a:ln>
        </p:spPr>
        <p:txBody>
          <a:bodyPr/>
          <a:lstStyle/>
          <a:p>
            <a:endParaRPr lang="en-US" sz="1100"/>
          </a:p>
        </p:txBody>
      </p:sp>
      <p:sp>
        <p:nvSpPr>
          <p:cNvPr id="27" name="Text 14">
            <a:extLst>
              <a:ext uri="{FF2B5EF4-FFF2-40B4-BE49-F238E27FC236}">
                <a16:creationId xmlns:a16="http://schemas.microsoft.com/office/drawing/2014/main" id="{532C499C-F370-8E78-B3B4-A41FEABB0B80}"/>
              </a:ext>
            </a:extLst>
          </p:cNvPr>
          <p:cNvSpPr/>
          <p:nvPr/>
        </p:nvSpPr>
        <p:spPr>
          <a:xfrm>
            <a:off x="4357357" y="1352349"/>
            <a:ext cx="3749040" cy="502920"/>
          </a:xfrm>
          <a:prstGeom prst="rect">
            <a:avLst/>
          </a:prstGeom>
          <a:noFill/>
          <a:ln/>
        </p:spPr>
        <p:txBody>
          <a:bodyPr wrap="square" rtlCol="0" anchor="ctr"/>
          <a:lstStyle/>
          <a:p>
            <a:pPr marL="0" indent="0">
              <a:buNone/>
            </a:pPr>
            <a:r>
              <a:rPr lang="en-US" sz="1100" b="1" dirty="0">
                <a:solidFill>
                  <a:srgbClr val="BAE6FD"/>
                </a:solidFill>
                <a:ea typeface="Calibri" pitchFamily="34" charset="-122"/>
                <a:cs typeface="Calibri" pitchFamily="34" charset="-120"/>
              </a:rPr>
              <a:t>Claims &amp;</a:t>
            </a:r>
            <a:r>
              <a:rPr lang="en-US" sz="1100" dirty="0"/>
              <a:t> </a:t>
            </a:r>
            <a:r>
              <a:rPr lang="en-US" sz="1100" b="1" dirty="0">
                <a:solidFill>
                  <a:srgbClr val="BAE6FD"/>
                </a:solidFill>
                <a:ea typeface="Calibri" pitchFamily="34" charset="-122"/>
                <a:cs typeface="Calibri" pitchFamily="34" charset="-120"/>
              </a:rPr>
              <a:t>Reimbursement</a:t>
            </a:r>
            <a:endParaRPr lang="en-US" sz="1100" dirty="0"/>
          </a:p>
        </p:txBody>
      </p:sp>
      <p:sp>
        <p:nvSpPr>
          <p:cNvPr id="29" name="Shape 15">
            <a:extLst>
              <a:ext uri="{FF2B5EF4-FFF2-40B4-BE49-F238E27FC236}">
                <a16:creationId xmlns:a16="http://schemas.microsoft.com/office/drawing/2014/main" id="{7217F1EF-3302-1DCB-AED8-9E2C6DC8E5A5}"/>
              </a:ext>
            </a:extLst>
          </p:cNvPr>
          <p:cNvSpPr/>
          <p:nvPr/>
        </p:nvSpPr>
        <p:spPr>
          <a:xfrm>
            <a:off x="4329925" y="1873076"/>
            <a:ext cx="3474720" cy="18288"/>
          </a:xfrm>
          <a:prstGeom prst="rect">
            <a:avLst/>
          </a:prstGeom>
          <a:solidFill>
            <a:srgbClr val="2B6A8F"/>
          </a:solidFill>
          <a:ln w="12700">
            <a:solidFill>
              <a:srgbClr val="2B6A8F"/>
            </a:solidFill>
            <a:prstDash val="solid"/>
          </a:ln>
        </p:spPr>
        <p:txBody>
          <a:bodyPr/>
          <a:lstStyle/>
          <a:p>
            <a:endParaRPr lang="en-US" sz="1100"/>
          </a:p>
        </p:txBody>
      </p:sp>
      <p:sp>
        <p:nvSpPr>
          <p:cNvPr id="31" name="Text 16">
            <a:extLst>
              <a:ext uri="{FF2B5EF4-FFF2-40B4-BE49-F238E27FC236}">
                <a16:creationId xmlns:a16="http://schemas.microsoft.com/office/drawing/2014/main" id="{19C7B478-B91B-2707-C640-E342E4FC83FD}"/>
              </a:ext>
            </a:extLst>
          </p:cNvPr>
          <p:cNvSpPr/>
          <p:nvPr/>
        </p:nvSpPr>
        <p:spPr>
          <a:xfrm>
            <a:off x="4329925" y="1964516"/>
            <a:ext cx="3474720" cy="292608"/>
          </a:xfrm>
          <a:prstGeom prst="rect">
            <a:avLst/>
          </a:prstGeom>
          <a:noFill/>
          <a:ln/>
        </p:spPr>
        <p:txBody>
          <a:bodyPr wrap="square" rtlCol="0" anchor="ctr"/>
          <a:lstStyle/>
          <a:p>
            <a:pPr marL="0" indent="0">
              <a:buNone/>
            </a:pPr>
            <a:r>
              <a:rPr lang="en-US" sz="1100" dirty="0">
                <a:solidFill>
                  <a:srgbClr val="FFFFFF"/>
                </a:solidFill>
                <a:ea typeface="Calibri" pitchFamily="34" charset="-122"/>
                <a:cs typeface="Calibri" pitchFamily="34" charset="-120"/>
              </a:rPr>
              <a:t>·  Monthly claims entry FA1–FA4</a:t>
            </a:r>
            <a:endParaRPr lang="en-US" sz="1100" dirty="0"/>
          </a:p>
        </p:txBody>
      </p:sp>
      <p:sp>
        <p:nvSpPr>
          <p:cNvPr id="33" name="Text 17">
            <a:extLst>
              <a:ext uri="{FF2B5EF4-FFF2-40B4-BE49-F238E27FC236}">
                <a16:creationId xmlns:a16="http://schemas.microsoft.com/office/drawing/2014/main" id="{BA081B94-4B91-06EF-B644-05ADA2AF2C1E}"/>
              </a:ext>
            </a:extLst>
          </p:cNvPr>
          <p:cNvSpPr/>
          <p:nvPr/>
        </p:nvSpPr>
        <p:spPr>
          <a:xfrm>
            <a:off x="4329925" y="2293700"/>
            <a:ext cx="3474720" cy="292608"/>
          </a:xfrm>
          <a:prstGeom prst="rect">
            <a:avLst/>
          </a:prstGeom>
          <a:noFill/>
          <a:ln/>
        </p:spPr>
        <p:txBody>
          <a:bodyPr wrap="square" rtlCol="0" anchor="ctr"/>
          <a:lstStyle/>
          <a:p>
            <a:pPr marL="0" indent="0">
              <a:buNone/>
            </a:pPr>
            <a:r>
              <a:rPr lang="en-US" sz="1100" dirty="0">
                <a:solidFill>
                  <a:srgbClr val="FFFFFF"/>
                </a:solidFill>
                <a:ea typeface="Calibri" pitchFamily="34" charset="-122"/>
                <a:cs typeface="Calibri" pitchFamily="34" charset="-120"/>
              </a:rPr>
              <a:t>·  Claim validation and error feedback</a:t>
            </a:r>
            <a:endParaRPr lang="en-US" sz="1100" dirty="0"/>
          </a:p>
        </p:txBody>
      </p:sp>
      <p:sp>
        <p:nvSpPr>
          <p:cNvPr id="35" name="Text 18">
            <a:extLst>
              <a:ext uri="{FF2B5EF4-FFF2-40B4-BE49-F238E27FC236}">
                <a16:creationId xmlns:a16="http://schemas.microsoft.com/office/drawing/2014/main" id="{FAC0F618-3AED-8789-29EB-2A85AFF81128}"/>
              </a:ext>
            </a:extLst>
          </p:cNvPr>
          <p:cNvSpPr/>
          <p:nvPr/>
        </p:nvSpPr>
        <p:spPr>
          <a:xfrm>
            <a:off x="4329925" y="2622884"/>
            <a:ext cx="3474720" cy="292608"/>
          </a:xfrm>
          <a:prstGeom prst="rect">
            <a:avLst/>
          </a:prstGeom>
          <a:noFill/>
          <a:ln/>
        </p:spPr>
        <p:txBody>
          <a:bodyPr wrap="square" rtlCol="0" anchor="ctr"/>
          <a:lstStyle/>
          <a:p>
            <a:pPr marL="0" indent="0">
              <a:buNone/>
            </a:pPr>
            <a:r>
              <a:rPr lang="en-US" sz="1100" dirty="0">
                <a:solidFill>
                  <a:srgbClr val="FFFFFF"/>
                </a:solidFill>
                <a:ea typeface="Calibri" pitchFamily="34" charset="-122"/>
                <a:cs typeface="Calibri" pitchFamily="34" charset="-120"/>
              </a:rPr>
              <a:t>·  Automated reimbursement calculation</a:t>
            </a:r>
            <a:endParaRPr lang="en-US" sz="1100" dirty="0"/>
          </a:p>
        </p:txBody>
      </p:sp>
      <p:sp>
        <p:nvSpPr>
          <p:cNvPr id="37" name="Text 19">
            <a:extLst>
              <a:ext uri="{FF2B5EF4-FFF2-40B4-BE49-F238E27FC236}">
                <a16:creationId xmlns:a16="http://schemas.microsoft.com/office/drawing/2014/main" id="{53BE84DD-7080-AEAB-D2D0-8C5A43DED565}"/>
              </a:ext>
            </a:extLst>
          </p:cNvPr>
          <p:cNvSpPr/>
          <p:nvPr/>
        </p:nvSpPr>
        <p:spPr>
          <a:xfrm>
            <a:off x="4329925" y="2952068"/>
            <a:ext cx="3474720" cy="292608"/>
          </a:xfrm>
          <a:prstGeom prst="rect">
            <a:avLst/>
          </a:prstGeom>
          <a:noFill/>
          <a:ln/>
        </p:spPr>
        <p:txBody>
          <a:bodyPr wrap="square" rtlCol="0" anchor="ctr"/>
          <a:lstStyle/>
          <a:p>
            <a:pPr marL="0" indent="0">
              <a:buNone/>
            </a:pPr>
            <a:r>
              <a:rPr lang="en-US" sz="1100" dirty="0">
                <a:solidFill>
                  <a:srgbClr val="FFFFFF"/>
                </a:solidFill>
                <a:ea typeface="Calibri" pitchFamily="34" charset="-122"/>
                <a:cs typeface="Calibri" pitchFamily="34" charset="-120"/>
              </a:rPr>
              <a:t>·  Claim freeze and lock controls</a:t>
            </a:r>
            <a:endParaRPr lang="en-US" sz="1100" dirty="0"/>
          </a:p>
        </p:txBody>
      </p:sp>
      <p:sp>
        <p:nvSpPr>
          <p:cNvPr id="39" name="Text 20">
            <a:extLst>
              <a:ext uri="{FF2B5EF4-FFF2-40B4-BE49-F238E27FC236}">
                <a16:creationId xmlns:a16="http://schemas.microsoft.com/office/drawing/2014/main" id="{E0DEFDD5-B98C-9B73-66B4-D70E1AFB357F}"/>
              </a:ext>
            </a:extLst>
          </p:cNvPr>
          <p:cNvSpPr/>
          <p:nvPr/>
        </p:nvSpPr>
        <p:spPr>
          <a:xfrm>
            <a:off x="4329925" y="3281252"/>
            <a:ext cx="3474720" cy="292608"/>
          </a:xfrm>
          <a:prstGeom prst="rect">
            <a:avLst/>
          </a:prstGeom>
          <a:noFill/>
          <a:ln/>
        </p:spPr>
        <p:txBody>
          <a:bodyPr wrap="square" rtlCol="0" anchor="ctr"/>
          <a:lstStyle/>
          <a:p>
            <a:pPr marL="0" indent="0">
              <a:buNone/>
            </a:pPr>
            <a:r>
              <a:rPr lang="en-US" sz="1100" dirty="0">
                <a:solidFill>
                  <a:srgbClr val="FFFFFF"/>
                </a:solidFill>
                <a:ea typeface="Calibri" pitchFamily="34" charset="-122"/>
                <a:cs typeface="Calibri" pitchFamily="34" charset="-120"/>
              </a:rPr>
              <a:t>·  Federal report generation (FNS-10/418/44)</a:t>
            </a:r>
            <a:endParaRPr lang="en-US" sz="1100" dirty="0"/>
          </a:p>
        </p:txBody>
      </p:sp>
      <p:sp>
        <p:nvSpPr>
          <p:cNvPr id="41" name="Shape 21">
            <a:extLst>
              <a:ext uri="{FF2B5EF4-FFF2-40B4-BE49-F238E27FC236}">
                <a16:creationId xmlns:a16="http://schemas.microsoft.com/office/drawing/2014/main" id="{2ED559E3-BEE3-2849-D348-47C8490EE352}"/>
              </a:ext>
            </a:extLst>
          </p:cNvPr>
          <p:cNvSpPr/>
          <p:nvPr/>
        </p:nvSpPr>
        <p:spPr>
          <a:xfrm>
            <a:off x="8106397" y="1251284"/>
            <a:ext cx="3749040" cy="2423160"/>
          </a:xfrm>
          <a:prstGeom prst="rect">
            <a:avLst/>
          </a:prstGeom>
          <a:solidFill>
            <a:schemeClr val="tx1"/>
          </a:solidFill>
          <a:ln w="12700">
            <a:solidFill>
              <a:srgbClr val="2B6A8F"/>
            </a:solidFill>
            <a:prstDash val="solid"/>
          </a:ln>
        </p:spPr>
        <p:txBody>
          <a:bodyPr/>
          <a:lstStyle/>
          <a:p>
            <a:endParaRPr lang="en-US" sz="1100"/>
          </a:p>
        </p:txBody>
      </p:sp>
      <p:sp>
        <p:nvSpPr>
          <p:cNvPr id="43" name="Text 22">
            <a:extLst>
              <a:ext uri="{FF2B5EF4-FFF2-40B4-BE49-F238E27FC236}">
                <a16:creationId xmlns:a16="http://schemas.microsoft.com/office/drawing/2014/main" id="{6C251798-8A5D-1067-8413-C6E20D3F042B}"/>
              </a:ext>
            </a:extLst>
          </p:cNvPr>
          <p:cNvSpPr/>
          <p:nvPr/>
        </p:nvSpPr>
        <p:spPr>
          <a:xfrm>
            <a:off x="7485567" y="1415876"/>
            <a:ext cx="3749040" cy="502920"/>
          </a:xfrm>
          <a:prstGeom prst="rect">
            <a:avLst/>
          </a:prstGeom>
          <a:noFill/>
          <a:ln/>
        </p:spPr>
        <p:txBody>
          <a:bodyPr wrap="square" rtlCol="0" anchor="ctr"/>
          <a:lstStyle/>
          <a:p>
            <a:pPr marL="0" indent="0" algn="ctr">
              <a:buNone/>
            </a:pPr>
            <a:r>
              <a:rPr lang="en-US" sz="1100" b="1" dirty="0">
                <a:solidFill>
                  <a:srgbClr val="BAE6FD"/>
                </a:solidFill>
                <a:ea typeface="Calibri" pitchFamily="34" charset="-122"/>
                <a:cs typeface="Calibri" pitchFamily="34" charset="-120"/>
              </a:rPr>
              <a:t>Eligibility &amp;</a:t>
            </a:r>
            <a:r>
              <a:rPr lang="en-US" sz="1100" dirty="0"/>
              <a:t> </a:t>
            </a:r>
            <a:r>
              <a:rPr lang="en-US" sz="1100" b="1" dirty="0">
                <a:solidFill>
                  <a:srgbClr val="BAE6FD"/>
                </a:solidFill>
                <a:ea typeface="Calibri" pitchFamily="34" charset="-122"/>
                <a:cs typeface="Calibri" pitchFamily="34" charset="-120"/>
              </a:rPr>
              <a:t>Direct Certification</a:t>
            </a:r>
            <a:endParaRPr lang="en-US" sz="1100" dirty="0"/>
          </a:p>
        </p:txBody>
      </p:sp>
      <p:sp>
        <p:nvSpPr>
          <p:cNvPr id="45" name="Shape 23">
            <a:extLst>
              <a:ext uri="{FF2B5EF4-FFF2-40B4-BE49-F238E27FC236}">
                <a16:creationId xmlns:a16="http://schemas.microsoft.com/office/drawing/2014/main" id="{488D8848-C475-AA6E-74BC-7C37E0EE8F7D}"/>
              </a:ext>
            </a:extLst>
          </p:cNvPr>
          <p:cNvSpPr/>
          <p:nvPr/>
        </p:nvSpPr>
        <p:spPr>
          <a:xfrm>
            <a:off x="8243557" y="1873076"/>
            <a:ext cx="3474720" cy="18288"/>
          </a:xfrm>
          <a:prstGeom prst="rect">
            <a:avLst/>
          </a:prstGeom>
          <a:solidFill>
            <a:srgbClr val="2B6A8F"/>
          </a:solidFill>
          <a:ln w="12700">
            <a:solidFill>
              <a:srgbClr val="2B6A8F"/>
            </a:solidFill>
            <a:prstDash val="solid"/>
          </a:ln>
        </p:spPr>
        <p:txBody>
          <a:bodyPr/>
          <a:lstStyle/>
          <a:p>
            <a:endParaRPr lang="en-US" sz="1100"/>
          </a:p>
        </p:txBody>
      </p:sp>
      <p:sp>
        <p:nvSpPr>
          <p:cNvPr id="47" name="Text 24">
            <a:extLst>
              <a:ext uri="{FF2B5EF4-FFF2-40B4-BE49-F238E27FC236}">
                <a16:creationId xmlns:a16="http://schemas.microsoft.com/office/drawing/2014/main" id="{0196DE27-1C31-694C-2764-6AB7620C3F2F}"/>
              </a:ext>
            </a:extLst>
          </p:cNvPr>
          <p:cNvSpPr/>
          <p:nvPr/>
        </p:nvSpPr>
        <p:spPr>
          <a:xfrm>
            <a:off x="8243557" y="1964516"/>
            <a:ext cx="3474720" cy="292608"/>
          </a:xfrm>
          <a:prstGeom prst="rect">
            <a:avLst/>
          </a:prstGeom>
          <a:noFill/>
          <a:ln/>
        </p:spPr>
        <p:txBody>
          <a:bodyPr wrap="square" rtlCol="0" anchor="ctr"/>
          <a:lstStyle/>
          <a:p>
            <a:pPr marL="0" indent="0">
              <a:buNone/>
            </a:pPr>
            <a:r>
              <a:rPr lang="en-US" sz="1100" dirty="0">
                <a:solidFill>
                  <a:srgbClr val="FFFFFF"/>
                </a:solidFill>
                <a:ea typeface="Calibri" pitchFamily="34" charset="-122"/>
                <a:cs typeface="Calibri" pitchFamily="34" charset="-120"/>
              </a:rPr>
              <a:t>·  Direct Certification via VDSS feed</a:t>
            </a:r>
            <a:endParaRPr lang="en-US" sz="1100" dirty="0"/>
          </a:p>
        </p:txBody>
      </p:sp>
      <p:sp>
        <p:nvSpPr>
          <p:cNvPr id="49" name="Text 25">
            <a:extLst>
              <a:ext uri="{FF2B5EF4-FFF2-40B4-BE49-F238E27FC236}">
                <a16:creationId xmlns:a16="http://schemas.microsoft.com/office/drawing/2014/main" id="{3E9F81B2-8B6F-6D52-0236-F6D6C22A9798}"/>
              </a:ext>
            </a:extLst>
          </p:cNvPr>
          <p:cNvSpPr/>
          <p:nvPr/>
        </p:nvSpPr>
        <p:spPr>
          <a:xfrm>
            <a:off x="8243557" y="2293700"/>
            <a:ext cx="3474720" cy="292608"/>
          </a:xfrm>
          <a:prstGeom prst="rect">
            <a:avLst/>
          </a:prstGeom>
          <a:noFill/>
          <a:ln/>
        </p:spPr>
        <p:txBody>
          <a:bodyPr wrap="square" rtlCol="0" anchor="ctr"/>
          <a:lstStyle/>
          <a:p>
            <a:pPr marL="0" indent="0">
              <a:buNone/>
            </a:pPr>
            <a:r>
              <a:rPr lang="en-US" sz="1100" dirty="0">
                <a:solidFill>
                  <a:srgbClr val="FFFFFF"/>
                </a:solidFill>
                <a:ea typeface="Calibri" pitchFamily="34" charset="-122"/>
                <a:cs typeface="Calibri" pitchFamily="34" charset="-120"/>
              </a:rPr>
              <a:t>·  Household applications</a:t>
            </a:r>
            <a:endParaRPr lang="en-US" sz="1100" dirty="0"/>
          </a:p>
        </p:txBody>
      </p:sp>
      <p:sp>
        <p:nvSpPr>
          <p:cNvPr id="51" name="Text 26">
            <a:extLst>
              <a:ext uri="{FF2B5EF4-FFF2-40B4-BE49-F238E27FC236}">
                <a16:creationId xmlns:a16="http://schemas.microsoft.com/office/drawing/2014/main" id="{8ABDCDAB-C324-8B6C-EB71-2103F22EBEEC}"/>
              </a:ext>
            </a:extLst>
          </p:cNvPr>
          <p:cNvSpPr/>
          <p:nvPr/>
        </p:nvSpPr>
        <p:spPr>
          <a:xfrm>
            <a:off x="8243557" y="2622884"/>
            <a:ext cx="3474720" cy="292608"/>
          </a:xfrm>
          <a:prstGeom prst="rect">
            <a:avLst/>
          </a:prstGeom>
          <a:noFill/>
          <a:ln/>
        </p:spPr>
        <p:txBody>
          <a:bodyPr wrap="square" rtlCol="0" anchor="ctr"/>
          <a:lstStyle/>
          <a:p>
            <a:pPr marL="0" indent="0">
              <a:buNone/>
            </a:pPr>
            <a:r>
              <a:rPr lang="en-US" sz="1100" dirty="0">
                <a:solidFill>
                  <a:srgbClr val="FFFFFF"/>
                </a:solidFill>
                <a:ea typeface="Calibri" pitchFamily="34" charset="-122"/>
                <a:cs typeface="Calibri" pitchFamily="34" charset="-120"/>
              </a:rPr>
              <a:t>·  Verification processing</a:t>
            </a:r>
            <a:endParaRPr lang="en-US" sz="1100" dirty="0"/>
          </a:p>
        </p:txBody>
      </p:sp>
      <p:sp>
        <p:nvSpPr>
          <p:cNvPr id="53" name="Text 27">
            <a:extLst>
              <a:ext uri="{FF2B5EF4-FFF2-40B4-BE49-F238E27FC236}">
                <a16:creationId xmlns:a16="http://schemas.microsoft.com/office/drawing/2014/main" id="{51720A3F-C2E7-8299-9DC8-563951C696A8}"/>
              </a:ext>
            </a:extLst>
          </p:cNvPr>
          <p:cNvSpPr/>
          <p:nvPr/>
        </p:nvSpPr>
        <p:spPr>
          <a:xfrm>
            <a:off x="8243557" y="2952068"/>
            <a:ext cx="3474720" cy="292608"/>
          </a:xfrm>
          <a:prstGeom prst="rect">
            <a:avLst/>
          </a:prstGeom>
          <a:noFill/>
          <a:ln/>
        </p:spPr>
        <p:txBody>
          <a:bodyPr wrap="square" rtlCol="0" anchor="ctr"/>
          <a:lstStyle/>
          <a:p>
            <a:pPr marL="0" indent="0">
              <a:buNone/>
            </a:pPr>
            <a:r>
              <a:rPr lang="en-US" sz="1100" dirty="0">
                <a:solidFill>
                  <a:srgbClr val="FFFFFF"/>
                </a:solidFill>
                <a:ea typeface="Calibri" pitchFamily="34" charset="-122"/>
                <a:cs typeface="Calibri" pitchFamily="34" charset="-120"/>
              </a:rPr>
              <a:t>·  CEP administration</a:t>
            </a:r>
            <a:endParaRPr lang="en-US" sz="1100" dirty="0"/>
          </a:p>
        </p:txBody>
      </p:sp>
      <p:sp>
        <p:nvSpPr>
          <p:cNvPr id="55" name="Text 28">
            <a:extLst>
              <a:ext uri="{FF2B5EF4-FFF2-40B4-BE49-F238E27FC236}">
                <a16:creationId xmlns:a16="http://schemas.microsoft.com/office/drawing/2014/main" id="{A7D816B5-0DD0-A6B9-8A57-5144A2BDC5D5}"/>
              </a:ext>
            </a:extLst>
          </p:cNvPr>
          <p:cNvSpPr/>
          <p:nvPr/>
        </p:nvSpPr>
        <p:spPr>
          <a:xfrm>
            <a:off x="8243557" y="3281252"/>
            <a:ext cx="3474720" cy="292608"/>
          </a:xfrm>
          <a:prstGeom prst="rect">
            <a:avLst/>
          </a:prstGeom>
          <a:noFill/>
          <a:ln/>
        </p:spPr>
        <p:txBody>
          <a:bodyPr wrap="square" rtlCol="0" anchor="ctr"/>
          <a:lstStyle/>
          <a:p>
            <a:pPr marL="0" indent="0">
              <a:buNone/>
            </a:pPr>
            <a:r>
              <a:rPr lang="en-US" sz="1100" dirty="0">
                <a:solidFill>
                  <a:srgbClr val="FFFFFF"/>
                </a:solidFill>
                <a:ea typeface="Calibri" pitchFamily="34" charset="-122"/>
                <a:cs typeface="Calibri" pitchFamily="34" charset="-120"/>
              </a:rPr>
              <a:t>·  Multi-year eligibility history</a:t>
            </a:r>
            <a:endParaRPr lang="en-US" sz="1100" dirty="0"/>
          </a:p>
        </p:txBody>
      </p:sp>
      <p:sp>
        <p:nvSpPr>
          <p:cNvPr id="57" name="Shape 29">
            <a:extLst>
              <a:ext uri="{FF2B5EF4-FFF2-40B4-BE49-F238E27FC236}">
                <a16:creationId xmlns:a16="http://schemas.microsoft.com/office/drawing/2014/main" id="{20799C3C-F2F0-185E-B2A4-2EA622A088FC}"/>
              </a:ext>
            </a:extLst>
          </p:cNvPr>
          <p:cNvSpPr/>
          <p:nvPr/>
        </p:nvSpPr>
        <p:spPr>
          <a:xfrm>
            <a:off x="279133" y="3857324"/>
            <a:ext cx="3749040" cy="2423160"/>
          </a:xfrm>
          <a:prstGeom prst="rect">
            <a:avLst/>
          </a:prstGeom>
          <a:solidFill>
            <a:schemeClr val="tx1"/>
          </a:solidFill>
          <a:ln w="12700">
            <a:solidFill>
              <a:srgbClr val="2B6A8F"/>
            </a:solidFill>
            <a:prstDash val="solid"/>
          </a:ln>
        </p:spPr>
        <p:txBody>
          <a:bodyPr/>
          <a:lstStyle/>
          <a:p>
            <a:endParaRPr lang="en-US" sz="1100"/>
          </a:p>
        </p:txBody>
      </p:sp>
      <p:sp>
        <p:nvSpPr>
          <p:cNvPr id="59" name="Text 30">
            <a:extLst>
              <a:ext uri="{FF2B5EF4-FFF2-40B4-BE49-F238E27FC236}">
                <a16:creationId xmlns:a16="http://schemas.microsoft.com/office/drawing/2014/main" id="{D063B27E-23AF-6BCA-D1FA-9051F1278BF7}"/>
              </a:ext>
            </a:extLst>
          </p:cNvPr>
          <p:cNvSpPr/>
          <p:nvPr/>
        </p:nvSpPr>
        <p:spPr>
          <a:xfrm>
            <a:off x="-452387" y="3922776"/>
            <a:ext cx="3749040" cy="502920"/>
          </a:xfrm>
          <a:prstGeom prst="rect">
            <a:avLst/>
          </a:prstGeom>
          <a:noFill/>
          <a:ln/>
        </p:spPr>
        <p:txBody>
          <a:bodyPr wrap="square" rtlCol="0" anchor="ctr"/>
          <a:lstStyle/>
          <a:p>
            <a:pPr marL="0" indent="0" algn="ctr">
              <a:buNone/>
            </a:pPr>
            <a:r>
              <a:rPr lang="en-US" sz="1100" b="1" dirty="0">
                <a:solidFill>
                  <a:srgbClr val="BAE6FD"/>
                </a:solidFill>
                <a:ea typeface="Calibri" pitchFamily="34" charset="-122"/>
                <a:cs typeface="Calibri" pitchFamily="34" charset="-120"/>
              </a:rPr>
              <a:t>Compliance</a:t>
            </a:r>
            <a:r>
              <a:rPr lang="en-US" sz="1100" dirty="0"/>
              <a:t> </a:t>
            </a:r>
            <a:r>
              <a:rPr lang="en-US" sz="1100" b="1" dirty="0">
                <a:solidFill>
                  <a:srgbClr val="BAE6FD"/>
                </a:solidFill>
                <a:ea typeface="Calibri" pitchFamily="34" charset="-122"/>
                <a:cs typeface="Calibri" pitchFamily="34" charset="-120"/>
              </a:rPr>
              <a:t>&amp; Review</a:t>
            </a:r>
            <a:endParaRPr lang="en-US" sz="1100" dirty="0"/>
          </a:p>
        </p:txBody>
      </p:sp>
      <p:sp>
        <p:nvSpPr>
          <p:cNvPr id="61" name="Shape 31">
            <a:extLst>
              <a:ext uri="{FF2B5EF4-FFF2-40B4-BE49-F238E27FC236}">
                <a16:creationId xmlns:a16="http://schemas.microsoft.com/office/drawing/2014/main" id="{3B739C7C-624A-61E8-4C7E-0B66161951A6}"/>
              </a:ext>
            </a:extLst>
          </p:cNvPr>
          <p:cNvSpPr/>
          <p:nvPr/>
        </p:nvSpPr>
        <p:spPr>
          <a:xfrm>
            <a:off x="416293" y="4479116"/>
            <a:ext cx="3474720" cy="18288"/>
          </a:xfrm>
          <a:prstGeom prst="rect">
            <a:avLst/>
          </a:prstGeom>
          <a:solidFill>
            <a:srgbClr val="2B6A8F"/>
          </a:solidFill>
          <a:ln w="12700">
            <a:solidFill>
              <a:srgbClr val="2B6A8F"/>
            </a:solidFill>
            <a:prstDash val="solid"/>
          </a:ln>
        </p:spPr>
        <p:txBody>
          <a:bodyPr/>
          <a:lstStyle/>
          <a:p>
            <a:endParaRPr lang="en-US" sz="1100"/>
          </a:p>
        </p:txBody>
      </p:sp>
      <p:sp>
        <p:nvSpPr>
          <p:cNvPr id="63" name="Text 32">
            <a:extLst>
              <a:ext uri="{FF2B5EF4-FFF2-40B4-BE49-F238E27FC236}">
                <a16:creationId xmlns:a16="http://schemas.microsoft.com/office/drawing/2014/main" id="{0ADAA17C-368E-C65B-9C23-D318BD0B9591}"/>
              </a:ext>
            </a:extLst>
          </p:cNvPr>
          <p:cNvSpPr/>
          <p:nvPr/>
        </p:nvSpPr>
        <p:spPr>
          <a:xfrm>
            <a:off x="416293" y="4570556"/>
            <a:ext cx="3474720" cy="292608"/>
          </a:xfrm>
          <a:prstGeom prst="rect">
            <a:avLst/>
          </a:prstGeom>
          <a:noFill/>
          <a:ln/>
        </p:spPr>
        <p:txBody>
          <a:bodyPr wrap="square" rtlCol="0" anchor="ctr"/>
          <a:lstStyle/>
          <a:p>
            <a:pPr marL="0" indent="0">
              <a:buNone/>
            </a:pPr>
            <a:r>
              <a:rPr lang="en-US" sz="1100" dirty="0">
                <a:solidFill>
                  <a:srgbClr val="FFFFFF"/>
                </a:solidFill>
                <a:ea typeface="Calibri" pitchFamily="34" charset="-122"/>
                <a:cs typeface="Calibri" pitchFamily="34" charset="-120"/>
              </a:rPr>
              <a:t>·  Administrative reviews</a:t>
            </a:r>
            <a:endParaRPr lang="en-US" sz="1100" dirty="0"/>
          </a:p>
        </p:txBody>
      </p:sp>
      <p:sp>
        <p:nvSpPr>
          <p:cNvPr id="65" name="Text 33">
            <a:extLst>
              <a:ext uri="{FF2B5EF4-FFF2-40B4-BE49-F238E27FC236}">
                <a16:creationId xmlns:a16="http://schemas.microsoft.com/office/drawing/2014/main" id="{35DBF0A5-B7DD-9808-4CD1-8DD3B1E74CB2}"/>
              </a:ext>
            </a:extLst>
          </p:cNvPr>
          <p:cNvSpPr/>
          <p:nvPr/>
        </p:nvSpPr>
        <p:spPr>
          <a:xfrm>
            <a:off x="416293" y="4899740"/>
            <a:ext cx="3474720" cy="292608"/>
          </a:xfrm>
          <a:prstGeom prst="rect">
            <a:avLst/>
          </a:prstGeom>
          <a:noFill/>
          <a:ln/>
        </p:spPr>
        <p:txBody>
          <a:bodyPr wrap="square" rtlCol="0" anchor="ctr"/>
          <a:lstStyle/>
          <a:p>
            <a:pPr marL="0" indent="0">
              <a:buNone/>
            </a:pPr>
            <a:r>
              <a:rPr lang="en-US" sz="1100" dirty="0">
                <a:solidFill>
                  <a:srgbClr val="FFFFFF"/>
                </a:solidFill>
                <a:ea typeface="Calibri" pitchFamily="34" charset="-122"/>
                <a:cs typeface="Calibri" pitchFamily="34" charset="-120"/>
              </a:rPr>
              <a:t>·  Procurement reviews</a:t>
            </a:r>
            <a:endParaRPr lang="en-US" sz="1100" dirty="0"/>
          </a:p>
        </p:txBody>
      </p:sp>
      <p:sp>
        <p:nvSpPr>
          <p:cNvPr id="67" name="Text 34">
            <a:extLst>
              <a:ext uri="{FF2B5EF4-FFF2-40B4-BE49-F238E27FC236}">
                <a16:creationId xmlns:a16="http://schemas.microsoft.com/office/drawing/2014/main" id="{33BEAC6F-6935-99E5-711B-B6A264A27B6C}"/>
              </a:ext>
            </a:extLst>
          </p:cNvPr>
          <p:cNvSpPr/>
          <p:nvPr/>
        </p:nvSpPr>
        <p:spPr>
          <a:xfrm>
            <a:off x="416293" y="5228924"/>
            <a:ext cx="3474720" cy="292608"/>
          </a:xfrm>
          <a:prstGeom prst="rect">
            <a:avLst/>
          </a:prstGeom>
          <a:noFill/>
          <a:ln/>
        </p:spPr>
        <p:txBody>
          <a:bodyPr wrap="square" rtlCol="0" anchor="ctr"/>
          <a:lstStyle/>
          <a:p>
            <a:pPr marL="0" indent="0">
              <a:buNone/>
            </a:pPr>
            <a:r>
              <a:rPr lang="en-US" sz="1100" dirty="0">
                <a:solidFill>
                  <a:srgbClr val="FFFFFF"/>
                </a:solidFill>
                <a:ea typeface="Calibri" pitchFamily="34" charset="-122"/>
                <a:cs typeface="Calibri" pitchFamily="34" charset="-120"/>
              </a:rPr>
              <a:t>·  Configurable review instruments</a:t>
            </a:r>
            <a:endParaRPr lang="en-US" sz="1100" dirty="0"/>
          </a:p>
        </p:txBody>
      </p:sp>
      <p:sp>
        <p:nvSpPr>
          <p:cNvPr id="69" name="Text 35">
            <a:extLst>
              <a:ext uri="{FF2B5EF4-FFF2-40B4-BE49-F238E27FC236}">
                <a16:creationId xmlns:a16="http://schemas.microsoft.com/office/drawing/2014/main" id="{17FE5EEB-4FA8-2EC6-5939-AFFFD04DCA4F}"/>
              </a:ext>
            </a:extLst>
          </p:cNvPr>
          <p:cNvSpPr/>
          <p:nvPr/>
        </p:nvSpPr>
        <p:spPr>
          <a:xfrm>
            <a:off x="416293" y="5558108"/>
            <a:ext cx="3474720" cy="292608"/>
          </a:xfrm>
          <a:prstGeom prst="rect">
            <a:avLst/>
          </a:prstGeom>
          <a:noFill/>
          <a:ln/>
        </p:spPr>
        <p:txBody>
          <a:bodyPr wrap="square" rtlCol="0" anchor="ctr"/>
          <a:lstStyle/>
          <a:p>
            <a:pPr marL="0" indent="0">
              <a:buNone/>
            </a:pPr>
            <a:r>
              <a:rPr lang="en-US" sz="1100" dirty="0">
                <a:solidFill>
                  <a:srgbClr val="FFFFFF"/>
                </a:solidFill>
                <a:ea typeface="Calibri" pitchFamily="34" charset="-122"/>
                <a:cs typeface="Calibri" pitchFamily="34" charset="-120"/>
              </a:rPr>
              <a:t>·  Findings, CADs, recommendations</a:t>
            </a:r>
            <a:endParaRPr lang="en-US" sz="1100" dirty="0"/>
          </a:p>
        </p:txBody>
      </p:sp>
      <p:sp>
        <p:nvSpPr>
          <p:cNvPr id="71" name="Text 36">
            <a:extLst>
              <a:ext uri="{FF2B5EF4-FFF2-40B4-BE49-F238E27FC236}">
                <a16:creationId xmlns:a16="http://schemas.microsoft.com/office/drawing/2014/main" id="{5CD369CD-7F68-9170-AA9A-A49DD7BE1096}"/>
              </a:ext>
            </a:extLst>
          </p:cNvPr>
          <p:cNvSpPr/>
          <p:nvPr/>
        </p:nvSpPr>
        <p:spPr>
          <a:xfrm>
            <a:off x="416293" y="5887292"/>
            <a:ext cx="3474720" cy="292608"/>
          </a:xfrm>
          <a:prstGeom prst="rect">
            <a:avLst/>
          </a:prstGeom>
          <a:noFill/>
          <a:ln/>
        </p:spPr>
        <p:txBody>
          <a:bodyPr wrap="square" rtlCol="0" anchor="ctr"/>
          <a:lstStyle/>
          <a:p>
            <a:pPr marL="0" indent="0">
              <a:buNone/>
            </a:pPr>
            <a:r>
              <a:rPr lang="en-US" sz="1100" dirty="0">
                <a:solidFill>
                  <a:srgbClr val="FFFFFF"/>
                </a:solidFill>
                <a:ea typeface="Calibri" pitchFamily="34" charset="-122"/>
                <a:cs typeface="Calibri" pitchFamily="34" charset="-120"/>
              </a:rPr>
              <a:t>·  Correspondence tracking</a:t>
            </a:r>
            <a:endParaRPr lang="en-US" sz="1100" dirty="0"/>
          </a:p>
        </p:txBody>
      </p:sp>
      <p:sp>
        <p:nvSpPr>
          <p:cNvPr id="73" name="Shape 37">
            <a:extLst>
              <a:ext uri="{FF2B5EF4-FFF2-40B4-BE49-F238E27FC236}">
                <a16:creationId xmlns:a16="http://schemas.microsoft.com/office/drawing/2014/main" id="{06417F7B-4AFD-A4E6-DADE-0B1AD48C6411}"/>
              </a:ext>
            </a:extLst>
          </p:cNvPr>
          <p:cNvSpPr/>
          <p:nvPr/>
        </p:nvSpPr>
        <p:spPr>
          <a:xfrm>
            <a:off x="4192765" y="3857324"/>
            <a:ext cx="3749040" cy="2423160"/>
          </a:xfrm>
          <a:prstGeom prst="rect">
            <a:avLst/>
          </a:prstGeom>
          <a:solidFill>
            <a:schemeClr val="tx1"/>
          </a:solidFill>
          <a:ln w="12700">
            <a:solidFill>
              <a:srgbClr val="2B6A8F"/>
            </a:solidFill>
            <a:prstDash val="solid"/>
          </a:ln>
        </p:spPr>
        <p:txBody>
          <a:bodyPr/>
          <a:lstStyle/>
          <a:p>
            <a:endParaRPr lang="en-US" sz="1100"/>
          </a:p>
        </p:txBody>
      </p:sp>
      <p:sp>
        <p:nvSpPr>
          <p:cNvPr id="75" name="Text 38">
            <a:extLst>
              <a:ext uri="{FF2B5EF4-FFF2-40B4-BE49-F238E27FC236}">
                <a16:creationId xmlns:a16="http://schemas.microsoft.com/office/drawing/2014/main" id="{B3238744-E683-193A-0C3E-B93C3E7A5E1C}"/>
              </a:ext>
            </a:extLst>
          </p:cNvPr>
          <p:cNvSpPr/>
          <p:nvPr/>
        </p:nvSpPr>
        <p:spPr>
          <a:xfrm>
            <a:off x="3283178" y="3993040"/>
            <a:ext cx="3749040" cy="502920"/>
          </a:xfrm>
          <a:prstGeom prst="rect">
            <a:avLst/>
          </a:prstGeom>
          <a:noFill/>
          <a:ln/>
        </p:spPr>
        <p:txBody>
          <a:bodyPr wrap="square" rtlCol="0" anchor="ctr"/>
          <a:lstStyle/>
          <a:p>
            <a:pPr marL="0" indent="0" algn="ctr">
              <a:buNone/>
            </a:pPr>
            <a:r>
              <a:rPr lang="en-US" sz="1100" b="1" dirty="0">
                <a:solidFill>
                  <a:srgbClr val="BAE6FD"/>
                </a:solidFill>
                <a:ea typeface="Calibri" pitchFamily="34" charset="-122"/>
                <a:cs typeface="Calibri" pitchFamily="34" charset="-120"/>
              </a:rPr>
              <a:t>Accounting</a:t>
            </a:r>
            <a:r>
              <a:rPr lang="en-US" sz="1100" dirty="0"/>
              <a:t> </a:t>
            </a:r>
            <a:r>
              <a:rPr lang="en-US" sz="1100" b="1" dirty="0">
                <a:solidFill>
                  <a:srgbClr val="BAE6FD"/>
                </a:solidFill>
                <a:ea typeface="Calibri" pitchFamily="34" charset="-122"/>
                <a:cs typeface="Calibri" pitchFamily="34" charset="-120"/>
              </a:rPr>
              <a:t>&amp; Finance</a:t>
            </a:r>
            <a:endParaRPr lang="en-US" sz="1100" dirty="0"/>
          </a:p>
        </p:txBody>
      </p:sp>
      <p:sp>
        <p:nvSpPr>
          <p:cNvPr id="77" name="Shape 39">
            <a:extLst>
              <a:ext uri="{FF2B5EF4-FFF2-40B4-BE49-F238E27FC236}">
                <a16:creationId xmlns:a16="http://schemas.microsoft.com/office/drawing/2014/main" id="{DF94D389-7A8A-D801-5584-75400339DB57}"/>
              </a:ext>
            </a:extLst>
          </p:cNvPr>
          <p:cNvSpPr/>
          <p:nvPr/>
        </p:nvSpPr>
        <p:spPr>
          <a:xfrm>
            <a:off x="4329925" y="4479116"/>
            <a:ext cx="3474720" cy="18288"/>
          </a:xfrm>
          <a:prstGeom prst="rect">
            <a:avLst/>
          </a:prstGeom>
          <a:solidFill>
            <a:srgbClr val="2B6A8F"/>
          </a:solidFill>
          <a:ln w="12700">
            <a:solidFill>
              <a:srgbClr val="2B6A8F"/>
            </a:solidFill>
            <a:prstDash val="solid"/>
          </a:ln>
        </p:spPr>
        <p:txBody>
          <a:bodyPr/>
          <a:lstStyle/>
          <a:p>
            <a:endParaRPr lang="en-US" sz="1100"/>
          </a:p>
        </p:txBody>
      </p:sp>
      <p:sp>
        <p:nvSpPr>
          <p:cNvPr id="79" name="Text 40">
            <a:extLst>
              <a:ext uri="{FF2B5EF4-FFF2-40B4-BE49-F238E27FC236}">
                <a16:creationId xmlns:a16="http://schemas.microsoft.com/office/drawing/2014/main" id="{E0A8B139-7845-6E49-8305-FAF4B3494334}"/>
              </a:ext>
            </a:extLst>
          </p:cNvPr>
          <p:cNvSpPr/>
          <p:nvPr/>
        </p:nvSpPr>
        <p:spPr>
          <a:xfrm>
            <a:off x="4329925" y="4570556"/>
            <a:ext cx="3474720" cy="292608"/>
          </a:xfrm>
          <a:prstGeom prst="rect">
            <a:avLst/>
          </a:prstGeom>
          <a:noFill/>
          <a:ln/>
        </p:spPr>
        <p:txBody>
          <a:bodyPr wrap="square" rtlCol="0" anchor="ctr"/>
          <a:lstStyle/>
          <a:p>
            <a:pPr marL="0" indent="0">
              <a:buNone/>
            </a:pPr>
            <a:r>
              <a:rPr lang="en-US" sz="1100" dirty="0">
                <a:solidFill>
                  <a:srgbClr val="FFFFFF"/>
                </a:solidFill>
                <a:ea typeface="Calibri" pitchFamily="34" charset="-122"/>
                <a:cs typeface="Calibri" pitchFamily="34" charset="-120"/>
              </a:rPr>
              <a:t>·  Payment processing</a:t>
            </a:r>
            <a:endParaRPr lang="en-US" sz="1100" dirty="0"/>
          </a:p>
        </p:txBody>
      </p:sp>
      <p:sp>
        <p:nvSpPr>
          <p:cNvPr id="81" name="Text 41">
            <a:extLst>
              <a:ext uri="{FF2B5EF4-FFF2-40B4-BE49-F238E27FC236}">
                <a16:creationId xmlns:a16="http://schemas.microsoft.com/office/drawing/2014/main" id="{00C65A5B-F1DB-48A9-8DA6-B0CD4C1EAEED}"/>
              </a:ext>
            </a:extLst>
          </p:cNvPr>
          <p:cNvSpPr/>
          <p:nvPr/>
        </p:nvSpPr>
        <p:spPr>
          <a:xfrm>
            <a:off x="4329925" y="4899740"/>
            <a:ext cx="3474720" cy="292608"/>
          </a:xfrm>
          <a:prstGeom prst="rect">
            <a:avLst/>
          </a:prstGeom>
          <a:noFill/>
          <a:ln/>
        </p:spPr>
        <p:txBody>
          <a:bodyPr wrap="square" rtlCol="0" anchor="ctr"/>
          <a:lstStyle/>
          <a:p>
            <a:pPr marL="0" indent="0">
              <a:buNone/>
            </a:pPr>
            <a:r>
              <a:rPr lang="en-US" sz="1100" dirty="0">
                <a:solidFill>
                  <a:srgbClr val="FFFFFF"/>
                </a:solidFill>
                <a:ea typeface="Calibri" pitchFamily="34" charset="-122"/>
                <a:cs typeface="Calibri" pitchFamily="34" charset="-120"/>
              </a:rPr>
              <a:t>·  Offset and recovery tracking</a:t>
            </a:r>
            <a:endParaRPr lang="en-US" sz="1100" dirty="0"/>
          </a:p>
        </p:txBody>
      </p:sp>
      <p:sp>
        <p:nvSpPr>
          <p:cNvPr id="83" name="Text 42">
            <a:extLst>
              <a:ext uri="{FF2B5EF4-FFF2-40B4-BE49-F238E27FC236}">
                <a16:creationId xmlns:a16="http://schemas.microsoft.com/office/drawing/2014/main" id="{87F2BE29-6750-39A3-8674-D85FEAC07C92}"/>
              </a:ext>
            </a:extLst>
          </p:cNvPr>
          <p:cNvSpPr/>
          <p:nvPr/>
        </p:nvSpPr>
        <p:spPr>
          <a:xfrm>
            <a:off x="4329925" y="5228924"/>
            <a:ext cx="3474720" cy="292608"/>
          </a:xfrm>
          <a:prstGeom prst="rect">
            <a:avLst/>
          </a:prstGeom>
          <a:noFill/>
          <a:ln/>
        </p:spPr>
        <p:txBody>
          <a:bodyPr wrap="square" rtlCol="0" anchor="ctr"/>
          <a:lstStyle/>
          <a:p>
            <a:pPr marL="0" indent="0">
              <a:buNone/>
            </a:pPr>
            <a:r>
              <a:rPr lang="en-US" sz="1100" dirty="0">
                <a:solidFill>
                  <a:srgbClr val="FFFFFF"/>
                </a:solidFill>
                <a:ea typeface="Calibri" pitchFamily="34" charset="-122"/>
                <a:cs typeface="Calibri" pitchFamily="34" charset="-120"/>
              </a:rPr>
              <a:t>·  Oracle Financials export adapter</a:t>
            </a:r>
            <a:endParaRPr lang="en-US" sz="1100" dirty="0"/>
          </a:p>
        </p:txBody>
      </p:sp>
      <p:sp>
        <p:nvSpPr>
          <p:cNvPr id="85" name="Text 43">
            <a:extLst>
              <a:ext uri="{FF2B5EF4-FFF2-40B4-BE49-F238E27FC236}">
                <a16:creationId xmlns:a16="http://schemas.microsoft.com/office/drawing/2014/main" id="{5A894863-1462-AF67-3AD8-5ADC1035EC0A}"/>
              </a:ext>
            </a:extLst>
          </p:cNvPr>
          <p:cNvSpPr/>
          <p:nvPr/>
        </p:nvSpPr>
        <p:spPr>
          <a:xfrm>
            <a:off x="4329925" y="5558108"/>
            <a:ext cx="3474720" cy="292608"/>
          </a:xfrm>
          <a:prstGeom prst="rect">
            <a:avLst/>
          </a:prstGeom>
          <a:noFill/>
          <a:ln/>
        </p:spPr>
        <p:txBody>
          <a:bodyPr wrap="square" rtlCol="0" anchor="ctr"/>
          <a:lstStyle/>
          <a:p>
            <a:pPr marL="0" indent="0">
              <a:buNone/>
            </a:pPr>
            <a:r>
              <a:rPr lang="en-US" sz="1100" dirty="0">
                <a:solidFill>
                  <a:srgbClr val="FFFFFF"/>
                </a:solidFill>
                <a:ea typeface="Calibri" pitchFamily="34" charset="-122"/>
                <a:cs typeface="Calibri" pitchFamily="34" charset="-120"/>
              </a:rPr>
              <a:t>·  Grant drawdown reporting</a:t>
            </a:r>
            <a:endParaRPr lang="en-US" sz="1100" dirty="0"/>
          </a:p>
        </p:txBody>
      </p:sp>
      <p:sp>
        <p:nvSpPr>
          <p:cNvPr id="87" name="Text 44">
            <a:extLst>
              <a:ext uri="{FF2B5EF4-FFF2-40B4-BE49-F238E27FC236}">
                <a16:creationId xmlns:a16="http://schemas.microsoft.com/office/drawing/2014/main" id="{64B8D88A-2751-6B83-C9C4-31C62BABC844}"/>
              </a:ext>
            </a:extLst>
          </p:cNvPr>
          <p:cNvSpPr/>
          <p:nvPr/>
        </p:nvSpPr>
        <p:spPr>
          <a:xfrm>
            <a:off x="4329925" y="5887292"/>
            <a:ext cx="3474720" cy="292608"/>
          </a:xfrm>
          <a:prstGeom prst="rect">
            <a:avLst/>
          </a:prstGeom>
          <a:noFill/>
          <a:ln/>
        </p:spPr>
        <p:txBody>
          <a:bodyPr wrap="square" rtlCol="0" anchor="ctr"/>
          <a:lstStyle/>
          <a:p>
            <a:pPr marL="0" indent="0">
              <a:buNone/>
            </a:pPr>
            <a:r>
              <a:rPr lang="en-US" sz="1100" dirty="0">
                <a:solidFill>
                  <a:srgbClr val="FFFFFF"/>
                </a:solidFill>
                <a:ea typeface="Calibri" pitchFamily="34" charset="-122"/>
                <a:cs typeface="Calibri" pitchFamily="34" charset="-120"/>
              </a:rPr>
              <a:t>·  Prior-year fiscal actions</a:t>
            </a:r>
            <a:endParaRPr lang="en-US" sz="1100" dirty="0"/>
          </a:p>
        </p:txBody>
      </p:sp>
      <p:sp>
        <p:nvSpPr>
          <p:cNvPr id="89" name="Shape 45">
            <a:extLst>
              <a:ext uri="{FF2B5EF4-FFF2-40B4-BE49-F238E27FC236}">
                <a16:creationId xmlns:a16="http://schemas.microsoft.com/office/drawing/2014/main" id="{FEBF8385-EEB9-59A0-7872-68243FD38A72}"/>
              </a:ext>
            </a:extLst>
          </p:cNvPr>
          <p:cNvSpPr/>
          <p:nvPr/>
        </p:nvSpPr>
        <p:spPr>
          <a:xfrm>
            <a:off x="8106397" y="3857324"/>
            <a:ext cx="3749040" cy="2423160"/>
          </a:xfrm>
          <a:prstGeom prst="rect">
            <a:avLst/>
          </a:prstGeom>
          <a:solidFill>
            <a:schemeClr val="tx1"/>
          </a:solidFill>
          <a:ln w="12700">
            <a:solidFill>
              <a:srgbClr val="2B6A8F"/>
            </a:solidFill>
            <a:prstDash val="solid"/>
          </a:ln>
        </p:spPr>
        <p:txBody>
          <a:bodyPr/>
          <a:lstStyle/>
          <a:p>
            <a:endParaRPr lang="en-US" sz="1100"/>
          </a:p>
        </p:txBody>
      </p:sp>
      <p:sp>
        <p:nvSpPr>
          <p:cNvPr id="91" name="Text 46">
            <a:extLst>
              <a:ext uri="{FF2B5EF4-FFF2-40B4-BE49-F238E27FC236}">
                <a16:creationId xmlns:a16="http://schemas.microsoft.com/office/drawing/2014/main" id="{D0E92446-355C-E272-B58A-757B8A2C8738}"/>
              </a:ext>
            </a:extLst>
          </p:cNvPr>
          <p:cNvSpPr/>
          <p:nvPr/>
        </p:nvSpPr>
        <p:spPr>
          <a:xfrm>
            <a:off x="8264893" y="4031060"/>
            <a:ext cx="3749040" cy="502920"/>
          </a:xfrm>
          <a:prstGeom prst="rect">
            <a:avLst/>
          </a:prstGeom>
          <a:noFill/>
          <a:ln/>
        </p:spPr>
        <p:txBody>
          <a:bodyPr wrap="square" rtlCol="0" anchor="ctr"/>
          <a:lstStyle/>
          <a:p>
            <a:pPr marL="0" indent="0">
              <a:buNone/>
            </a:pPr>
            <a:r>
              <a:rPr lang="en-US" sz="1100" b="1" dirty="0">
                <a:solidFill>
                  <a:srgbClr val="BAE6FD"/>
                </a:solidFill>
                <a:ea typeface="Calibri" pitchFamily="34" charset="-122"/>
                <a:cs typeface="Calibri" pitchFamily="34" charset="-120"/>
              </a:rPr>
              <a:t>Programs</a:t>
            </a:r>
            <a:endParaRPr lang="en-US" sz="1100" dirty="0"/>
          </a:p>
        </p:txBody>
      </p:sp>
      <p:sp>
        <p:nvSpPr>
          <p:cNvPr id="93" name="Shape 47">
            <a:extLst>
              <a:ext uri="{FF2B5EF4-FFF2-40B4-BE49-F238E27FC236}">
                <a16:creationId xmlns:a16="http://schemas.microsoft.com/office/drawing/2014/main" id="{536CFD48-FEB5-6C17-0BF1-F41C0A067054}"/>
              </a:ext>
            </a:extLst>
          </p:cNvPr>
          <p:cNvSpPr/>
          <p:nvPr/>
        </p:nvSpPr>
        <p:spPr>
          <a:xfrm>
            <a:off x="8243557" y="4479116"/>
            <a:ext cx="3474720" cy="18288"/>
          </a:xfrm>
          <a:prstGeom prst="rect">
            <a:avLst/>
          </a:prstGeom>
          <a:solidFill>
            <a:srgbClr val="2B6A8F"/>
          </a:solidFill>
          <a:ln w="12700">
            <a:solidFill>
              <a:srgbClr val="2B6A8F"/>
            </a:solidFill>
            <a:prstDash val="solid"/>
          </a:ln>
        </p:spPr>
        <p:txBody>
          <a:bodyPr/>
          <a:lstStyle/>
          <a:p>
            <a:endParaRPr lang="en-US" sz="1100"/>
          </a:p>
        </p:txBody>
      </p:sp>
      <p:sp>
        <p:nvSpPr>
          <p:cNvPr id="95" name="Text 48">
            <a:extLst>
              <a:ext uri="{FF2B5EF4-FFF2-40B4-BE49-F238E27FC236}">
                <a16:creationId xmlns:a16="http://schemas.microsoft.com/office/drawing/2014/main" id="{E2472CEB-8507-6DF8-E50D-B74AB5B19EA8}"/>
              </a:ext>
            </a:extLst>
          </p:cNvPr>
          <p:cNvSpPr/>
          <p:nvPr/>
        </p:nvSpPr>
        <p:spPr>
          <a:xfrm>
            <a:off x="8243557" y="4570556"/>
            <a:ext cx="3474720" cy="292608"/>
          </a:xfrm>
          <a:prstGeom prst="rect">
            <a:avLst/>
          </a:prstGeom>
          <a:noFill/>
          <a:ln/>
        </p:spPr>
        <p:txBody>
          <a:bodyPr wrap="square" rtlCol="0" anchor="ctr"/>
          <a:lstStyle/>
          <a:p>
            <a:pPr marL="0" indent="0">
              <a:buNone/>
            </a:pPr>
            <a:r>
              <a:rPr lang="en-US" sz="1100" dirty="0">
                <a:solidFill>
                  <a:srgbClr val="FFFFFF"/>
                </a:solidFill>
                <a:ea typeface="Calibri" pitchFamily="34" charset="-122"/>
                <a:cs typeface="Calibri" pitchFamily="34" charset="-120"/>
              </a:rPr>
              <a:t>·  NSLP · SBP · CACFP</a:t>
            </a:r>
            <a:endParaRPr lang="en-US" sz="1100" dirty="0"/>
          </a:p>
        </p:txBody>
      </p:sp>
      <p:sp>
        <p:nvSpPr>
          <p:cNvPr id="97" name="Text 49">
            <a:extLst>
              <a:ext uri="{FF2B5EF4-FFF2-40B4-BE49-F238E27FC236}">
                <a16:creationId xmlns:a16="http://schemas.microsoft.com/office/drawing/2014/main" id="{98409C11-EFFB-250B-8FE9-173EF33A7732}"/>
              </a:ext>
            </a:extLst>
          </p:cNvPr>
          <p:cNvSpPr/>
          <p:nvPr/>
        </p:nvSpPr>
        <p:spPr>
          <a:xfrm>
            <a:off x="8243557" y="4899740"/>
            <a:ext cx="3474720" cy="292608"/>
          </a:xfrm>
          <a:prstGeom prst="rect">
            <a:avLst/>
          </a:prstGeom>
          <a:noFill/>
          <a:ln/>
        </p:spPr>
        <p:txBody>
          <a:bodyPr wrap="square" rtlCol="0" anchor="ctr"/>
          <a:lstStyle/>
          <a:p>
            <a:pPr marL="0" indent="0">
              <a:buNone/>
            </a:pPr>
            <a:r>
              <a:rPr lang="en-US" sz="1100" dirty="0">
                <a:solidFill>
                  <a:srgbClr val="FFFFFF"/>
                </a:solidFill>
                <a:ea typeface="Calibri" pitchFamily="34" charset="-122"/>
                <a:cs typeface="Calibri" pitchFamily="34" charset="-120"/>
              </a:rPr>
              <a:t>·  SFSP · SMP · CEP</a:t>
            </a:r>
            <a:endParaRPr lang="en-US" sz="1100" dirty="0"/>
          </a:p>
        </p:txBody>
      </p:sp>
      <p:sp>
        <p:nvSpPr>
          <p:cNvPr id="99" name="Text 50">
            <a:extLst>
              <a:ext uri="{FF2B5EF4-FFF2-40B4-BE49-F238E27FC236}">
                <a16:creationId xmlns:a16="http://schemas.microsoft.com/office/drawing/2014/main" id="{2E8B31AE-0AC4-CCA5-B125-B76AC5176EB6}"/>
              </a:ext>
            </a:extLst>
          </p:cNvPr>
          <p:cNvSpPr/>
          <p:nvPr/>
        </p:nvSpPr>
        <p:spPr>
          <a:xfrm>
            <a:off x="8243557" y="5228924"/>
            <a:ext cx="3474720" cy="292608"/>
          </a:xfrm>
          <a:prstGeom prst="rect">
            <a:avLst/>
          </a:prstGeom>
          <a:noFill/>
          <a:ln/>
        </p:spPr>
        <p:txBody>
          <a:bodyPr wrap="square" rtlCol="0" anchor="ctr"/>
          <a:lstStyle/>
          <a:p>
            <a:pPr marL="0" indent="0">
              <a:buNone/>
            </a:pPr>
            <a:r>
              <a:rPr lang="en-US" sz="1100" dirty="0">
                <a:solidFill>
                  <a:srgbClr val="FFFFFF"/>
                </a:solidFill>
                <a:ea typeface="Calibri" pitchFamily="34" charset="-122"/>
                <a:cs typeface="Calibri" pitchFamily="34" charset="-120"/>
              </a:rPr>
              <a:t>·  Cross-program participation</a:t>
            </a:r>
            <a:endParaRPr lang="en-US" sz="1100" dirty="0"/>
          </a:p>
        </p:txBody>
      </p:sp>
      <p:sp>
        <p:nvSpPr>
          <p:cNvPr id="101" name="Text 51">
            <a:extLst>
              <a:ext uri="{FF2B5EF4-FFF2-40B4-BE49-F238E27FC236}">
                <a16:creationId xmlns:a16="http://schemas.microsoft.com/office/drawing/2014/main" id="{FFE61958-4CAA-8527-9A62-58B4DF767DB5}"/>
              </a:ext>
            </a:extLst>
          </p:cNvPr>
          <p:cNvSpPr/>
          <p:nvPr/>
        </p:nvSpPr>
        <p:spPr>
          <a:xfrm>
            <a:off x="8243557" y="5558108"/>
            <a:ext cx="3474720" cy="292608"/>
          </a:xfrm>
          <a:prstGeom prst="rect">
            <a:avLst/>
          </a:prstGeom>
          <a:noFill/>
          <a:ln/>
        </p:spPr>
        <p:txBody>
          <a:bodyPr wrap="square" rtlCol="0" anchor="ctr"/>
          <a:lstStyle/>
          <a:p>
            <a:pPr marL="0" indent="0">
              <a:buNone/>
            </a:pPr>
            <a:r>
              <a:rPr lang="en-US" sz="1100" dirty="0">
                <a:solidFill>
                  <a:srgbClr val="FFFFFF"/>
                </a:solidFill>
                <a:ea typeface="Calibri" pitchFamily="34" charset="-122"/>
                <a:cs typeface="Calibri" pitchFamily="34" charset="-120"/>
              </a:rPr>
              <a:t>·  Program-specific rules enforced</a:t>
            </a:r>
            <a:endParaRPr lang="en-US" sz="1100" dirty="0"/>
          </a:p>
        </p:txBody>
      </p:sp>
      <p:sp>
        <p:nvSpPr>
          <p:cNvPr id="103" name="Text 52">
            <a:extLst>
              <a:ext uri="{FF2B5EF4-FFF2-40B4-BE49-F238E27FC236}">
                <a16:creationId xmlns:a16="http://schemas.microsoft.com/office/drawing/2014/main" id="{F1FC378C-1F33-F277-17E5-36CC3C74BAC6}"/>
              </a:ext>
            </a:extLst>
          </p:cNvPr>
          <p:cNvSpPr/>
          <p:nvPr/>
        </p:nvSpPr>
        <p:spPr>
          <a:xfrm>
            <a:off x="8243557" y="5887292"/>
            <a:ext cx="3474720" cy="292608"/>
          </a:xfrm>
          <a:prstGeom prst="rect">
            <a:avLst/>
          </a:prstGeom>
          <a:noFill/>
          <a:ln/>
        </p:spPr>
        <p:txBody>
          <a:bodyPr wrap="square" rtlCol="0" anchor="ctr"/>
          <a:lstStyle/>
          <a:p>
            <a:pPr marL="0" indent="0">
              <a:buNone/>
            </a:pPr>
            <a:r>
              <a:rPr lang="en-US" sz="1100" dirty="0">
                <a:solidFill>
                  <a:srgbClr val="FFFFFF"/>
                </a:solidFill>
                <a:ea typeface="Calibri" pitchFamily="34" charset="-122"/>
                <a:cs typeface="Calibri" pitchFamily="34" charset="-120"/>
              </a:rPr>
              <a:t>·  IsFederal guardrail per program</a:t>
            </a:r>
            <a:endParaRPr lang="en-US" sz="1100" dirty="0"/>
          </a:p>
        </p:txBody>
      </p:sp>
    </p:spTree>
    <p:extLst>
      <p:ext uri="{BB962C8B-B14F-4D97-AF65-F5344CB8AC3E}">
        <p14:creationId xmlns:p14="http://schemas.microsoft.com/office/powerpoint/2010/main" val="1081837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3228F-4663-9D7B-0AD6-7E7F1343F972}"/>
              </a:ext>
            </a:extLst>
          </p:cNvPr>
          <p:cNvSpPr>
            <a:spLocks noGrp="1"/>
          </p:cNvSpPr>
          <p:nvPr>
            <p:ph type="title"/>
          </p:nvPr>
        </p:nvSpPr>
        <p:spPr>
          <a:xfrm>
            <a:off x="658586" y="620487"/>
            <a:ext cx="5437414" cy="539358"/>
          </a:xfrm>
        </p:spPr>
        <p:txBody>
          <a:bodyPr/>
          <a:lstStyle/>
          <a:p>
            <a:r>
              <a:rPr lang="en-US" dirty="0"/>
              <a:t>Audit</a:t>
            </a:r>
          </a:p>
        </p:txBody>
      </p:sp>
      <p:sp>
        <p:nvSpPr>
          <p:cNvPr id="3" name="Slide Number Placeholder 2">
            <a:extLst>
              <a:ext uri="{FF2B5EF4-FFF2-40B4-BE49-F238E27FC236}">
                <a16:creationId xmlns:a16="http://schemas.microsoft.com/office/drawing/2014/main" id="{97F4D1B8-88B0-E134-FBB1-EA392E0A1AF5}"/>
              </a:ext>
            </a:extLst>
          </p:cNvPr>
          <p:cNvSpPr>
            <a:spLocks noGrp="1"/>
          </p:cNvSpPr>
          <p:nvPr>
            <p:ph type="sldNum" sz="quarter" idx="10"/>
          </p:nvPr>
        </p:nvSpPr>
        <p:spPr/>
        <p:txBody>
          <a:bodyPr/>
          <a:lstStyle/>
          <a:p>
            <a:fld id="{F71C0B42-4AEE-41DE-B077-4156AA01E9D4}" type="slidenum">
              <a:rPr lang="en-US" smtClean="0"/>
              <a:pPr/>
              <a:t>11</a:t>
            </a:fld>
            <a:endParaRPr lang="en-US"/>
          </a:p>
        </p:txBody>
      </p:sp>
      <p:sp>
        <p:nvSpPr>
          <p:cNvPr id="9" name="Text 6">
            <a:extLst>
              <a:ext uri="{FF2B5EF4-FFF2-40B4-BE49-F238E27FC236}">
                <a16:creationId xmlns:a16="http://schemas.microsoft.com/office/drawing/2014/main" id="{A9210D50-CF74-70F4-B06B-DC530AEDD22B}"/>
              </a:ext>
            </a:extLst>
          </p:cNvPr>
          <p:cNvSpPr/>
          <p:nvPr/>
        </p:nvSpPr>
        <p:spPr>
          <a:xfrm>
            <a:off x="534202" y="1119337"/>
            <a:ext cx="10895798" cy="502920"/>
          </a:xfrm>
          <a:prstGeom prst="rect">
            <a:avLst/>
          </a:prstGeom>
          <a:noFill/>
          <a:ln/>
        </p:spPr>
        <p:txBody>
          <a:bodyPr wrap="square" rtlCol="0" anchor="ctr"/>
          <a:lstStyle/>
          <a:p>
            <a:pPr marL="0" indent="0">
              <a:buNone/>
            </a:pPr>
            <a:r>
              <a:rPr lang="en-US" sz="1600" dirty="0">
                <a:solidFill>
                  <a:schemeClr val="accent2"/>
                </a:solidFill>
                <a:latin typeface="+mj-lt"/>
                <a:ea typeface="Calibri" pitchFamily="34" charset="-122"/>
                <a:cs typeface="Calibri" pitchFamily="34" charset="-120"/>
              </a:rPr>
              <a:t>Every write operation on the platform (save, submit, approve, reject, and override) is captured automatically. </a:t>
            </a:r>
            <a:endParaRPr lang="en-US" sz="1600" dirty="0">
              <a:solidFill>
                <a:schemeClr val="accent2"/>
              </a:solidFill>
              <a:latin typeface="+mj-lt"/>
            </a:endParaRPr>
          </a:p>
        </p:txBody>
      </p:sp>
      <p:sp>
        <p:nvSpPr>
          <p:cNvPr id="13" name="Text 8">
            <a:extLst>
              <a:ext uri="{FF2B5EF4-FFF2-40B4-BE49-F238E27FC236}">
                <a16:creationId xmlns:a16="http://schemas.microsoft.com/office/drawing/2014/main" id="{1EB37DD7-A6F9-1EA4-F622-68773DBA47F0}"/>
              </a:ext>
            </a:extLst>
          </p:cNvPr>
          <p:cNvSpPr/>
          <p:nvPr/>
        </p:nvSpPr>
        <p:spPr>
          <a:xfrm>
            <a:off x="457200" y="2048256"/>
            <a:ext cx="3749040" cy="347472"/>
          </a:xfrm>
          <a:prstGeom prst="rect">
            <a:avLst/>
          </a:prstGeom>
          <a:noFill/>
          <a:ln/>
        </p:spPr>
        <p:txBody>
          <a:bodyPr wrap="square" rtlCol="0" anchor="ctr"/>
          <a:lstStyle/>
          <a:p>
            <a:pPr marL="0" indent="0" algn="ctr">
              <a:buNone/>
            </a:pPr>
            <a:r>
              <a:rPr lang="en-US" sz="1600" b="1" dirty="0">
                <a:ea typeface="Calibri" pitchFamily="34" charset="-122"/>
                <a:cs typeface="Calibri" pitchFamily="34" charset="-120"/>
              </a:rPr>
              <a:t>What Gets Captured</a:t>
            </a:r>
            <a:endParaRPr lang="en-US" sz="1600" dirty="0"/>
          </a:p>
        </p:txBody>
      </p:sp>
      <p:sp>
        <p:nvSpPr>
          <p:cNvPr id="15" name="Shape 9">
            <a:extLst>
              <a:ext uri="{FF2B5EF4-FFF2-40B4-BE49-F238E27FC236}">
                <a16:creationId xmlns:a16="http://schemas.microsoft.com/office/drawing/2014/main" id="{D6BA1315-B427-54D0-1809-FB47A59F63A9}"/>
              </a:ext>
            </a:extLst>
          </p:cNvPr>
          <p:cNvSpPr/>
          <p:nvPr/>
        </p:nvSpPr>
        <p:spPr>
          <a:xfrm>
            <a:off x="594360" y="2432309"/>
            <a:ext cx="3474720" cy="18288"/>
          </a:xfrm>
          <a:prstGeom prst="rect">
            <a:avLst/>
          </a:prstGeom>
          <a:solidFill>
            <a:srgbClr val="2B6A8F"/>
          </a:solidFill>
          <a:ln w="12700">
            <a:solidFill>
              <a:srgbClr val="2B6A8F"/>
            </a:solidFill>
            <a:prstDash val="solid"/>
          </a:ln>
        </p:spPr>
        <p:txBody>
          <a:bodyPr/>
          <a:lstStyle/>
          <a:p>
            <a:pPr marL="285750" indent="-285750">
              <a:buFont typeface="Arial" panose="020B0604020202020204" pitchFamily="34" charset="0"/>
              <a:buChar char="•"/>
            </a:pPr>
            <a:endParaRPr lang="en-US" sz="1600"/>
          </a:p>
        </p:txBody>
      </p:sp>
      <p:sp>
        <p:nvSpPr>
          <p:cNvPr id="17" name="Text 10">
            <a:extLst>
              <a:ext uri="{FF2B5EF4-FFF2-40B4-BE49-F238E27FC236}">
                <a16:creationId xmlns:a16="http://schemas.microsoft.com/office/drawing/2014/main" id="{77237B58-A4F1-A2CE-CB00-69A291D3909F}"/>
              </a:ext>
            </a:extLst>
          </p:cNvPr>
          <p:cNvSpPr/>
          <p:nvPr/>
        </p:nvSpPr>
        <p:spPr>
          <a:xfrm>
            <a:off x="594360" y="2398615"/>
            <a:ext cx="3474720" cy="548640"/>
          </a:xfrm>
          <a:prstGeom prst="rect">
            <a:avLst/>
          </a:prstGeom>
          <a:noFill/>
          <a:ln/>
        </p:spPr>
        <p:txBody>
          <a:bodyPr wrap="square" rtlCol="0" anchor="ctr"/>
          <a:lstStyle/>
          <a:p>
            <a:pPr marL="285750" indent="-285750">
              <a:buFont typeface="Arial" panose="020B0604020202020204" pitchFamily="34" charset="0"/>
              <a:buChar char="•"/>
            </a:pPr>
            <a:r>
              <a:rPr lang="en-US" sz="1600" dirty="0">
                <a:ea typeface="Calibri" pitchFamily="34" charset="-122"/>
                <a:cs typeface="Calibri" pitchFamily="34" charset="-120"/>
              </a:rPr>
              <a:t>Full state snapshot at each event</a:t>
            </a:r>
            <a:endParaRPr lang="en-US" sz="1600" dirty="0"/>
          </a:p>
        </p:txBody>
      </p:sp>
      <p:sp>
        <p:nvSpPr>
          <p:cNvPr id="19" name="Text 11">
            <a:extLst>
              <a:ext uri="{FF2B5EF4-FFF2-40B4-BE49-F238E27FC236}">
                <a16:creationId xmlns:a16="http://schemas.microsoft.com/office/drawing/2014/main" id="{3EB922D0-CD37-2AF9-4F1B-C8477AB40FC3}"/>
              </a:ext>
            </a:extLst>
          </p:cNvPr>
          <p:cNvSpPr/>
          <p:nvPr/>
        </p:nvSpPr>
        <p:spPr>
          <a:xfrm>
            <a:off x="594360" y="3020407"/>
            <a:ext cx="3474720" cy="548640"/>
          </a:xfrm>
          <a:prstGeom prst="rect">
            <a:avLst/>
          </a:prstGeom>
          <a:noFill/>
          <a:ln/>
        </p:spPr>
        <p:txBody>
          <a:bodyPr wrap="square" rtlCol="0" anchor="ctr"/>
          <a:lstStyle/>
          <a:p>
            <a:pPr marL="285750" indent="-285750">
              <a:buFont typeface="Arial" panose="020B0604020202020204" pitchFamily="34" charset="0"/>
              <a:buChar char="•"/>
            </a:pPr>
            <a:r>
              <a:rPr lang="en-US" sz="1600" dirty="0">
                <a:ea typeface="Calibri" pitchFamily="34" charset="-122"/>
                <a:cs typeface="Calibri" pitchFamily="34" charset="-120"/>
              </a:rPr>
              <a:t>Every field that changed, before and after</a:t>
            </a:r>
            <a:endParaRPr lang="en-US" sz="1600" dirty="0"/>
          </a:p>
        </p:txBody>
      </p:sp>
      <p:sp>
        <p:nvSpPr>
          <p:cNvPr id="21" name="Text 12">
            <a:extLst>
              <a:ext uri="{FF2B5EF4-FFF2-40B4-BE49-F238E27FC236}">
                <a16:creationId xmlns:a16="http://schemas.microsoft.com/office/drawing/2014/main" id="{B2CBB36E-0745-0202-E94E-0D7805B71981}"/>
              </a:ext>
            </a:extLst>
          </p:cNvPr>
          <p:cNvSpPr/>
          <p:nvPr/>
        </p:nvSpPr>
        <p:spPr>
          <a:xfrm>
            <a:off x="594360" y="3642199"/>
            <a:ext cx="3474720" cy="548640"/>
          </a:xfrm>
          <a:prstGeom prst="rect">
            <a:avLst/>
          </a:prstGeom>
          <a:noFill/>
          <a:ln/>
        </p:spPr>
        <p:txBody>
          <a:bodyPr wrap="square" rtlCol="0" anchor="ctr"/>
          <a:lstStyle/>
          <a:p>
            <a:pPr marL="285750" indent="-285750">
              <a:buFont typeface="Arial" panose="020B0604020202020204" pitchFamily="34" charset="0"/>
              <a:buChar char="•"/>
            </a:pPr>
            <a:r>
              <a:rPr lang="en-US" sz="1600" dirty="0">
                <a:ea typeface="Calibri" pitchFamily="34" charset="-122"/>
                <a:cs typeface="Calibri" pitchFamily="34" charset="-120"/>
              </a:rPr>
              <a:t>Who made the change (user + role)</a:t>
            </a:r>
            <a:endParaRPr lang="en-US" sz="1600" dirty="0"/>
          </a:p>
        </p:txBody>
      </p:sp>
      <p:sp>
        <p:nvSpPr>
          <p:cNvPr id="23" name="Text 13">
            <a:extLst>
              <a:ext uri="{FF2B5EF4-FFF2-40B4-BE49-F238E27FC236}">
                <a16:creationId xmlns:a16="http://schemas.microsoft.com/office/drawing/2014/main" id="{B6146CDA-6BAC-4FCE-23D1-D5855CE75B4F}"/>
              </a:ext>
            </a:extLst>
          </p:cNvPr>
          <p:cNvSpPr/>
          <p:nvPr/>
        </p:nvSpPr>
        <p:spPr>
          <a:xfrm>
            <a:off x="594360" y="4263991"/>
            <a:ext cx="3474720" cy="548640"/>
          </a:xfrm>
          <a:prstGeom prst="rect">
            <a:avLst/>
          </a:prstGeom>
          <a:noFill/>
          <a:ln/>
        </p:spPr>
        <p:txBody>
          <a:bodyPr wrap="square" rtlCol="0" anchor="ctr"/>
          <a:lstStyle/>
          <a:p>
            <a:pPr marL="285750" indent="-285750">
              <a:buFont typeface="Arial" panose="020B0604020202020204" pitchFamily="34" charset="0"/>
              <a:buChar char="•"/>
            </a:pPr>
            <a:r>
              <a:rPr lang="en-US" sz="1600" dirty="0">
                <a:ea typeface="Calibri" pitchFamily="34" charset="-122"/>
                <a:cs typeface="Calibri" pitchFamily="34" charset="-120"/>
              </a:rPr>
              <a:t>When it happened (timestamp)</a:t>
            </a:r>
            <a:endParaRPr lang="en-US" sz="1600" dirty="0"/>
          </a:p>
        </p:txBody>
      </p:sp>
      <p:sp>
        <p:nvSpPr>
          <p:cNvPr id="25" name="Text 14">
            <a:extLst>
              <a:ext uri="{FF2B5EF4-FFF2-40B4-BE49-F238E27FC236}">
                <a16:creationId xmlns:a16="http://schemas.microsoft.com/office/drawing/2014/main" id="{C3228092-44CE-2528-41E3-ABB847512B0A}"/>
              </a:ext>
            </a:extLst>
          </p:cNvPr>
          <p:cNvSpPr/>
          <p:nvPr/>
        </p:nvSpPr>
        <p:spPr>
          <a:xfrm>
            <a:off x="594360" y="4885783"/>
            <a:ext cx="3474720" cy="548640"/>
          </a:xfrm>
          <a:prstGeom prst="rect">
            <a:avLst/>
          </a:prstGeom>
          <a:noFill/>
          <a:ln/>
        </p:spPr>
        <p:txBody>
          <a:bodyPr wrap="square" rtlCol="0" anchor="ctr"/>
          <a:lstStyle/>
          <a:p>
            <a:pPr marL="285750" indent="-285750">
              <a:buFont typeface="Arial" panose="020B0604020202020204" pitchFamily="34" charset="0"/>
              <a:buChar char="•"/>
            </a:pPr>
            <a:r>
              <a:rPr lang="en-US" sz="1600" dirty="0">
                <a:ea typeface="Calibri" pitchFamily="34" charset="-122"/>
                <a:cs typeface="Calibri" pitchFamily="34" charset="-120"/>
              </a:rPr>
              <a:t>What workflow state the record was in</a:t>
            </a:r>
            <a:endParaRPr lang="en-US" sz="1600" dirty="0"/>
          </a:p>
        </p:txBody>
      </p:sp>
      <p:sp>
        <p:nvSpPr>
          <p:cNvPr id="29" name="Text 16">
            <a:extLst>
              <a:ext uri="{FF2B5EF4-FFF2-40B4-BE49-F238E27FC236}">
                <a16:creationId xmlns:a16="http://schemas.microsoft.com/office/drawing/2014/main" id="{7579F825-CCB6-49A9-F223-70BEB9004B7D}"/>
              </a:ext>
            </a:extLst>
          </p:cNvPr>
          <p:cNvSpPr/>
          <p:nvPr/>
        </p:nvSpPr>
        <p:spPr>
          <a:xfrm>
            <a:off x="4370832" y="2048256"/>
            <a:ext cx="3749040" cy="347472"/>
          </a:xfrm>
          <a:prstGeom prst="rect">
            <a:avLst/>
          </a:prstGeom>
          <a:noFill/>
          <a:ln/>
        </p:spPr>
        <p:txBody>
          <a:bodyPr wrap="square" rtlCol="0" anchor="ctr"/>
          <a:lstStyle/>
          <a:p>
            <a:pPr marL="0" indent="0" algn="ctr">
              <a:buNone/>
            </a:pPr>
            <a:r>
              <a:rPr lang="en-US" sz="1600" b="1" dirty="0">
                <a:ea typeface="Calibri" pitchFamily="34" charset="-122"/>
                <a:cs typeface="Calibri" pitchFamily="34" charset="-120"/>
              </a:rPr>
              <a:t>What You Can Do With It</a:t>
            </a:r>
            <a:endParaRPr lang="en-US" sz="1600" dirty="0"/>
          </a:p>
        </p:txBody>
      </p:sp>
      <p:sp>
        <p:nvSpPr>
          <p:cNvPr id="31" name="Shape 17">
            <a:extLst>
              <a:ext uri="{FF2B5EF4-FFF2-40B4-BE49-F238E27FC236}">
                <a16:creationId xmlns:a16="http://schemas.microsoft.com/office/drawing/2014/main" id="{46F248E4-8024-599E-26A2-DECCC3F2333E}"/>
              </a:ext>
            </a:extLst>
          </p:cNvPr>
          <p:cNvSpPr/>
          <p:nvPr/>
        </p:nvSpPr>
        <p:spPr>
          <a:xfrm>
            <a:off x="4507992" y="2432304"/>
            <a:ext cx="3474720" cy="18288"/>
          </a:xfrm>
          <a:prstGeom prst="rect">
            <a:avLst/>
          </a:prstGeom>
          <a:solidFill>
            <a:srgbClr val="2B6A8F"/>
          </a:solidFill>
          <a:ln w="12700">
            <a:solidFill>
              <a:srgbClr val="2B6A8F"/>
            </a:solidFill>
            <a:prstDash val="solid"/>
          </a:ln>
        </p:spPr>
        <p:txBody>
          <a:bodyPr/>
          <a:lstStyle/>
          <a:p>
            <a:pPr marL="285750" indent="-285750">
              <a:buFont typeface="Arial" panose="020B0604020202020204" pitchFamily="34" charset="0"/>
              <a:buChar char="•"/>
            </a:pPr>
            <a:endParaRPr lang="en-US" sz="1600"/>
          </a:p>
        </p:txBody>
      </p:sp>
      <p:sp>
        <p:nvSpPr>
          <p:cNvPr id="33" name="Text 18">
            <a:extLst>
              <a:ext uri="{FF2B5EF4-FFF2-40B4-BE49-F238E27FC236}">
                <a16:creationId xmlns:a16="http://schemas.microsoft.com/office/drawing/2014/main" id="{292508A1-7A7E-9043-456A-DD12F7AE122F}"/>
              </a:ext>
            </a:extLst>
          </p:cNvPr>
          <p:cNvSpPr/>
          <p:nvPr/>
        </p:nvSpPr>
        <p:spPr>
          <a:xfrm>
            <a:off x="4507992" y="2523744"/>
            <a:ext cx="3474720" cy="548640"/>
          </a:xfrm>
          <a:prstGeom prst="rect">
            <a:avLst/>
          </a:prstGeom>
          <a:noFill/>
          <a:ln/>
        </p:spPr>
        <p:txBody>
          <a:bodyPr wrap="square" rtlCol="0" anchor="ctr"/>
          <a:lstStyle/>
          <a:p>
            <a:pPr marL="285750" indent="-285750">
              <a:buFont typeface="Arial" panose="020B0604020202020204" pitchFamily="34" charset="0"/>
              <a:buChar char="•"/>
            </a:pPr>
            <a:r>
              <a:rPr lang="en-US" sz="1600" dirty="0">
                <a:ea typeface="Calibri" pitchFamily="34" charset="-122"/>
                <a:cs typeface="Calibri" pitchFamily="34" charset="-120"/>
              </a:rPr>
              <a:t>Reconstruct the full history of any record</a:t>
            </a:r>
            <a:endParaRPr lang="en-US" sz="1600" dirty="0"/>
          </a:p>
        </p:txBody>
      </p:sp>
      <p:sp>
        <p:nvSpPr>
          <p:cNvPr id="35" name="Text 19">
            <a:extLst>
              <a:ext uri="{FF2B5EF4-FFF2-40B4-BE49-F238E27FC236}">
                <a16:creationId xmlns:a16="http://schemas.microsoft.com/office/drawing/2014/main" id="{63965248-42AC-3FDE-DC77-2B055420EA58}"/>
              </a:ext>
            </a:extLst>
          </p:cNvPr>
          <p:cNvSpPr/>
          <p:nvPr/>
        </p:nvSpPr>
        <p:spPr>
          <a:xfrm>
            <a:off x="4507992" y="3145536"/>
            <a:ext cx="3474720" cy="548640"/>
          </a:xfrm>
          <a:prstGeom prst="rect">
            <a:avLst/>
          </a:prstGeom>
          <a:noFill/>
          <a:ln/>
        </p:spPr>
        <p:txBody>
          <a:bodyPr wrap="square" rtlCol="0" anchor="ctr"/>
          <a:lstStyle/>
          <a:p>
            <a:pPr marL="285750" indent="-285750">
              <a:buFont typeface="Arial" panose="020B0604020202020204" pitchFamily="34" charset="0"/>
              <a:buChar char="•"/>
            </a:pPr>
            <a:r>
              <a:rPr lang="en-US" sz="1600" dirty="0">
                <a:ea typeface="Calibri" pitchFamily="34" charset="-122"/>
                <a:cs typeface="Calibri" pitchFamily="34" charset="-120"/>
              </a:rPr>
              <a:t>Answer "who approved this and when?"</a:t>
            </a:r>
            <a:endParaRPr lang="en-US" sz="1600" dirty="0"/>
          </a:p>
        </p:txBody>
      </p:sp>
      <p:sp>
        <p:nvSpPr>
          <p:cNvPr id="37" name="Text 20">
            <a:extLst>
              <a:ext uri="{FF2B5EF4-FFF2-40B4-BE49-F238E27FC236}">
                <a16:creationId xmlns:a16="http://schemas.microsoft.com/office/drawing/2014/main" id="{5C6F6426-DB49-4E98-E9EC-FD6778ACD853}"/>
              </a:ext>
            </a:extLst>
          </p:cNvPr>
          <p:cNvSpPr/>
          <p:nvPr/>
        </p:nvSpPr>
        <p:spPr>
          <a:xfrm>
            <a:off x="4507992" y="3767328"/>
            <a:ext cx="3474720" cy="548640"/>
          </a:xfrm>
          <a:prstGeom prst="rect">
            <a:avLst/>
          </a:prstGeom>
          <a:noFill/>
          <a:ln/>
        </p:spPr>
        <p:txBody>
          <a:bodyPr wrap="square" rtlCol="0" anchor="ctr"/>
          <a:lstStyle/>
          <a:p>
            <a:pPr marL="285750" indent="-285750">
              <a:buFont typeface="Arial" panose="020B0604020202020204" pitchFamily="34" charset="0"/>
              <a:buChar char="•"/>
            </a:pPr>
            <a:r>
              <a:rPr lang="en-US" sz="1600" dirty="0">
                <a:ea typeface="Calibri" pitchFamily="34" charset="-122"/>
                <a:cs typeface="Calibri" pitchFamily="34" charset="-120"/>
              </a:rPr>
              <a:t>Produce audit trails for federal reviewers</a:t>
            </a:r>
            <a:endParaRPr lang="en-US" sz="1600" dirty="0"/>
          </a:p>
        </p:txBody>
      </p:sp>
      <p:sp>
        <p:nvSpPr>
          <p:cNvPr id="39" name="Text 21">
            <a:extLst>
              <a:ext uri="{FF2B5EF4-FFF2-40B4-BE49-F238E27FC236}">
                <a16:creationId xmlns:a16="http://schemas.microsoft.com/office/drawing/2014/main" id="{69B29675-5702-43A2-E173-DA3FF97BDC26}"/>
              </a:ext>
            </a:extLst>
          </p:cNvPr>
          <p:cNvSpPr/>
          <p:nvPr/>
        </p:nvSpPr>
        <p:spPr>
          <a:xfrm>
            <a:off x="4507992" y="4389120"/>
            <a:ext cx="3474720" cy="548640"/>
          </a:xfrm>
          <a:prstGeom prst="rect">
            <a:avLst/>
          </a:prstGeom>
          <a:noFill/>
          <a:ln/>
        </p:spPr>
        <p:txBody>
          <a:bodyPr wrap="square" rtlCol="0" anchor="ctr"/>
          <a:lstStyle/>
          <a:p>
            <a:pPr marL="285750" indent="-285750">
              <a:buFont typeface="Arial" panose="020B0604020202020204" pitchFamily="34" charset="0"/>
              <a:buChar char="•"/>
            </a:pPr>
            <a:r>
              <a:rPr lang="en-US" sz="1600" dirty="0">
                <a:ea typeface="Calibri" pitchFamily="34" charset="-122"/>
                <a:cs typeface="Calibri" pitchFamily="34" charset="-120"/>
              </a:rPr>
              <a:t>Support compliance investigations</a:t>
            </a:r>
            <a:endParaRPr lang="en-US" sz="1600" dirty="0"/>
          </a:p>
        </p:txBody>
      </p:sp>
      <p:sp>
        <p:nvSpPr>
          <p:cNvPr id="41" name="Text 22">
            <a:extLst>
              <a:ext uri="{FF2B5EF4-FFF2-40B4-BE49-F238E27FC236}">
                <a16:creationId xmlns:a16="http://schemas.microsoft.com/office/drawing/2014/main" id="{EFC232B2-14C5-6C07-5AD2-DF73730D71EE}"/>
              </a:ext>
            </a:extLst>
          </p:cNvPr>
          <p:cNvSpPr/>
          <p:nvPr/>
        </p:nvSpPr>
        <p:spPr>
          <a:xfrm>
            <a:off x="4507992" y="5010912"/>
            <a:ext cx="3474720" cy="548640"/>
          </a:xfrm>
          <a:prstGeom prst="rect">
            <a:avLst/>
          </a:prstGeom>
          <a:noFill/>
          <a:ln/>
        </p:spPr>
        <p:txBody>
          <a:bodyPr wrap="square" rtlCol="0" anchor="ctr"/>
          <a:lstStyle/>
          <a:p>
            <a:pPr marL="285750" indent="-285750">
              <a:buFont typeface="Arial" panose="020B0604020202020204" pitchFamily="34" charset="0"/>
              <a:buChar char="•"/>
            </a:pPr>
            <a:r>
              <a:rPr lang="en-US" sz="1600" dirty="0">
                <a:ea typeface="Calibri" pitchFamily="34" charset="-122"/>
                <a:cs typeface="Calibri" pitchFamily="34" charset="-120"/>
              </a:rPr>
              <a:t>Query point-in-time state for any entity</a:t>
            </a:r>
            <a:endParaRPr lang="en-US" sz="1600" dirty="0"/>
          </a:p>
        </p:txBody>
      </p:sp>
      <p:sp>
        <p:nvSpPr>
          <p:cNvPr id="45" name="Text 24">
            <a:extLst>
              <a:ext uri="{FF2B5EF4-FFF2-40B4-BE49-F238E27FC236}">
                <a16:creationId xmlns:a16="http://schemas.microsoft.com/office/drawing/2014/main" id="{0145E6CF-D47D-8733-C0A8-54ABDA5BB3CE}"/>
              </a:ext>
            </a:extLst>
          </p:cNvPr>
          <p:cNvSpPr/>
          <p:nvPr/>
        </p:nvSpPr>
        <p:spPr>
          <a:xfrm>
            <a:off x="8284464" y="2048256"/>
            <a:ext cx="3749040" cy="347472"/>
          </a:xfrm>
          <a:prstGeom prst="rect">
            <a:avLst/>
          </a:prstGeom>
          <a:noFill/>
          <a:ln/>
        </p:spPr>
        <p:txBody>
          <a:bodyPr wrap="square" rtlCol="0" anchor="ctr"/>
          <a:lstStyle/>
          <a:p>
            <a:pPr marL="0" indent="0" algn="ctr">
              <a:buNone/>
            </a:pPr>
            <a:r>
              <a:rPr lang="en-US" sz="1600" b="1" dirty="0">
                <a:ea typeface="Calibri" pitchFamily="34" charset="-122"/>
                <a:cs typeface="Calibri" pitchFamily="34" charset="-120"/>
              </a:rPr>
              <a:t>How It's Protected</a:t>
            </a:r>
            <a:endParaRPr lang="en-US" sz="1600" dirty="0"/>
          </a:p>
        </p:txBody>
      </p:sp>
      <p:sp>
        <p:nvSpPr>
          <p:cNvPr id="47" name="Shape 25">
            <a:extLst>
              <a:ext uri="{FF2B5EF4-FFF2-40B4-BE49-F238E27FC236}">
                <a16:creationId xmlns:a16="http://schemas.microsoft.com/office/drawing/2014/main" id="{6CB0D8A8-226C-D49C-0A92-790E3480ED06}"/>
              </a:ext>
            </a:extLst>
          </p:cNvPr>
          <p:cNvSpPr/>
          <p:nvPr/>
        </p:nvSpPr>
        <p:spPr>
          <a:xfrm>
            <a:off x="8421624" y="2432304"/>
            <a:ext cx="3474720" cy="18288"/>
          </a:xfrm>
          <a:prstGeom prst="rect">
            <a:avLst/>
          </a:prstGeom>
          <a:solidFill>
            <a:srgbClr val="2B6A8F"/>
          </a:solidFill>
          <a:ln w="12700">
            <a:solidFill>
              <a:srgbClr val="2B6A8F"/>
            </a:solidFill>
            <a:prstDash val="solid"/>
          </a:ln>
        </p:spPr>
        <p:txBody>
          <a:bodyPr/>
          <a:lstStyle/>
          <a:p>
            <a:pPr marL="285750" indent="-285750">
              <a:buFont typeface="Arial" panose="020B0604020202020204" pitchFamily="34" charset="0"/>
              <a:buChar char="•"/>
            </a:pPr>
            <a:endParaRPr lang="en-US" sz="1600"/>
          </a:p>
        </p:txBody>
      </p:sp>
      <p:sp>
        <p:nvSpPr>
          <p:cNvPr id="49" name="Text 26">
            <a:extLst>
              <a:ext uri="{FF2B5EF4-FFF2-40B4-BE49-F238E27FC236}">
                <a16:creationId xmlns:a16="http://schemas.microsoft.com/office/drawing/2014/main" id="{C51BBFE4-B0E2-0550-0ECA-523DC52AD533}"/>
              </a:ext>
            </a:extLst>
          </p:cNvPr>
          <p:cNvSpPr/>
          <p:nvPr/>
        </p:nvSpPr>
        <p:spPr>
          <a:xfrm>
            <a:off x="8421624" y="2523744"/>
            <a:ext cx="3474720" cy="548640"/>
          </a:xfrm>
          <a:prstGeom prst="rect">
            <a:avLst/>
          </a:prstGeom>
          <a:noFill/>
          <a:ln/>
        </p:spPr>
        <p:txBody>
          <a:bodyPr wrap="square" rtlCol="0" anchor="ctr"/>
          <a:lstStyle/>
          <a:p>
            <a:pPr marL="285750" indent="-285750">
              <a:buFont typeface="Arial" panose="020B0604020202020204" pitchFamily="34" charset="0"/>
              <a:buChar char="•"/>
            </a:pPr>
            <a:r>
              <a:rPr lang="en-US" sz="1600" dirty="0">
                <a:ea typeface="Calibri" pitchFamily="34" charset="-122"/>
                <a:cs typeface="Calibri" pitchFamily="34" charset="-120"/>
              </a:rPr>
              <a:t>Append-only. Records cannot be modified</a:t>
            </a:r>
            <a:endParaRPr lang="en-US" sz="1600" dirty="0"/>
          </a:p>
        </p:txBody>
      </p:sp>
      <p:sp>
        <p:nvSpPr>
          <p:cNvPr id="51" name="Text 27">
            <a:extLst>
              <a:ext uri="{FF2B5EF4-FFF2-40B4-BE49-F238E27FC236}">
                <a16:creationId xmlns:a16="http://schemas.microsoft.com/office/drawing/2014/main" id="{4C877034-41DB-D402-5C2E-4D27C98A9B38}"/>
              </a:ext>
            </a:extLst>
          </p:cNvPr>
          <p:cNvSpPr/>
          <p:nvPr/>
        </p:nvSpPr>
        <p:spPr>
          <a:xfrm>
            <a:off x="8421624" y="3145536"/>
            <a:ext cx="3474720" cy="548640"/>
          </a:xfrm>
          <a:prstGeom prst="rect">
            <a:avLst/>
          </a:prstGeom>
          <a:noFill/>
          <a:ln/>
        </p:spPr>
        <p:txBody>
          <a:bodyPr wrap="square" rtlCol="0" anchor="ctr"/>
          <a:lstStyle/>
          <a:p>
            <a:pPr marL="285750" indent="-285750">
              <a:buFont typeface="Arial" panose="020B0604020202020204" pitchFamily="34" charset="0"/>
              <a:buChar char="•"/>
            </a:pPr>
            <a:r>
              <a:rPr lang="en-US" sz="1600" dirty="0">
                <a:ea typeface="Calibri" pitchFamily="34" charset="-122"/>
                <a:cs typeface="Calibri" pitchFamily="34" charset="-120"/>
              </a:rPr>
              <a:t>S3 Object Lock (WORM) for long-term retention</a:t>
            </a:r>
            <a:endParaRPr lang="en-US" sz="1600" dirty="0"/>
          </a:p>
        </p:txBody>
      </p:sp>
      <p:sp>
        <p:nvSpPr>
          <p:cNvPr id="53" name="Text 28">
            <a:extLst>
              <a:ext uri="{FF2B5EF4-FFF2-40B4-BE49-F238E27FC236}">
                <a16:creationId xmlns:a16="http://schemas.microsoft.com/office/drawing/2014/main" id="{A7A275CC-ADEA-FAAA-A4FF-61B970284172}"/>
              </a:ext>
            </a:extLst>
          </p:cNvPr>
          <p:cNvSpPr/>
          <p:nvPr/>
        </p:nvSpPr>
        <p:spPr>
          <a:xfrm>
            <a:off x="8421624" y="3767328"/>
            <a:ext cx="3474720" cy="548640"/>
          </a:xfrm>
          <a:prstGeom prst="rect">
            <a:avLst/>
          </a:prstGeom>
          <a:noFill/>
          <a:ln/>
        </p:spPr>
        <p:txBody>
          <a:bodyPr wrap="square" rtlCol="0" anchor="ctr"/>
          <a:lstStyle/>
          <a:p>
            <a:pPr marL="285750" indent="-285750">
              <a:buFont typeface="Arial" panose="020B0604020202020204" pitchFamily="34" charset="0"/>
              <a:buChar char="•"/>
            </a:pPr>
            <a:r>
              <a:rPr lang="en-US" sz="1600" dirty="0">
                <a:ea typeface="Calibri" pitchFamily="34" charset="-122"/>
                <a:cs typeface="Calibri" pitchFamily="34" charset="-120"/>
              </a:rPr>
              <a:t>No admin or script can delete audit records</a:t>
            </a:r>
            <a:endParaRPr lang="en-US" sz="1600" dirty="0"/>
          </a:p>
        </p:txBody>
      </p:sp>
      <p:sp>
        <p:nvSpPr>
          <p:cNvPr id="55" name="Text 29">
            <a:extLst>
              <a:ext uri="{FF2B5EF4-FFF2-40B4-BE49-F238E27FC236}">
                <a16:creationId xmlns:a16="http://schemas.microsoft.com/office/drawing/2014/main" id="{D1D713A6-67CD-50A8-319D-25F536157AC7}"/>
              </a:ext>
            </a:extLst>
          </p:cNvPr>
          <p:cNvSpPr/>
          <p:nvPr/>
        </p:nvSpPr>
        <p:spPr>
          <a:xfrm>
            <a:off x="8421624" y="4389120"/>
            <a:ext cx="3474720" cy="548640"/>
          </a:xfrm>
          <a:prstGeom prst="rect">
            <a:avLst/>
          </a:prstGeom>
          <a:noFill/>
          <a:ln/>
        </p:spPr>
        <p:txBody>
          <a:bodyPr wrap="square" rtlCol="0" anchor="ctr"/>
          <a:lstStyle/>
          <a:p>
            <a:pPr marL="285750" indent="-285750">
              <a:buFont typeface="Arial" panose="020B0604020202020204" pitchFamily="34" charset="0"/>
              <a:buChar char="•"/>
            </a:pPr>
            <a:r>
              <a:rPr lang="en-US" sz="1600" dirty="0">
                <a:ea typeface="Calibri" pitchFamily="34" charset="-122"/>
                <a:cs typeface="Calibri" pitchFamily="34" charset="-120"/>
              </a:rPr>
              <a:t>Retained per compliance retention policy</a:t>
            </a:r>
            <a:endParaRPr lang="en-US" sz="1600" dirty="0"/>
          </a:p>
        </p:txBody>
      </p:sp>
      <p:sp>
        <p:nvSpPr>
          <p:cNvPr id="57" name="Text 30">
            <a:extLst>
              <a:ext uri="{FF2B5EF4-FFF2-40B4-BE49-F238E27FC236}">
                <a16:creationId xmlns:a16="http://schemas.microsoft.com/office/drawing/2014/main" id="{E89FBF22-FA20-D5AC-1DE9-3CF6896E6020}"/>
              </a:ext>
            </a:extLst>
          </p:cNvPr>
          <p:cNvSpPr/>
          <p:nvPr/>
        </p:nvSpPr>
        <p:spPr>
          <a:xfrm>
            <a:off x="8421624" y="5010912"/>
            <a:ext cx="3474720" cy="548640"/>
          </a:xfrm>
          <a:prstGeom prst="rect">
            <a:avLst/>
          </a:prstGeom>
          <a:noFill/>
          <a:ln/>
        </p:spPr>
        <p:txBody>
          <a:bodyPr wrap="square" rtlCol="0" anchor="ctr"/>
          <a:lstStyle/>
          <a:p>
            <a:pPr marL="285750" indent="-285750">
              <a:buFont typeface="Arial" panose="020B0604020202020204" pitchFamily="34" charset="0"/>
              <a:buChar char="•"/>
            </a:pPr>
            <a:r>
              <a:rPr lang="en-US" sz="1600" dirty="0">
                <a:ea typeface="Calibri" pitchFamily="34" charset="-122"/>
                <a:cs typeface="Calibri" pitchFamily="34" charset="-120"/>
              </a:rPr>
              <a:t>Tamper-evident by design</a:t>
            </a:r>
            <a:endParaRPr lang="en-US" sz="1600" dirty="0"/>
          </a:p>
        </p:txBody>
      </p:sp>
    </p:spTree>
    <p:extLst>
      <p:ext uri="{BB962C8B-B14F-4D97-AF65-F5344CB8AC3E}">
        <p14:creationId xmlns:p14="http://schemas.microsoft.com/office/powerpoint/2010/main" val="5655480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286D4-5AB0-2E62-2589-D3C2EE025EE9}"/>
              </a:ext>
            </a:extLst>
          </p:cNvPr>
          <p:cNvSpPr>
            <a:spLocks noGrp="1"/>
          </p:cNvSpPr>
          <p:nvPr>
            <p:ph type="title"/>
          </p:nvPr>
        </p:nvSpPr>
        <p:spPr>
          <a:xfrm>
            <a:off x="658586" y="620487"/>
            <a:ext cx="5437414" cy="510482"/>
          </a:xfrm>
        </p:spPr>
        <p:txBody>
          <a:bodyPr/>
          <a:lstStyle/>
          <a:p>
            <a:r>
              <a:rPr lang="en-US" dirty="0"/>
              <a:t>Integrations</a:t>
            </a:r>
          </a:p>
        </p:txBody>
      </p:sp>
      <p:sp>
        <p:nvSpPr>
          <p:cNvPr id="3" name="Slide Number Placeholder 2">
            <a:extLst>
              <a:ext uri="{FF2B5EF4-FFF2-40B4-BE49-F238E27FC236}">
                <a16:creationId xmlns:a16="http://schemas.microsoft.com/office/drawing/2014/main" id="{21DF3372-8B3D-534A-2B51-9277FBCB0872}"/>
              </a:ext>
            </a:extLst>
          </p:cNvPr>
          <p:cNvSpPr>
            <a:spLocks noGrp="1"/>
          </p:cNvSpPr>
          <p:nvPr>
            <p:ph type="sldNum" sz="quarter" idx="10"/>
          </p:nvPr>
        </p:nvSpPr>
        <p:spPr/>
        <p:txBody>
          <a:bodyPr/>
          <a:lstStyle/>
          <a:p>
            <a:fld id="{F71C0B42-4AEE-41DE-B077-4156AA01E9D4}" type="slidenum">
              <a:rPr lang="en-US" smtClean="0"/>
              <a:pPr/>
              <a:t>12</a:t>
            </a:fld>
            <a:endParaRPr lang="en-US"/>
          </a:p>
        </p:txBody>
      </p:sp>
      <p:sp>
        <p:nvSpPr>
          <p:cNvPr id="71" name="Shape 5">
            <a:extLst>
              <a:ext uri="{FF2B5EF4-FFF2-40B4-BE49-F238E27FC236}">
                <a16:creationId xmlns:a16="http://schemas.microsoft.com/office/drawing/2014/main" id="{0919D680-CC0A-B0F1-2E53-5C7D37D2EED0}"/>
              </a:ext>
            </a:extLst>
          </p:cNvPr>
          <p:cNvSpPr/>
          <p:nvPr/>
        </p:nvSpPr>
        <p:spPr>
          <a:xfrm>
            <a:off x="226191" y="1188720"/>
            <a:ext cx="2240280" cy="5029200"/>
          </a:xfrm>
          <a:prstGeom prst="rect">
            <a:avLst/>
          </a:prstGeom>
          <a:noFill/>
          <a:ln w="12700">
            <a:solidFill>
              <a:srgbClr val="1B3A50"/>
            </a:solidFill>
            <a:prstDash val="solid"/>
          </a:ln>
        </p:spPr>
        <p:txBody>
          <a:bodyPr/>
          <a:lstStyle/>
          <a:p>
            <a:endParaRPr lang="en-US" sz="1400"/>
          </a:p>
        </p:txBody>
      </p:sp>
      <p:sp>
        <p:nvSpPr>
          <p:cNvPr id="73" name="Text 6">
            <a:extLst>
              <a:ext uri="{FF2B5EF4-FFF2-40B4-BE49-F238E27FC236}">
                <a16:creationId xmlns:a16="http://schemas.microsoft.com/office/drawing/2014/main" id="{7F19AF17-5C81-7DF6-BA2F-0E6D38EC03F9}"/>
              </a:ext>
            </a:extLst>
          </p:cNvPr>
          <p:cNvSpPr/>
          <p:nvPr/>
        </p:nvSpPr>
        <p:spPr>
          <a:xfrm>
            <a:off x="226191" y="1280160"/>
            <a:ext cx="2240280" cy="457200"/>
          </a:xfrm>
          <a:prstGeom prst="rect">
            <a:avLst/>
          </a:prstGeom>
          <a:noFill/>
          <a:ln/>
        </p:spPr>
        <p:txBody>
          <a:bodyPr wrap="square" rtlCol="0" anchor="ctr"/>
          <a:lstStyle/>
          <a:p>
            <a:pPr marL="0" indent="0" algn="ctr">
              <a:buNone/>
            </a:pPr>
            <a:r>
              <a:rPr lang="en-US" sz="1400" b="1" dirty="0">
                <a:ea typeface="Calibri" pitchFamily="34" charset="-122"/>
                <a:cs typeface="Calibri" pitchFamily="34" charset="-120"/>
              </a:rPr>
              <a:t>DC Feeds</a:t>
            </a:r>
            <a:endParaRPr lang="en-US" sz="1400" dirty="0"/>
          </a:p>
        </p:txBody>
      </p:sp>
      <p:sp>
        <p:nvSpPr>
          <p:cNvPr id="75" name="Text 7">
            <a:extLst>
              <a:ext uri="{FF2B5EF4-FFF2-40B4-BE49-F238E27FC236}">
                <a16:creationId xmlns:a16="http://schemas.microsoft.com/office/drawing/2014/main" id="{D9CF89CA-0F4B-84D8-7F65-B988740C88B7}"/>
              </a:ext>
            </a:extLst>
          </p:cNvPr>
          <p:cNvSpPr/>
          <p:nvPr/>
        </p:nvSpPr>
        <p:spPr>
          <a:xfrm>
            <a:off x="226191" y="1755648"/>
            <a:ext cx="2240280" cy="201168"/>
          </a:xfrm>
          <a:prstGeom prst="rect">
            <a:avLst/>
          </a:prstGeom>
          <a:noFill/>
          <a:ln/>
        </p:spPr>
        <p:txBody>
          <a:bodyPr wrap="square" rtlCol="0" anchor="ctr"/>
          <a:lstStyle/>
          <a:p>
            <a:pPr marL="0" indent="0" algn="ctr">
              <a:buNone/>
            </a:pPr>
            <a:r>
              <a:rPr lang="en-US" sz="1400" i="1" dirty="0">
                <a:ea typeface="Calibri" pitchFamily="34" charset="-122"/>
                <a:cs typeface="Calibri" pitchFamily="34" charset="-120"/>
              </a:rPr>
              <a:t>Direct Certification</a:t>
            </a:r>
            <a:endParaRPr lang="en-US" sz="1400" dirty="0"/>
          </a:p>
        </p:txBody>
      </p:sp>
      <p:sp>
        <p:nvSpPr>
          <p:cNvPr id="77" name="Shape 8">
            <a:extLst>
              <a:ext uri="{FF2B5EF4-FFF2-40B4-BE49-F238E27FC236}">
                <a16:creationId xmlns:a16="http://schemas.microsoft.com/office/drawing/2014/main" id="{DC8E4B5C-1169-204C-DA81-724D7C6F6AC6}"/>
              </a:ext>
            </a:extLst>
          </p:cNvPr>
          <p:cNvSpPr/>
          <p:nvPr/>
        </p:nvSpPr>
        <p:spPr>
          <a:xfrm>
            <a:off x="317631" y="2011680"/>
            <a:ext cx="2057400" cy="18288"/>
          </a:xfrm>
          <a:prstGeom prst="rect">
            <a:avLst/>
          </a:prstGeom>
          <a:solidFill>
            <a:schemeClr val="tx1"/>
          </a:solidFill>
          <a:ln w="12700">
            <a:solidFill>
              <a:srgbClr val="1B3A50"/>
            </a:solidFill>
            <a:prstDash val="solid"/>
          </a:ln>
        </p:spPr>
        <p:txBody>
          <a:bodyPr/>
          <a:lstStyle/>
          <a:p>
            <a:endParaRPr lang="en-US" sz="1400"/>
          </a:p>
        </p:txBody>
      </p:sp>
      <p:sp>
        <p:nvSpPr>
          <p:cNvPr id="79" name="Text 9">
            <a:extLst>
              <a:ext uri="{FF2B5EF4-FFF2-40B4-BE49-F238E27FC236}">
                <a16:creationId xmlns:a16="http://schemas.microsoft.com/office/drawing/2014/main" id="{07EDDEA3-1F79-73D5-0D2E-0D108ADE1C05}"/>
              </a:ext>
            </a:extLst>
          </p:cNvPr>
          <p:cNvSpPr/>
          <p:nvPr/>
        </p:nvSpPr>
        <p:spPr>
          <a:xfrm>
            <a:off x="317631" y="2103120"/>
            <a:ext cx="2057400" cy="54864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  Automated SFTP retrieval from VDSS</a:t>
            </a:r>
            <a:endParaRPr lang="en-US" sz="1400" dirty="0"/>
          </a:p>
        </p:txBody>
      </p:sp>
      <p:sp>
        <p:nvSpPr>
          <p:cNvPr id="81" name="Text 10">
            <a:extLst>
              <a:ext uri="{FF2B5EF4-FFF2-40B4-BE49-F238E27FC236}">
                <a16:creationId xmlns:a16="http://schemas.microsoft.com/office/drawing/2014/main" id="{E3B20A63-D081-93EB-711B-1DF45763B506}"/>
              </a:ext>
            </a:extLst>
          </p:cNvPr>
          <p:cNvSpPr/>
          <p:nvPr/>
        </p:nvSpPr>
        <p:spPr>
          <a:xfrm>
            <a:off x="317631" y="2724912"/>
            <a:ext cx="2057400" cy="54864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  SNAP, Medicaid, and TANF eligibility files</a:t>
            </a:r>
            <a:endParaRPr lang="en-US" sz="1400" dirty="0"/>
          </a:p>
        </p:txBody>
      </p:sp>
      <p:sp>
        <p:nvSpPr>
          <p:cNvPr id="83" name="Text 11">
            <a:extLst>
              <a:ext uri="{FF2B5EF4-FFF2-40B4-BE49-F238E27FC236}">
                <a16:creationId xmlns:a16="http://schemas.microsoft.com/office/drawing/2014/main" id="{66C7AECA-2C2E-8727-8D1F-1100CC55CC59}"/>
              </a:ext>
            </a:extLst>
          </p:cNvPr>
          <p:cNvSpPr/>
          <p:nvPr/>
        </p:nvSpPr>
        <p:spPr>
          <a:xfrm>
            <a:off x="317631" y="3346704"/>
            <a:ext cx="2057400" cy="54864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  Nightly processing with error handling</a:t>
            </a:r>
            <a:endParaRPr lang="en-US" sz="1400" dirty="0"/>
          </a:p>
        </p:txBody>
      </p:sp>
      <p:sp>
        <p:nvSpPr>
          <p:cNvPr id="85" name="Text 12">
            <a:extLst>
              <a:ext uri="{FF2B5EF4-FFF2-40B4-BE49-F238E27FC236}">
                <a16:creationId xmlns:a16="http://schemas.microsoft.com/office/drawing/2014/main" id="{931D7C73-58CE-9361-0D3E-CAEC37205BEF}"/>
              </a:ext>
            </a:extLst>
          </p:cNvPr>
          <p:cNvSpPr/>
          <p:nvPr/>
        </p:nvSpPr>
        <p:spPr>
          <a:xfrm>
            <a:off x="317631" y="3968496"/>
            <a:ext cx="2057400" cy="54864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  PGP-encrypted in transit</a:t>
            </a:r>
            <a:endParaRPr lang="en-US" sz="1400" dirty="0"/>
          </a:p>
        </p:txBody>
      </p:sp>
      <p:sp>
        <p:nvSpPr>
          <p:cNvPr id="87" name="Text 13">
            <a:extLst>
              <a:ext uri="{FF2B5EF4-FFF2-40B4-BE49-F238E27FC236}">
                <a16:creationId xmlns:a16="http://schemas.microsoft.com/office/drawing/2014/main" id="{D58D93F0-6952-D69A-F941-2FB17E204F1B}"/>
              </a:ext>
            </a:extLst>
          </p:cNvPr>
          <p:cNvSpPr/>
          <p:nvPr/>
        </p:nvSpPr>
        <p:spPr>
          <a:xfrm>
            <a:off x="317631" y="4590288"/>
            <a:ext cx="2057400" cy="54864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  Results stored per state schema</a:t>
            </a:r>
            <a:endParaRPr lang="en-US" sz="1400" dirty="0"/>
          </a:p>
        </p:txBody>
      </p:sp>
      <p:sp>
        <p:nvSpPr>
          <p:cNvPr id="89" name="Shape 14">
            <a:extLst>
              <a:ext uri="{FF2B5EF4-FFF2-40B4-BE49-F238E27FC236}">
                <a16:creationId xmlns:a16="http://schemas.microsoft.com/office/drawing/2014/main" id="{022F706E-2955-E7C4-928E-EB03251697A7}"/>
              </a:ext>
            </a:extLst>
          </p:cNvPr>
          <p:cNvSpPr/>
          <p:nvPr/>
        </p:nvSpPr>
        <p:spPr>
          <a:xfrm>
            <a:off x="2576199" y="1188720"/>
            <a:ext cx="2240280" cy="5029200"/>
          </a:xfrm>
          <a:prstGeom prst="rect">
            <a:avLst/>
          </a:prstGeom>
          <a:noFill/>
          <a:ln w="12700">
            <a:solidFill>
              <a:srgbClr val="1B3A50"/>
            </a:solidFill>
            <a:prstDash val="solid"/>
          </a:ln>
        </p:spPr>
        <p:txBody>
          <a:bodyPr/>
          <a:lstStyle/>
          <a:p>
            <a:endParaRPr lang="en-US" sz="1400"/>
          </a:p>
        </p:txBody>
      </p:sp>
      <p:sp>
        <p:nvSpPr>
          <p:cNvPr id="91" name="Text 15">
            <a:extLst>
              <a:ext uri="{FF2B5EF4-FFF2-40B4-BE49-F238E27FC236}">
                <a16:creationId xmlns:a16="http://schemas.microsoft.com/office/drawing/2014/main" id="{489C17FB-A42B-FE3C-15F3-3532731E456E}"/>
              </a:ext>
            </a:extLst>
          </p:cNvPr>
          <p:cNvSpPr/>
          <p:nvPr/>
        </p:nvSpPr>
        <p:spPr>
          <a:xfrm>
            <a:off x="2576199" y="1280160"/>
            <a:ext cx="2240280" cy="457200"/>
          </a:xfrm>
          <a:prstGeom prst="rect">
            <a:avLst/>
          </a:prstGeom>
          <a:noFill/>
          <a:ln/>
        </p:spPr>
        <p:txBody>
          <a:bodyPr wrap="square" rtlCol="0" anchor="ctr"/>
          <a:lstStyle/>
          <a:p>
            <a:pPr marL="0" indent="0" algn="ctr">
              <a:buNone/>
            </a:pPr>
            <a:r>
              <a:rPr lang="en-US" sz="1400" b="1" dirty="0">
                <a:ea typeface="Calibri" pitchFamily="34" charset="-122"/>
                <a:cs typeface="Calibri" pitchFamily="34" charset="-120"/>
              </a:rPr>
              <a:t>State Financial</a:t>
            </a:r>
            <a:endParaRPr lang="en-US" sz="1400" dirty="0"/>
          </a:p>
          <a:p>
            <a:pPr marL="0" indent="0" algn="ctr">
              <a:buNone/>
            </a:pPr>
            <a:r>
              <a:rPr lang="en-US" sz="1400" b="1" dirty="0">
                <a:ea typeface="Calibri" pitchFamily="34" charset="-122"/>
                <a:cs typeface="Calibri" pitchFamily="34" charset="-120"/>
              </a:rPr>
              <a:t>Systems</a:t>
            </a:r>
            <a:endParaRPr lang="en-US" sz="1400" dirty="0"/>
          </a:p>
        </p:txBody>
      </p:sp>
      <p:sp>
        <p:nvSpPr>
          <p:cNvPr id="93" name="Text 16">
            <a:extLst>
              <a:ext uri="{FF2B5EF4-FFF2-40B4-BE49-F238E27FC236}">
                <a16:creationId xmlns:a16="http://schemas.microsoft.com/office/drawing/2014/main" id="{16958F45-D43E-4427-73FE-2C620C880C0F}"/>
              </a:ext>
            </a:extLst>
          </p:cNvPr>
          <p:cNvSpPr/>
          <p:nvPr/>
        </p:nvSpPr>
        <p:spPr>
          <a:xfrm>
            <a:off x="2576199" y="1755648"/>
            <a:ext cx="2240280" cy="201168"/>
          </a:xfrm>
          <a:prstGeom prst="rect">
            <a:avLst/>
          </a:prstGeom>
          <a:noFill/>
          <a:ln/>
        </p:spPr>
        <p:txBody>
          <a:bodyPr wrap="square" rtlCol="0" anchor="ctr"/>
          <a:lstStyle/>
          <a:p>
            <a:pPr marL="0" indent="0" algn="ctr">
              <a:buNone/>
            </a:pPr>
            <a:r>
              <a:rPr lang="en-US" sz="1400" i="1" dirty="0">
                <a:ea typeface="Calibri" pitchFamily="34" charset="-122"/>
                <a:cs typeface="Calibri" pitchFamily="34" charset="-120"/>
              </a:rPr>
              <a:t>Oracle Financials / VASNP</a:t>
            </a:r>
            <a:endParaRPr lang="en-US" sz="1400" dirty="0"/>
          </a:p>
        </p:txBody>
      </p:sp>
      <p:sp>
        <p:nvSpPr>
          <p:cNvPr id="95" name="Shape 17">
            <a:extLst>
              <a:ext uri="{FF2B5EF4-FFF2-40B4-BE49-F238E27FC236}">
                <a16:creationId xmlns:a16="http://schemas.microsoft.com/office/drawing/2014/main" id="{270DBF71-8D64-1069-76C4-CCAC68AB05AB}"/>
              </a:ext>
            </a:extLst>
          </p:cNvPr>
          <p:cNvSpPr/>
          <p:nvPr/>
        </p:nvSpPr>
        <p:spPr>
          <a:xfrm>
            <a:off x="2667639" y="2011680"/>
            <a:ext cx="2057400" cy="18288"/>
          </a:xfrm>
          <a:prstGeom prst="rect">
            <a:avLst/>
          </a:prstGeom>
          <a:solidFill>
            <a:schemeClr val="tx1"/>
          </a:solidFill>
          <a:ln w="12700">
            <a:solidFill>
              <a:srgbClr val="1B3A50"/>
            </a:solidFill>
            <a:prstDash val="solid"/>
          </a:ln>
        </p:spPr>
        <p:txBody>
          <a:bodyPr/>
          <a:lstStyle/>
          <a:p>
            <a:endParaRPr lang="en-US" sz="1400"/>
          </a:p>
        </p:txBody>
      </p:sp>
      <p:sp>
        <p:nvSpPr>
          <p:cNvPr id="97" name="Text 18">
            <a:extLst>
              <a:ext uri="{FF2B5EF4-FFF2-40B4-BE49-F238E27FC236}">
                <a16:creationId xmlns:a16="http://schemas.microsoft.com/office/drawing/2014/main" id="{BDEF90AB-A196-C8A4-DA97-5AD776532429}"/>
              </a:ext>
            </a:extLst>
          </p:cNvPr>
          <p:cNvSpPr/>
          <p:nvPr/>
        </p:nvSpPr>
        <p:spPr>
          <a:xfrm>
            <a:off x="2667639" y="2103120"/>
            <a:ext cx="2057400" cy="54864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  Nightly accounting export adapter</a:t>
            </a:r>
            <a:endParaRPr lang="en-US" sz="1400" dirty="0"/>
          </a:p>
        </p:txBody>
      </p:sp>
      <p:sp>
        <p:nvSpPr>
          <p:cNvPr id="99" name="Text 19">
            <a:extLst>
              <a:ext uri="{FF2B5EF4-FFF2-40B4-BE49-F238E27FC236}">
                <a16:creationId xmlns:a16="http://schemas.microsoft.com/office/drawing/2014/main" id="{47B9FEEF-DE39-FA50-6329-011BB6F7E1AF}"/>
              </a:ext>
            </a:extLst>
          </p:cNvPr>
          <p:cNvSpPr/>
          <p:nvPr/>
        </p:nvSpPr>
        <p:spPr>
          <a:xfrm>
            <a:off x="2667639" y="2724912"/>
            <a:ext cx="2057400" cy="54864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  Grant drawdown and payment data</a:t>
            </a:r>
            <a:endParaRPr lang="en-US" sz="1400" dirty="0"/>
          </a:p>
        </p:txBody>
      </p:sp>
      <p:sp>
        <p:nvSpPr>
          <p:cNvPr id="101" name="Text 20">
            <a:extLst>
              <a:ext uri="{FF2B5EF4-FFF2-40B4-BE49-F238E27FC236}">
                <a16:creationId xmlns:a16="http://schemas.microsoft.com/office/drawing/2014/main" id="{4AE49C38-894C-1F36-770D-0C1FFC832FCC}"/>
              </a:ext>
            </a:extLst>
          </p:cNvPr>
          <p:cNvSpPr/>
          <p:nvPr/>
        </p:nvSpPr>
        <p:spPr>
          <a:xfrm>
            <a:off x="2667639" y="3346704"/>
            <a:ext cx="2057400" cy="54864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  Reconciliation-ready format</a:t>
            </a:r>
            <a:endParaRPr lang="en-US" sz="1400" dirty="0"/>
          </a:p>
        </p:txBody>
      </p:sp>
      <p:sp>
        <p:nvSpPr>
          <p:cNvPr id="103" name="Text 21">
            <a:extLst>
              <a:ext uri="{FF2B5EF4-FFF2-40B4-BE49-F238E27FC236}">
                <a16:creationId xmlns:a16="http://schemas.microsoft.com/office/drawing/2014/main" id="{92D52CC5-0331-E9AE-9C14-887B7B411BF9}"/>
              </a:ext>
            </a:extLst>
          </p:cNvPr>
          <p:cNvSpPr/>
          <p:nvPr/>
        </p:nvSpPr>
        <p:spPr>
          <a:xfrm>
            <a:off x="2667639" y="3968496"/>
            <a:ext cx="2057400" cy="54864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  Config data only. No code in payload</a:t>
            </a:r>
            <a:endParaRPr lang="en-US" sz="1400" dirty="0"/>
          </a:p>
        </p:txBody>
      </p:sp>
      <p:sp>
        <p:nvSpPr>
          <p:cNvPr id="105" name="Text 22">
            <a:extLst>
              <a:ext uri="{FF2B5EF4-FFF2-40B4-BE49-F238E27FC236}">
                <a16:creationId xmlns:a16="http://schemas.microsoft.com/office/drawing/2014/main" id="{58E4BC3C-2EA9-78DF-858D-BE1D50C22AD4}"/>
              </a:ext>
            </a:extLst>
          </p:cNvPr>
          <p:cNvSpPr/>
          <p:nvPr/>
        </p:nvSpPr>
        <p:spPr>
          <a:xfrm>
            <a:off x="2667639" y="4590288"/>
            <a:ext cx="2057400" cy="54864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  State-specific account code mapping</a:t>
            </a:r>
            <a:endParaRPr lang="en-US" sz="1400" dirty="0"/>
          </a:p>
        </p:txBody>
      </p:sp>
      <p:sp>
        <p:nvSpPr>
          <p:cNvPr id="107" name="Shape 23">
            <a:extLst>
              <a:ext uri="{FF2B5EF4-FFF2-40B4-BE49-F238E27FC236}">
                <a16:creationId xmlns:a16="http://schemas.microsoft.com/office/drawing/2014/main" id="{5D90566B-6846-D955-812E-43B6482D6456}"/>
              </a:ext>
            </a:extLst>
          </p:cNvPr>
          <p:cNvSpPr/>
          <p:nvPr/>
        </p:nvSpPr>
        <p:spPr>
          <a:xfrm>
            <a:off x="4926207" y="1188720"/>
            <a:ext cx="2240280" cy="5029200"/>
          </a:xfrm>
          <a:prstGeom prst="rect">
            <a:avLst/>
          </a:prstGeom>
          <a:noFill/>
          <a:ln w="12700">
            <a:solidFill>
              <a:srgbClr val="1B3A50"/>
            </a:solidFill>
            <a:prstDash val="solid"/>
          </a:ln>
        </p:spPr>
        <p:txBody>
          <a:bodyPr/>
          <a:lstStyle/>
          <a:p>
            <a:endParaRPr lang="en-US" sz="1400"/>
          </a:p>
        </p:txBody>
      </p:sp>
      <p:sp>
        <p:nvSpPr>
          <p:cNvPr id="109" name="Text 24">
            <a:extLst>
              <a:ext uri="{FF2B5EF4-FFF2-40B4-BE49-F238E27FC236}">
                <a16:creationId xmlns:a16="http://schemas.microsoft.com/office/drawing/2014/main" id="{A57D37C3-0F90-938F-3D2F-60DD4E308852}"/>
              </a:ext>
            </a:extLst>
          </p:cNvPr>
          <p:cNvSpPr/>
          <p:nvPr/>
        </p:nvSpPr>
        <p:spPr>
          <a:xfrm>
            <a:off x="4926207" y="1236366"/>
            <a:ext cx="2240280" cy="457200"/>
          </a:xfrm>
          <a:prstGeom prst="rect">
            <a:avLst/>
          </a:prstGeom>
          <a:noFill/>
          <a:ln/>
        </p:spPr>
        <p:txBody>
          <a:bodyPr wrap="square" rtlCol="0" anchor="ctr"/>
          <a:lstStyle/>
          <a:p>
            <a:pPr marL="0" indent="0" algn="ctr">
              <a:buNone/>
            </a:pPr>
            <a:r>
              <a:rPr lang="en-US" sz="1400" b="1" dirty="0">
                <a:ea typeface="Calibri" pitchFamily="34" charset="-122"/>
                <a:cs typeface="Calibri" pitchFamily="34" charset="-120"/>
              </a:rPr>
              <a:t>Ed-Fi / SIS</a:t>
            </a:r>
            <a:endParaRPr lang="en-US" sz="1400" dirty="0"/>
          </a:p>
        </p:txBody>
      </p:sp>
      <p:sp>
        <p:nvSpPr>
          <p:cNvPr id="111" name="Text 25">
            <a:extLst>
              <a:ext uri="{FF2B5EF4-FFF2-40B4-BE49-F238E27FC236}">
                <a16:creationId xmlns:a16="http://schemas.microsoft.com/office/drawing/2014/main" id="{689EB413-DFCF-1CF2-81BC-63AC46FCD80D}"/>
              </a:ext>
            </a:extLst>
          </p:cNvPr>
          <p:cNvSpPr/>
          <p:nvPr/>
        </p:nvSpPr>
        <p:spPr>
          <a:xfrm>
            <a:off x="4926207" y="1709928"/>
            <a:ext cx="2240280" cy="201168"/>
          </a:xfrm>
          <a:prstGeom prst="rect">
            <a:avLst/>
          </a:prstGeom>
          <a:noFill/>
          <a:ln/>
        </p:spPr>
        <p:txBody>
          <a:bodyPr wrap="square" rtlCol="0" anchor="ctr"/>
          <a:lstStyle/>
          <a:p>
            <a:pPr marL="0" indent="0" algn="ctr">
              <a:buNone/>
            </a:pPr>
            <a:r>
              <a:rPr lang="en-US" sz="1400" i="1" dirty="0">
                <a:ea typeface="Calibri" pitchFamily="34" charset="-122"/>
                <a:cs typeface="Calibri" pitchFamily="34" charset="-120"/>
              </a:rPr>
              <a:t>Student Information Systems</a:t>
            </a:r>
            <a:endParaRPr lang="en-US" sz="1400" dirty="0"/>
          </a:p>
        </p:txBody>
      </p:sp>
      <p:sp>
        <p:nvSpPr>
          <p:cNvPr id="113" name="Shape 26">
            <a:extLst>
              <a:ext uri="{FF2B5EF4-FFF2-40B4-BE49-F238E27FC236}">
                <a16:creationId xmlns:a16="http://schemas.microsoft.com/office/drawing/2014/main" id="{A4C901A3-9396-9221-5EAB-5DC505302D8D}"/>
              </a:ext>
            </a:extLst>
          </p:cNvPr>
          <p:cNvSpPr/>
          <p:nvPr/>
        </p:nvSpPr>
        <p:spPr>
          <a:xfrm>
            <a:off x="5017647" y="2011680"/>
            <a:ext cx="2057400" cy="18288"/>
          </a:xfrm>
          <a:prstGeom prst="rect">
            <a:avLst/>
          </a:prstGeom>
          <a:solidFill>
            <a:schemeClr val="tx1"/>
          </a:solidFill>
          <a:ln w="12700">
            <a:solidFill>
              <a:srgbClr val="1B3A50"/>
            </a:solidFill>
            <a:prstDash val="solid"/>
          </a:ln>
        </p:spPr>
        <p:txBody>
          <a:bodyPr/>
          <a:lstStyle/>
          <a:p>
            <a:endParaRPr lang="en-US" sz="1400"/>
          </a:p>
        </p:txBody>
      </p:sp>
      <p:sp>
        <p:nvSpPr>
          <p:cNvPr id="115" name="Text 27">
            <a:extLst>
              <a:ext uri="{FF2B5EF4-FFF2-40B4-BE49-F238E27FC236}">
                <a16:creationId xmlns:a16="http://schemas.microsoft.com/office/drawing/2014/main" id="{639996F1-1C3C-D32E-2329-7EBFA2B7B969}"/>
              </a:ext>
            </a:extLst>
          </p:cNvPr>
          <p:cNvSpPr/>
          <p:nvPr/>
        </p:nvSpPr>
        <p:spPr>
          <a:xfrm>
            <a:off x="5017647" y="2103120"/>
            <a:ext cx="2057400" cy="54864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  Student enrollment and demographic data</a:t>
            </a:r>
            <a:endParaRPr lang="en-US" sz="1400" dirty="0"/>
          </a:p>
        </p:txBody>
      </p:sp>
      <p:sp>
        <p:nvSpPr>
          <p:cNvPr id="117" name="Text 28">
            <a:extLst>
              <a:ext uri="{FF2B5EF4-FFF2-40B4-BE49-F238E27FC236}">
                <a16:creationId xmlns:a16="http://schemas.microsoft.com/office/drawing/2014/main" id="{F9163D7A-E277-455F-1644-8874B9E995C3}"/>
              </a:ext>
            </a:extLst>
          </p:cNvPr>
          <p:cNvSpPr/>
          <p:nvPr/>
        </p:nvSpPr>
        <p:spPr>
          <a:xfrm>
            <a:off x="5017647" y="2724912"/>
            <a:ext cx="2057400" cy="54864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  Per-tenant adapter configuration</a:t>
            </a:r>
            <a:endParaRPr lang="en-US" sz="1400" dirty="0"/>
          </a:p>
        </p:txBody>
      </p:sp>
      <p:sp>
        <p:nvSpPr>
          <p:cNvPr id="119" name="Text 29">
            <a:extLst>
              <a:ext uri="{FF2B5EF4-FFF2-40B4-BE49-F238E27FC236}">
                <a16:creationId xmlns:a16="http://schemas.microsoft.com/office/drawing/2014/main" id="{62053B42-7D4B-516D-0744-4672BCD143A9}"/>
              </a:ext>
            </a:extLst>
          </p:cNvPr>
          <p:cNvSpPr/>
          <p:nvPr/>
        </p:nvSpPr>
        <p:spPr>
          <a:xfrm>
            <a:off x="5017647" y="3331303"/>
            <a:ext cx="2057400" cy="564041"/>
          </a:xfrm>
          <a:prstGeom prst="rect">
            <a:avLst/>
          </a:prstGeom>
          <a:noFill/>
          <a:ln/>
        </p:spPr>
        <p:txBody>
          <a:bodyPr wrap="square" rtlCol="0" anchor="ctr"/>
          <a:lstStyle/>
          <a:p>
            <a:pPr marL="0" indent="0">
              <a:buNone/>
            </a:pPr>
            <a:r>
              <a:rPr lang="en-US" sz="1400" dirty="0">
                <a:ea typeface="Calibri" pitchFamily="34" charset="-122"/>
                <a:cs typeface="Calibri" pitchFamily="34" charset="-120"/>
              </a:rPr>
              <a:t>·  State-specific SIS implementations</a:t>
            </a:r>
          </a:p>
          <a:p>
            <a:pPr marL="0" indent="0">
              <a:buNone/>
            </a:pPr>
            <a:endParaRPr lang="en-US" sz="1400" dirty="0"/>
          </a:p>
        </p:txBody>
      </p:sp>
      <p:sp>
        <p:nvSpPr>
          <p:cNvPr id="121" name="Text 30">
            <a:extLst>
              <a:ext uri="{FF2B5EF4-FFF2-40B4-BE49-F238E27FC236}">
                <a16:creationId xmlns:a16="http://schemas.microsoft.com/office/drawing/2014/main" id="{35FF709F-49B4-CDE6-7DDA-6A111220C722}"/>
              </a:ext>
            </a:extLst>
          </p:cNvPr>
          <p:cNvSpPr/>
          <p:nvPr/>
        </p:nvSpPr>
        <p:spPr>
          <a:xfrm>
            <a:off x="5017647" y="3968496"/>
            <a:ext cx="2057400" cy="54864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  Meal count and eligibility cross-reference</a:t>
            </a:r>
            <a:endParaRPr lang="en-US" sz="1400" dirty="0"/>
          </a:p>
        </p:txBody>
      </p:sp>
      <p:sp>
        <p:nvSpPr>
          <p:cNvPr id="123" name="Text 31">
            <a:extLst>
              <a:ext uri="{FF2B5EF4-FFF2-40B4-BE49-F238E27FC236}">
                <a16:creationId xmlns:a16="http://schemas.microsoft.com/office/drawing/2014/main" id="{EF6C9182-338E-02D1-B667-25F4DB8A6340}"/>
              </a:ext>
            </a:extLst>
          </p:cNvPr>
          <p:cNvSpPr/>
          <p:nvPr/>
        </p:nvSpPr>
        <p:spPr>
          <a:xfrm>
            <a:off x="5017647" y="4590288"/>
            <a:ext cx="2057400" cy="54864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  Ed-Fi data standards compliant</a:t>
            </a:r>
            <a:endParaRPr lang="en-US" sz="1400" dirty="0"/>
          </a:p>
        </p:txBody>
      </p:sp>
      <p:sp>
        <p:nvSpPr>
          <p:cNvPr id="125" name="Shape 32">
            <a:extLst>
              <a:ext uri="{FF2B5EF4-FFF2-40B4-BE49-F238E27FC236}">
                <a16:creationId xmlns:a16="http://schemas.microsoft.com/office/drawing/2014/main" id="{1720D237-E311-AF4A-6E79-A9FEBFC58AE6}"/>
              </a:ext>
            </a:extLst>
          </p:cNvPr>
          <p:cNvSpPr/>
          <p:nvPr/>
        </p:nvSpPr>
        <p:spPr>
          <a:xfrm>
            <a:off x="7276215" y="1188720"/>
            <a:ext cx="2240280" cy="5029200"/>
          </a:xfrm>
          <a:prstGeom prst="rect">
            <a:avLst/>
          </a:prstGeom>
          <a:noFill/>
          <a:ln w="12700">
            <a:solidFill>
              <a:srgbClr val="1B3A50"/>
            </a:solidFill>
            <a:prstDash val="solid"/>
          </a:ln>
        </p:spPr>
        <p:txBody>
          <a:bodyPr/>
          <a:lstStyle/>
          <a:p>
            <a:endParaRPr lang="en-US" sz="1400"/>
          </a:p>
        </p:txBody>
      </p:sp>
      <p:sp>
        <p:nvSpPr>
          <p:cNvPr id="127" name="Text 33">
            <a:extLst>
              <a:ext uri="{FF2B5EF4-FFF2-40B4-BE49-F238E27FC236}">
                <a16:creationId xmlns:a16="http://schemas.microsoft.com/office/drawing/2014/main" id="{283EA8D9-B977-5284-678A-DF9E2E13DFA5}"/>
              </a:ext>
            </a:extLst>
          </p:cNvPr>
          <p:cNvSpPr/>
          <p:nvPr/>
        </p:nvSpPr>
        <p:spPr>
          <a:xfrm>
            <a:off x="7276215" y="1280160"/>
            <a:ext cx="2240280" cy="457200"/>
          </a:xfrm>
          <a:prstGeom prst="rect">
            <a:avLst/>
          </a:prstGeom>
          <a:noFill/>
          <a:ln/>
        </p:spPr>
        <p:txBody>
          <a:bodyPr wrap="square" rtlCol="0" anchor="ctr"/>
          <a:lstStyle/>
          <a:p>
            <a:pPr marL="0" indent="0" algn="ctr">
              <a:buNone/>
            </a:pPr>
            <a:r>
              <a:rPr lang="en-US" sz="1400" b="1" dirty="0">
                <a:ea typeface="Calibri" pitchFamily="34" charset="-122"/>
                <a:cs typeface="Calibri" pitchFamily="34" charset="-120"/>
              </a:rPr>
              <a:t>FNS Policy Feeds</a:t>
            </a:r>
            <a:endParaRPr lang="en-US" sz="1400" dirty="0"/>
          </a:p>
        </p:txBody>
      </p:sp>
      <p:sp>
        <p:nvSpPr>
          <p:cNvPr id="129" name="Text 34">
            <a:extLst>
              <a:ext uri="{FF2B5EF4-FFF2-40B4-BE49-F238E27FC236}">
                <a16:creationId xmlns:a16="http://schemas.microsoft.com/office/drawing/2014/main" id="{5DC0FD54-6BA3-BDBD-B1CC-88BBC36B6471}"/>
              </a:ext>
            </a:extLst>
          </p:cNvPr>
          <p:cNvSpPr/>
          <p:nvPr/>
        </p:nvSpPr>
        <p:spPr>
          <a:xfrm>
            <a:off x="7276215" y="1755648"/>
            <a:ext cx="2240280" cy="201168"/>
          </a:xfrm>
          <a:prstGeom prst="rect">
            <a:avLst/>
          </a:prstGeom>
          <a:noFill/>
          <a:ln/>
        </p:spPr>
        <p:txBody>
          <a:bodyPr wrap="square" rtlCol="0" anchor="ctr"/>
          <a:lstStyle/>
          <a:p>
            <a:pPr marL="0" indent="0" algn="ctr">
              <a:buNone/>
            </a:pPr>
            <a:r>
              <a:rPr lang="en-US" sz="1400" i="1" dirty="0">
                <a:ea typeface="Calibri" pitchFamily="34" charset="-122"/>
                <a:cs typeface="Calibri" pitchFamily="34" charset="-120"/>
              </a:rPr>
              <a:t>USDA Federal Register</a:t>
            </a:r>
            <a:endParaRPr lang="en-US" sz="1400" dirty="0"/>
          </a:p>
        </p:txBody>
      </p:sp>
      <p:sp>
        <p:nvSpPr>
          <p:cNvPr id="131" name="Shape 35">
            <a:extLst>
              <a:ext uri="{FF2B5EF4-FFF2-40B4-BE49-F238E27FC236}">
                <a16:creationId xmlns:a16="http://schemas.microsoft.com/office/drawing/2014/main" id="{D4DABC6C-6C64-CF05-7D51-055D400EE18C}"/>
              </a:ext>
            </a:extLst>
          </p:cNvPr>
          <p:cNvSpPr/>
          <p:nvPr/>
        </p:nvSpPr>
        <p:spPr>
          <a:xfrm>
            <a:off x="7367655" y="2011680"/>
            <a:ext cx="2057400" cy="18288"/>
          </a:xfrm>
          <a:prstGeom prst="rect">
            <a:avLst/>
          </a:prstGeom>
          <a:solidFill>
            <a:schemeClr val="tx1"/>
          </a:solidFill>
          <a:ln w="12700">
            <a:solidFill>
              <a:srgbClr val="1B3A50"/>
            </a:solidFill>
            <a:prstDash val="solid"/>
          </a:ln>
        </p:spPr>
        <p:txBody>
          <a:bodyPr/>
          <a:lstStyle/>
          <a:p>
            <a:endParaRPr lang="en-US" sz="1400"/>
          </a:p>
        </p:txBody>
      </p:sp>
      <p:sp>
        <p:nvSpPr>
          <p:cNvPr id="133" name="Text 36">
            <a:extLst>
              <a:ext uri="{FF2B5EF4-FFF2-40B4-BE49-F238E27FC236}">
                <a16:creationId xmlns:a16="http://schemas.microsoft.com/office/drawing/2014/main" id="{A15E7165-7B4F-DB86-C9AB-98517064BA7A}"/>
              </a:ext>
            </a:extLst>
          </p:cNvPr>
          <p:cNvSpPr/>
          <p:nvPr/>
        </p:nvSpPr>
        <p:spPr>
          <a:xfrm>
            <a:off x="7367655" y="2103120"/>
            <a:ext cx="2057400" cy="54864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  Federal Register API monitoring</a:t>
            </a:r>
            <a:endParaRPr lang="en-US" sz="1400" dirty="0"/>
          </a:p>
        </p:txBody>
      </p:sp>
      <p:sp>
        <p:nvSpPr>
          <p:cNvPr id="135" name="Text 37">
            <a:extLst>
              <a:ext uri="{FF2B5EF4-FFF2-40B4-BE49-F238E27FC236}">
                <a16:creationId xmlns:a16="http://schemas.microsoft.com/office/drawing/2014/main" id="{7839904A-4354-4DD9-2107-8F7A8C90AA39}"/>
              </a:ext>
            </a:extLst>
          </p:cNvPr>
          <p:cNvSpPr/>
          <p:nvPr/>
        </p:nvSpPr>
        <p:spPr>
          <a:xfrm>
            <a:off x="7367655" y="2724912"/>
            <a:ext cx="2057400" cy="54864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  Reimbursement rate updates</a:t>
            </a:r>
            <a:endParaRPr lang="en-US" sz="1400" dirty="0"/>
          </a:p>
        </p:txBody>
      </p:sp>
      <p:sp>
        <p:nvSpPr>
          <p:cNvPr id="137" name="Text 38">
            <a:extLst>
              <a:ext uri="{FF2B5EF4-FFF2-40B4-BE49-F238E27FC236}">
                <a16:creationId xmlns:a16="http://schemas.microsoft.com/office/drawing/2014/main" id="{ACF7B166-1235-7CB0-0019-A8CB181646B8}"/>
              </a:ext>
            </a:extLst>
          </p:cNvPr>
          <p:cNvSpPr/>
          <p:nvPr/>
        </p:nvSpPr>
        <p:spPr>
          <a:xfrm>
            <a:off x="7367655" y="3346704"/>
            <a:ext cx="2057400" cy="54864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  Daily automated check</a:t>
            </a:r>
            <a:endParaRPr lang="en-US" sz="1400" dirty="0"/>
          </a:p>
        </p:txBody>
      </p:sp>
      <p:sp>
        <p:nvSpPr>
          <p:cNvPr id="139" name="Text 39">
            <a:extLst>
              <a:ext uri="{FF2B5EF4-FFF2-40B4-BE49-F238E27FC236}">
                <a16:creationId xmlns:a16="http://schemas.microsoft.com/office/drawing/2014/main" id="{14F1F142-DB3D-03D4-AEF9-12E98099F8CF}"/>
              </a:ext>
            </a:extLst>
          </p:cNvPr>
          <p:cNvSpPr/>
          <p:nvPr/>
        </p:nvSpPr>
        <p:spPr>
          <a:xfrm>
            <a:off x="7367655" y="3968496"/>
            <a:ext cx="2057400" cy="54864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  Phase 2: LLM-assisted change classification</a:t>
            </a:r>
            <a:endParaRPr lang="en-US" sz="1400" dirty="0"/>
          </a:p>
        </p:txBody>
      </p:sp>
      <p:sp>
        <p:nvSpPr>
          <p:cNvPr id="141" name="Text 40">
            <a:extLst>
              <a:ext uri="{FF2B5EF4-FFF2-40B4-BE49-F238E27FC236}">
                <a16:creationId xmlns:a16="http://schemas.microsoft.com/office/drawing/2014/main" id="{6495CA50-5C5B-B1CF-880A-EE0D1D355F1C}"/>
              </a:ext>
            </a:extLst>
          </p:cNvPr>
          <p:cNvSpPr/>
          <p:nvPr/>
        </p:nvSpPr>
        <p:spPr>
          <a:xfrm>
            <a:off x="7367655" y="4590288"/>
            <a:ext cx="2057400" cy="54864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  Human review before any platform update</a:t>
            </a:r>
            <a:endParaRPr lang="en-US" sz="1400" dirty="0"/>
          </a:p>
        </p:txBody>
      </p:sp>
      <p:sp>
        <p:nvSpPr>
          <p:cNvPr id="143" name="Shape 41">
            <a:extLst>
              <a:ext uri="{FF2B5EF4-FFF2-40B4-BE49-F238E27FC236}">
                <a16:creationId xmlns:a16="http://schemas.microsoft.com/office/drawing/2014/main" id="{C87FD5A0-CB83-5E0E-A814-72E75A56CC79}"/>
              </a:ext>
            </a:extLst>
          </p:cNvPr>
          <p:cNvSpPr/>
          <p:nvPr/>
        </p:nvSpPr>
        <p:spPr>
          <a:xfrm>
            <a:off x="9626223" y="1188720"/>
            <a:ext cx="2240280" cy="5029200"/>
          </a:xfrm>
          <a:prstGeom prst="rect">
            <a:avLst/>
          </a:prstGeom>
          <a:noFill/>
          <a:ln w="12700">
            <a:solidFill>
              <a:srgbClr val="1B3A50"/>
            </a:solidFill>
            <a:prstDash val="solid"/>
          </a:ln>
        </p:spPr>
        <p:txBody>
          <a:bodyPr/>
          <a:lstStyle/>
          <a:p>
            <a:endParaRPr lang="en-US" sz="1400"/>
          </a:p>
        </p:txBody>
      </p:sp>
      <p:sp>
        <p:nvSpPr>
          <p:cNvPr id="145" name="Text 42">
            <a:extLst>
              <a:ext uri="{FF2B5EF4-FFF2-40B4-BE49-F238E27FC236}">
                <a16:creationId xmlns:a16="http://schemas.microsoft.com/office/drawing/2014/main" id="{E4E26695-89DF-C635-E82C-30F26CD4F4B8}"/>
              </a:ext>
            </a:extLst>
          </p:cNvPr>
          <p:cNvSpPr/>
          <p:nvPr/>
        </p:nvSpPr>
        <p:spPr>
          <a:xfrm>
            <a:off x="9626223" y="1280160"/>
            <a:ext cx="2240280" cy="457200"/>
          </a:xfrm>
          <a:prstGeom prst="rect">
            <a:avLst/>
          </a:prstGeom>
          <a:noFill/>
          <a:ln/>
        </p:spPr>
        <p:txBody>
          <a:bodyPr wrap="square" rtlCol="0" anchor="ctr"/>
          <a:lstStyle/>
          <a:p>
            <a:pPr marL="0" indent="0" algn="ctr">
              <a:buNone/>
            </a:pPr>
            <a:r>
              <a:rPr lang="en-US" sz="1400" b="1" dirty="0">
                <a:ea typeface="Calibri" pitchFamily="34" charset="-122"/>
                <a:cs typeface="Calibri" pitchFamily="34" charset="-120"/>
              </a:rPr>
              <a:t>LaunchDarkly</a:t>
            </a:r>
            <a:endParaRPr lang="en-US" sz="1400" dirty="0"/>
          </a:p>
        </p:txBody>
      </p:sp>
      <p:sp>
        <p:nvSpPr>
          <p:cNvPr id="147" name="Text 43">
            <a:extLst>
              <a:ext uri="{FF2B5EF4-FFF2-40B4-BE49-F238E27FC236}">
                <a16:creationId xmlns:a16="http://schemas.microsoft.com/office/drawing/2014/main" id="{15C74C92-667A-AC95-D358-54DD459E11B1}"/>
              </a:ext>
            </a:extLst>
          </p:cNvPr>
          <p:cNvSpPr/>
          <p:nvPr/>
        </p:nvSpPr>
        <p:spPr>
          <a:xfrm>
            <a:off x="9626223" y="1755648"/>
            <a:ext cx="2240280" cy="201168"/>
          </a:xfrm>
          <a:prstGeom prst="rect">
            <a:avLst/>
          </a:prstGeom>
          <a:noFill/>
          <a:ln/>
        </p:spPr>
        <p:txBody>
          <a:bodyPr wrap="square" rtlCol="0" anchor="ctr"/>
          <a:lstStyle/>
          <a:p>
            <a:pPr marL="0" indent="0" algn="ctr">
              <a:buNone/>
            </a:pPr>
            <a:r>
              <a:rPr lang="en-US" sz="1400" i="1" dirty="0">
                <a:ea typeface="Calibri" pitchFamily="34" charset="-122"/>
                <a:cs typeface="Calibri" pitchFamily="34" charset="-120"/>
              </a:rPr>
              <a:t>Feature Flag Service</a:t>
            </a:r>
            <a:endParaRPr lang="en-US" sz="1400" dirty="0"/>
          </a:p>
        </p:txBody>
      </p:sp>
      <p:sp>
        <p:nvSpPr>
          <p:cNvPr id="149" name="Shape 44">
            <a:extLst>
              <a:ext uri="{FF2B5EF4-FFF2-40B4-BE49-F238E27FC236}">
                <a16:creationId xmlns:a16="http://schemas.microsoft.com/office/drawing/2014/main" id="{69177662-3390-EBC3-8C1C-BF4CA2833407}"/>
              </a:ext>
            </a:extLst>
          </p:cNvPr>
          <p:cNvSpPr/>
          <p:nvPr/>
        </p:nvSpPr>
        <p:spPr>
          <a:xfrm>
            <a:off x="9717663" y="2011680"/>
            <a:ext cx="2057400" cy="18288"/>
          </a:xfrm>
          <a:prstGeom prst="rect">
            <a:avLst/>
          </a:prstGeom>
          <a:solidFill>
            <a:schemeClr val="tx1"/>
          </a:solidFill>
          <a:ln w="12700">
            <a:solidFill>
              <a:srgbClr val="1B3A50"/>
            </a:solidFill>
            <a:prstDash val="solid"/>
          </a:ln>
        </p:spPr>
        <p:txBody>
          <a:bodyPr/>
          <a:lstStyle/>
          <a:p>
            <a:endParaRPr lang="en-US" sz="1400"/>
          </a:p>
        </p:txBody>
      </p:sp>
      <p:sp>
        <p:nvSpPr>
          <p:cNvPr id="151" name="Text 45">
            <a:extLst>
              <a:ext uri="{FF2B5EF4-FFF2-40B4-BE49-F238E27FC236}">
                <a16:creationId xmlns:a16="http://schemas.microsoft.com/office/drawing/2014/main" id="{70411DBF-0C0A-E2A9-DBF2-3559DEDE47F2}"/>
              </a:ext>
            </a:extLst>
          </p:cNvPr>
          <p:cNvSpPr/>
          <p:nvPr/>
        </p:nvSpPr>
        <p:spPr>
          <a:xfrm>
            <a:off x="9717663" y="2103120"/>
            <a:ext cx="2057400" cy="54864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  47 module-level feature flags</a:t>
            </a:r>
            <a:endParaRPr lang="en-US" sz="1400" dirty="0"/>
          </a:p>
        </p:txBody>
      </p:sp>
      <p:sp>
        <p:nvSpPr>
          <p:cNvPr id="153" name="Text 46">
            <a:extLst>
              <a:ext uri="{FF2B5EF4-FFF2-40B4-BE49-F238E27FC236}">
                <a16:creationId xmlns:a16="http://schemas.microsoft.com/office/drawing/2014/main" id="{AF9868AD-6001-AE16-DB5D-C8480F0C6F03}"/>
              </a:ext>
            </a:extLst>
          </p:cNvPr>
          <p:cNvSpPr/>
          <p:nvPr/>
        </p:nvSpPr>
        <p:spPr>
          <a:xfrm>
            <a:off x="9717663" y="2724912"/>
            <a:ext cx="2057400" cy="54864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  Per-state flag configuration</a:t>
            </a:r>
            <a:endParaRPr lang="en-US" sz="1400" dirty="0"/>
          </a:p>
        </p:txBody>
      </p:sp>
      <p:sp>
        <p:nvSpPr>
          <p:cNvPr id="155" name="Text 47">
            <a:extLst>
              <a:ext uri="{FF2B5EF4-FFF2-40B4-BE49-F238E27FC236}">
                <a16:creationId xmlns:a16="http://schemas.microsoft.com/office/drawing/2014/main" id="{D7E16723-E62D-D594-45CC-E05EB188A4C5}"/>
              </a:ext>
            </a:extLst>
          </p:cNvPr>
          <p:cNvSpPr/>
          <p:nvPr/>
        </p:nvSpPr>
        <p:spPr>
          <a:xfrm>
            <a:off x="9717663" y="3346704"/>
            <a:ext cx="2057400" cy="54864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  Gradual rollout and A/B testing</a:t>
            </a:r>
            <a:endParaRPr lang="en-US" sz="1400" dirty="0"/>
          </a:p>
        </p:txBody>
      </p:sp>
      <p:sp>
        <p:nvSpPr>
          <p:cNvPr id="157" name="Text 48">
            <a:extLst>
              <a:ext uri="{FF2B5EF4-FFF2-40B4-BE49-F238E27FC236}">
                <a16:creationId xmlns:a16="http://schemas.microsoft.com/office/drawing/2014/main" id="{890D7458-9E21-1C5F-10CE-8E599583CF91}"/>
              </a:ext>
            </a:extLst>
          </p:cNvPr>
          <p:cNvSpPr/>
          <p:nvPr/>
        </p:nvSpPr>
        <p:spPr>
          <a:xfrm>
            <a:off x="9717663" y="3968496"/>
            <a:ext cx="2057400" cy="54864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  Local cache in FlagDefs table</a:t>
            </a:r>
            <a:endParaRPr lang="en-US" sz="1400" dirty="0"/>
          </a:p>
        </p:txBody>
      </p:sp>
      <p:sp>
        <p:nvSpPr>
          <p:cNvPr id="159" name="Text 49">
            <a:extLst>
              <a:ext uri="{FF2B5EF4-FFF2-40B4-BE49-F238E27FC236}">
                <a16:creationId xmlns:a16="http://schemas.microsoft.com/office/drawing/2014/main" id="{D34B2D64-F78E-0195-C10E-7FEC78FA95A5}"/>
              </a:ext>
            </a:extLst>
          </p:cNvPr>
          <p:cNvSpPr/>
          <p:nvPr/>
        </p:nvSpPr>
        <p:spPr>
          <a:xfrm>
            <a:off x="9717663" y="4590288"/>
            <a:ext cx="2057400" cy="54864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  Zero-downtime feature activation</a:t>
            </a:r>
            <a:endParaRPr lang="en-US" sz="1400" dirty="0"/>
          </a:p>
        </p:txBody>
      </p:sp>
    </p:spTree>
    <p:extLst>
      <p:ext uri="{BB962C8B-B14F-4D97-AF65-F5344CB8AC3E}">
        <p14:creationId xmlns:p14="http://schemas.microsoft.com/office/powerpoint/2010/main" val="525824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Rounded Corners 43">
            <a:extLst>
              <a:ext uri="{FF2B5EF4-FFF2-40B4-BE49-F238E27FC236}">
                <a16:creationId xmlns:a16="http://schemas.microsoft.com/office/drawing/2014/main" id="{CFF2B8CD-3B2B-876F-4A9C-6B19738A6023}"/>
              </a:ext>
            </a:extLst>
          </p:cNvPr>
          <p:cNvSpPr/>
          <p:nvPr/>
        </p:nvSpPr>
        <p:spPr>
          <a:xfrm>
            <a:off x="583007" y="988043"/>
            <a:ext cx="10961293" cy="3890803"/>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0210E2-932B-4BAD-1FF5-4507C30B7280}"/>
              </a:ext>
            </a:extLst>
          </p:cNvPr>
          <p:cNvSpPr>
            <a:spLocks noGrp="1"/>
          </p:cNvSpPr>
          <p:nvPr>
            <p:ph type="title"/>
          </p:nvPr>
        </p:nvSpPr>
        <p:spPr>
          <a:xfrm>
            <a:off x="447994" y="307321"/>
            <a:ext cx="5437414" cy="459611"/>
          </a:xfrm>
        </p:spPr>
        <p:txBody>
          <a:bodyPr/>
          <a:lstStyle/>
          <a:p>
            <a:r>
              <a:rPr lang="en-US" dirty="0"/>
              <a:t>Database Structure</a:t>
            </a:r>
          </a:p>
        </p:txBody>
      </p:sp>
      <p:sp>
        <p:nvSpPr>
          <p:cNvPr id="3" name="Slide Number Placeholder 2">
            <a:extLst>
              <a:ext uri="{FF2B5EF4-FFF2-40B4-BE49-F238E27FC236}">
                <a16:creationId xmlns:a16="http://schemas.microsoft.com/office/drawing/2014/main" id="{61CE98F4-58DF-4C45-70E0-3F44B37D22B3}"/>
              </a:ext>
            </a:extLst>
          </p:cNvPr>
          <p:cNvSpPr>
            <a:spLocks noGrp="1"/>
          </p:cNvSpPr>
          <p:nvPr>
            <p:ph type="sldNum" sz="quarter" idx="10"/>
          </p:nvPr>
        </p:nvSpPr>
        <p:spPr/>
        <p:txBody>
          <a:bodyPr/>
          <a:lstStyle/>
          <a:p>
            <a:fld id="{F71C0B42-4AEE-41DE-B077-4156AA01E9D4}" type="slidenum">
              <a:rPr lang="en-US" smtClean="0"/>
              <a:pPr/>
              <a:t>13</a:t>
            </a:fld>
            <a:endParaRPr lang="en-US"/>
          </a:p>
        </p:txBody>
      </p:sp>
      <p:grpSp>
        <p:nvGrpSpPr>
          <p:cNvPr id="42" name="Group 41">
            <a:extLst>
              <a:ext uri="{FF2B5EF4-FFF2-40B4-BE49-F238E27FC236}">
                <a16:creationId xmlns:a16="http://schemas.microsoft.com/office/drawing/2014/main" id="{9B4459C3-F055-FC3D-09D1-04520BAC138A}"/>
              </a:ext>
            </a:extLst>
          </p:cNvPr>
          <p:cNvGrpSpPr/>
          <p:nvPr/>
        </p:nvGrpSpPr>
        <p:grpSpPr>
          <a:xfrm>
            <a:off x="766434" y="1558775"/>
            <a:ext cx="3215836" cy="3007088"/>
            <a:chOff x="447994" y="1232497"/>
            <a:chExt cx="3553273" cy="3430534"/>
          </a:xfrm>
        </p:grpSpPr>
        <p:sp>
          <p:nvSpPr>
            <p:cNvPr id="4" name="Rectangle: Rounded Corners 3">
              <a:extLst>
                <a:ext uri="{FF2B5EF4-FFF2-40B4-BE49-F238E27FC236}">
                  <a16:creationId xmlns:a16="http://schemas.microsoft.com/office/drawing/2014/main" id="{216EB759-6A38-AF00-3D22-ACC3E8F4CFEB}"/>
                </a:ext>
              </a:extLst>
            </p:cNvPr>
            <p:cNvSpPr/>
            <p:nvPr/>
          </p:nvSpPr>
          <p:spPr>
            <a:xfrm>
              <a:off x="447994" y="1232497"/>
              <a:ext cx="3553273" cy="34305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 name="Rectangle: Rounded Corners 10">
              <a:extLst>
                <a:ext uri="{FF2B5EF4-FFF2-40B4-BE49-F238E27FC236}">
                  <a16:creationId xmlns:a16="http://schemas.microsoft.com/office/drawing/2014/main" id="{5AB9AEE4-A785-E95E-89CB-7D7DBE522A57}"/>
                </a:ext>
              </a:extLst>
            </p:cNvPr>
            <p:cNvSpPr/>
            <p:nvPr/>
          </p:nvSpPr>
          <p:spPr>
            <a:xfrm>
              <a:off x="699606" y="1638556"/>
              <a:ext cx="3068456" cy="594258"/>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400" dirty="0" err="1">
                  <a:solidFill>
                    <a:schemeClr val="tx1"/>
                  </a:solidFill>
                </a:rPr>
                <a:t>FederalReimbursementRate</a:t>
              </a:r>
              <a:endParaRPr lang="en-US" sz="1400" dirty="0">
                <a:solidFill>
                  <a:schemeClr val="tx1"/>
                </a:solidFill>
              </a:endParaRPr>
            </a:p>
          </p:txBody>
        </p:sp>
        <p:sp>
          <p:nvSpPr>
            <p:cNvPr id="13" name="Rectangle: Rounded Corners 12">
              <a:extLst>
                <a:ext uri="{FF2B5EF4-FFF2-40B4-BE49-F238E27FC236}">
                  <a16:creationId xmlns:a16="http://schemas.microsoft.com/office/drawing/2014/main" id="{2EF4850B-77BE-CE05-4F83-D5B3DA65ED81}"/>
                </a:ext>
              </a:extLst>
            </p:cNvPr>
            <p:cNvSpPr/>
            <p:nvPr/>
          </p:nvSpPr>
          <p:spPr>
            <a:xfrm>
              <a:off x="699606" y="2341232"/>
              <a:ext cx="3068456" cy="594258"/>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400" dirty="0" err="1">
                  <a:solidFill>
                    <a:schemeClr val="tx1"/>
                  </a:solidFill>
                </a:rPr>
                <a:t>FoodItemCode</a:t>
              </a:r>
              <a:endParaRPr lang="en-US" sz="1400" dirty="0">
                <a:solidFill>
                  <a:schemeClr val="tx1"/>
                </a:solidFill>
              </a:endParaRPr>
            </a:p>
          </p:txBody>
        </p:sp>
        <p:sp>
          <p:nvSpPr>
            <p:cNvPr id="15" name="Rectangle: Rounded Corners 14">
              <a:extLst>
                <a:ext uri="{FF2B5EF4-FFF2-40B4-BE49-F238E27FC236}">
                  <a16:creationId xmlns:a16="http://schemas.microsoft.com/office/drawing/2014/main" id="{2C32E92A-2D19-3934-328C-B4917E22A750}"/>
                </a:ext>
              </a:extLst>
            </p:cNvPr>
            <p:cNvSpPr/>
            <p:nvPr/>
          </p:nvSpPr>
          <p:spPr>
            <a:xfrm>
              <a:off x="699606" y="3790566"/>
              <a:ext cx="3068456" cy="594258"/>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400" dirty="0" err="1">
                  <a:solidFill>
                    <a:schemeClr val="tx1"/>
                  </a:solidFill>
                </a:rPr>
                <a:t>FederalFiscalYear</a:t>
              </a:r>
              <a:endParaRPr lang="en-US" sz="1400" dirty="0">
                <a:solidFill>
                  <a:schemeClr val="tx1"/>
                </a:solidFill>
              </a:endParaRPr>
            </a:p>
          </p:txBody>
        </p:sp>
        <p:sp>
          <p:nvSpPr>
            <p:cNvPr id="17" name="Rectangle: Rounded Corners 16">
              <a:extLst>
                <a:ext uri="{FF2B5EF4-FFF2-40B4-BE49-F238E27FC236}">
                  <a16:creationId xmlns:a16="http://schemas.microsoft.com/office/drawing/2014/main" id="{958ABDBC-EC4B-685E-F045-FC4D544D43D9}"/>
                </a:ext>
              </a:extLst>
            </p:cNvPr>
            <p:cNvSpPr/>
            <p:nvPr/>
          </p:nvSpPr>
          <p:spPr>
            <a:xfrm>
              <a:off x="699606" y="3043908"/>
              <a:ext cx="3068456" cy="594258"/>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400" dirty="0" err="1">
                  <a:solidFill>
                    <a:schemeClr val="tx1"/>
                  </a:solidFill>
                </a:rPr>
                <a:t>UsdaProgramRule</a:t>
              </a:r>
              <a:endParaRPr lang="en-US" sz="1400" dirty="0">
                <a:solidFill>
                  <a:schemeClr val="tx1"/>
                </a:solidFill>
              </a:endParaRPr>
            </a:p>
          </p:txBody>
        </p:sp>
      </p:grpSp>
      <p:grpSp>
        <p:nvGrpSpPr>
          <p:cNvPr id="43" name="Group 42">
            <a:extLst>
              <a:ext uri="{FF2B5EF4-FFF2-40B4-BE49-F238E27FC236}">
                <a16:creationId xmlns:a16="http://schemas.microsoft.com/office/drawing/2014/main" id="{B089787C-E785-E3CC-23B7-64E88AFBDBDB}"/>
              </a:ext>
            </a:extLst>
          </p:cNvPr>
          <p:cNvGrpSpPr/>
          <p:nvPr/>
        </p:nvGrpSpPr>
        <p:grpSpPr>
          <a:xfrm>
            <a:off x="4502620" y="1621062"/>
            <a:ext cx="6819985" cy="2944802"/>
            <a:chOff x="4257143" y="1234543"/>
            <a:chExt cx="7439813" cy="3430534"/>
          </a:xfrm>
        </p:grpSpPr>
        <p:sp>
          <p:nvSpPr>
            <p:cNvPr id="6" name="Rectangle: Rounded Corners 5">
              <a:extLst>
                <a:ext uri="{FF2B5EF4-FFF2-40B4-BE49-F238E27FC236}">
                  <a16:creationId xmlns:a16="http://schemas.microsoft.com/office/drawing/2014/main" id="{0D46A084-C195-BA2E-0CA9-AC495D56BDE3}"/>
                </a:ext>
              </a:extLst>
            </p:cNvPr>
            <p:cNvSpPr/>
            <p:nvPr/>
          </p:nvSpPr>
          <p:spPr>
            <a:xfrm>
              <a:off x="4257143" y="1234543"/>
              <a:ext cx="7439813" cy="3430534"/>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B285F8A5-4603-47EF-15C8-13D5F5040502}"/>
                </a:ext>
              </a:extLst>
            </p:cNvPr>
            <p:cNvSpPr/>
            <p:nvPr/>
          </p:nvSpPr>
          <p:spPr>
            <a:xfrm>
              <a:off x="4752018" y="2411807"/>
              <a:ext cx="3068456" cy="595280"/>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400" dirty="0">
                  <a:solidFill>
                    <a:schemeClr val="tx1"/>
                  </a:solidFill>
                </a:rPr>
                <a:t>Claim</a:t>
              </a:r>
            </a:p>
          </p:txBody>
        </p:sp>
        <p:sp>
          <p:nvSpPr>
            <p:cNvPr id="21" name="Rectangle: Rounded Corners 20">
              <a:extLst>
                <a:ext uri="{FF2B5EF4-FFF2-40B4-BE49-F238E27FC236}">
                  <a16:creationId xmlns:a16="http://schemas.microsoft.com/office/drawing/2014/main" id="{9457BA1C-3C99-96E1-A3DB-4A4091DCE178}"/>
                </a:ext>
              </a:extLst>
            </p:cNvPr>
            <p:cNvSpPr/>
            <p:nvPr/>
          </p:nvSpPr>
          <p:spPr>
            <a:xfrm>
              <a:off x="4752018" y="3119086"/>
              <a:ext cx="3068456" cy="595280"/>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400" dirty="0">
                  <a:solidFill>
                    <a:schemeClr val="tx1"/>
                  </a:solidFill>
                </a:rPr>
                <a:t>Application</a:t>
              </a:r>
            </a:p>
          </p:txBody>
        </p:sp>
        <p:sp>
          <p:nvSpPr>
            <p:cNvPr id="7" name="Rectangle: Rounded Corners 6">
              <a:extLst>
                <a:ext uri="{FF2B5EF4-FFF2-40B4-BE49-F238E27FC236}">
                  <a16:creationId xmlns:a16="http://schemas.microsoft.com/office/drawing/2014/main" id="{61E53265-46F3-5935-D0C5-27DA2269FFE2}"/>
                </a:ext>
              </a:extLst>
            </p:cNvPr>
            <p:cNvSpPr/>
            <p:nvPr/>
          </p:nvSpPr>
          <p:spPr>
            <a:xfrm>
              <a:off x="4752018" y="1693788"/>
              <a:ext cx="3068456" cy="595280"/>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400" dirty="0">
                  <a:solidFill>
                    <a:schemeClr val="tx1"/>
                  </a:solidFill>
                </a:rPr>
                <a:t>Sponsor (district)</a:t>
              </a:r>
            </a:p>
          </p:txBody>
        </p:sp>
        <p:sp>
          <p:nvSpPr>
            <p:cNvPr id="23" name="Rectangle: Rounded Corners 22">
              <a:extLst>
                <a:ext uri="{FF2B5EF4-FFF2-40B4-BE49-F238E27FC236}">
                  <a16:creationId xmlns:a16="http://schemas.microsoft.com/office/drawing/2014/main" id="{D13516F5-D2A4-D106-384B-9542719551BD}"/>
                </a:ext>
              </a:extLst>
            </p:cNvPr>
            <p:cNvSpPr/>
            <p:nvPr/>
          </p:nvSpPr>
          <p:spPr>
            <a:xfrm>
              <a:off x="4752018" y="3826365"/>
              <a:ext cx="3068456" cy="595280"/>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400" dirty="0">
                  <a:solidFill>
                    <a:schemeClr val="tx1"/>
                  </a:solidFill>
                </a:rPr>
                <a:t>Payment</a:t>
              </a:r>
            </a:p>
          </p:txBody>
        </p:sp>
        <p:sp>
          <p:nvSpPr>
            <p:cNvPr id="25" name="Rectangle: Rounded Corners 24">
              <a:extLst>
                <a:ext uri="{FF2B5EF4-FFF2-40B4-BE49-F238E27FC236}">
                  <a16:creationId xmlns:a16="http://schemas.microsoft.com/office/drawing/2014/main" id="{6C8440F6-9794-442E-2AFB-F1DF7F05D64D}"/>
                </a:ext>
              </a:extLst>
            </p:cNvPr>
            <p:cNvSpPr/>
            <p:nvPr/>
          </p:nvSpPr>
          <p:spPr>
            <a:xfrm>
              <a:off x="8147774" y="2410785"/>
              <a:ext cx="3068456" cy="595280"/>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400" dirty="0">
                  <a:solidFill>
                    <a:schemeClr val="tx1"/>
                  </a:solidFill>
                </a:rPr>
                <a:t>Claim</a:t>
              </a:r>
            </a:p>
          </p:txBody>
        </p:sp>
        <p:sp>
          <p:nvSpPr>
            <p:cNvPr id="27" name="Rectangle: Rounded Corners 26">
              <a:extLst>
                <a:ext uri="{FF2B5EF4-FFF2-40B4-BE49-F238E27FC236}">
                  <a16:creationId xmlns:a16="http://schemas.microsoft.com/office/drawing/2014/main" id="{3464ACBE-6D29-1F5D-B818-D37BB468E191}"/>
                </a:ext>
              </a:extLst>
            </p:cNvPr>
            <p:cNvSpPr/>
            <p:nvPr/>
          </p:nvSpPr>
          <p:spPr>
            <a:xfrm>
              <a:off x="8147774" y="3118064"/>
              <a:ext cx="3068456" cy="595280"/>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400" dirty="0">
                  <a:solidFill>
                    <a:schemeClr val="tx1"/>
                  </a:solidFill>
                </a:rPr>
                <a:t>Application</a:t>
              </a:r>
            </a:p>
          </p:txBody>
        </p:sp>
        <p:sp>
          <p:nvSpPr>
            <p:cNvPr id="29" name="Rectangle: Rounded Corners 28">
              <a:extLst>
                <a:ext uri="{FF2B5EF4-FFF2-40B4-BE49-F238E27FC236}">
                  <a16:creationId xmlns:a16="http://schemas.microsoft.com/office/drawing/2014/main" id="{46739682-B603-5587-2D71-3A9E3DFA11EF}"/>
                </a:ext>
              </a:extLst>
            </p:cNvPr>
            <p:cNvSpPr/>
            <p:nvPr/>
          </p:nvSpPr>
          <p:spPr>
            <a:xfrm>
              <a:off x="8147774" y="1692766"/>
              <a:ext cx="3068456" cy="595280"/>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400" dirty="0">
                  <a:solidFill>
                    <a:schemeClr val="tx1"/>
                  </a:solidFill>
                </a:rPr>
                <a:t>Sponsor (district)</a:t>
              </a:r>
            </a:p>
          </p:txBody>
        </p:sp>
        <p:sp>
          <p:nvSpPr>
            <p:cNvPr id="31" name="Rectangle: Rounded Corners 30">
              <a:extLst>
                <a:ext uri="{FF2B5EF4-FFF2-40B4-BE49-F238E27FC236}">
                  <a16:creationId xmlns:a16="http://schemas.microsoft.com/office/drawing/2014/main" id="{D950D205-5A28-82E7-E973-9972A7434368}"/>
                </a:ext>
              </a:extLst>
            </p:cNvPr>
            <p:cNvSpPr/>
            <p:nvPr/>
          </p:nvSpPr>
          <p:spPr>
            <a:xfrm>
              <a:off x="8147774" y="3825343"/>
              <a:ext cx="3068456" cy="595280"/>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400" dirty="0">
                  <a:solidFill>
                    <a:schemeClr val="tx1"/>
                  </a:solidFill>
                </a:rPr>
                <a:t>Payment</a:t>
              </a:r>
            </a:p>
          </p:txBody>
        </p:sp>
        <p:sp>
          <p:nvSpPr>
            <p:cNvPr id="32" name="TextBox 31">
              <a:extLst>
                <a:ext uri="{FF2B5EF4-FFF2-40B4-BE49-F238E27FC236}">
                  <a16:creationId xmlns:a16="http://schemas.microsoft.com/office/drawing/2014/main" id="{EDF49D19-0B27-10BF-2392-3FDDBCC0AE29}"/>
                </a:ext>
              </a:extLst>
            </p:cNvPr>
            <p:cNvSpPr txBox="1"/>
            <p:nvPr/>
          </p:nvSpPr>
          <p:spPr>
            <a:xfrm>
              <a:off x="5540423" y="1247864"/>
              <a:ext cx="1744751" cy="430252"/>
            </a:xfrm>
            <a:prstGeom prst="rect">
              <a:avLst/>
            </a:prstGeom>
            <a:noFill/>
          </p:spPr>
          <p:txBody>
            <a:bodyPr wrap="square" rtlCol="0">
              <a:spAutoFit/>
            </a:bodyPr>
            <a:lstStyle/>
            <a:p>
              <a:r>
                <a:rPr lang="en-US" dirty="0" err="1">
                  <a:solidFill>
                    <a:schemeClr val="bg2"/>
                  </a:solidFill>
                </a:rPr>
                <a:t>cnp_ops_mn</a:t>
              </a:r>
              <a:endParaRPr lang="en-US" dirty="0">
                <a:solidFill>
                  <a:schemeClr val="bg2"/>
                </a:solidFill>
              </a:endParaRPr>
            </a:p>
          </p:txBody>
        </p:sp>
        <p:sp>
          <p:nvSpPr>
            <p:cNvPr id="34" name="TextBox 33">
              <a:extLst>
                <a:ext uri="{FF2B5EF4-FFF2-40B4-BE49-F238E27FC236}">
                  <a16:creationId xmlns:a16="http://schemas.microsoft.com/office/drawing/2014/main" id="{3C1CC269-D8F3-B958-3861-108CE9DE2080}"/>
                </a:ext>
              </a:extLst>
            </p:cNvPr>
            <p:cNvSpPr txBox="1"/>
            <p:nvPr/>
          </p:nvSpPr>
          <p:spPr>
            <a:xfrm>
              <a:off x="8905683" y="1280539"/>
              <a:ext cx="1515818" cy="369332"/>
            </a:xfrm>
            <a:prstGeom prst="rect">
              <a:avLst/>
            </a:prstGeom>
            <a:noFill/>
          </p:spPr>
          <p:txBody>
            <a:bodyPr wrap="square" rtlCol="0">
              <a:spAutoFit/>
            </a:bodyPr>
            <a:lstStyle/>
            <a:p>
              <a:r>
                <a:rPr lang="en-US" dirty="0" err="1">
                  <a:solidFill>
                    <a:schemeClr val="bg2"/>
                  </a:solidFill>
                </a:rPr>
                <a:t>cnp_ops_va</a:t>
              </a:r>
              <a:endParaRPr lang="en-US" dirty="0">
                <a:solidFill>
                  <a:schemeClr val="bg2"/>
                </a:solidFill>
              </a:endParaRPr>
            </a:p>
          </p:txBody>
        </p:sp>
      </p:grpSp>
      <p:sp>
        <p:nvSpPr>
          <p:cNvPr id="39" name="TextBox 38">
            <a:extLst>
              <a:ext uri="{FF2B5EF4-FFF2-40B4-BE49-F238E27FC236}">
                <a16:creationId xmlns:a16="http://schemas.microsoft.com/office/drawing/2014/main" id="{9C138D4B-C64F-7F15-78E4-85FB444805CF}"/>
              </a:ext>
            </a:extLst>
          </p:cNvPr>
          <p:cNvSpPr txBox="1"/>
          <p:nvPr/>
        </p:nvSpPr>
        <p:spPr>
          <a:xfrm>
            <a:off x="927491" y="1189443"/>
            <a:ext cx="3000226" cy="369332"/>
          </a:xfrm>
          <a:prstGeom prst="rect">
            <a:avLst/>
          </a:prstGeom>
          <a:noFill/>
        </p:spPr>
        <p:txBody>
          <a:bodyPr wrap="square" rtlCol="0">
            <a:spAutoFit/>
          </a:bodyPr>
          <a:lstStyle/>
          <a:p>
            <a:r>
              <a:rPr lang="en-US" b="1" dirty="0" err="1"/>
              <a:t>cnp_global</a:t>
            </a:r>
            <a:r>
              <a:rPr lang="en-US" b="1" dirty="0"/>
              <a:t> </a:t>
            </a:r>
            <a:r>
              <a:rPr lang="en-US" dirty="0"/>
              <a:t>single schema</a:t>
            </a:r>
          </a:p>
        </p:txBody>
      </p:sp>
      <p:sp>
        <p:nvSpPr>
          <p:cNvPr id="41" name="TextBox 40">
            <a:extLst>
              <a:ext uri="{FF2B5EF4-FFF2-40B4-BE49-F238E27FC236}">
                <a16:creationId xmlns:a16="http://schemas.microsoft.com/office/drawing/2014/main" id="{80241D49-63D4-3F75-0B79-8CD863F38677}"/>
              </a:ext>
            </a:extLst>
          </p:cNvPr>
          <p:cNvSpPr txBox="1"/>
          <p:nvPr/>
        </p:nvSpPr>
        <p:spPr>
          <a:xfrm>
            <a:off x="6675766" y="1240911"/>
            <a:ext cx="3067932" cy="369332"/>
          </a:xfrm>
          <a:prstGeom prst="rect">
            <a:avLst/>
          </a:prstGeom>
          <a:noFill/>
        </p:spPr>
        <p:txBody>
          <a:bodyPr wrap="square" rtlCol="0">
            <a:spAutoFit/>
          </a:bodyPr>
          <a:lstStyle/>
          <a:p>
            <a:r>
              <a:rPr lang="en-US" b="1" dirty="0" err="1"/>
              <a:t>cnp_ops</a:t>
            </a:r>
            <a:r>
              <a:rPr lang="en-US" b="1" dirty="0"/>
              <a:t> </a:t>
            </a:r>
            <a:r>
              <a:rPr lang="en-US" dirty="0"/>
              <a:t>schema per state</a:t>
            </a:r>
          </a:p>
        </p:txBody>
      </p:sp>
      <p:sp>
        <p:nvSpPr>
          <p:cNvPr id="46" name="TextBox 45">
            <a:extLst>
              <a:ext uri="{FF2B5EF4-FFF2-40B4-BE49-F238E27FC236}">
                <a16:creationId xmlns:a16="http://schemas.microsoft.com/office/drawing/2014/main" id="{A0019BE6-9423-77D5-3B44-062F0AFCF4DB}"/>
              </a:ext>
            </a:extLst>
          </p:cNvPr>
          <p:cNvSpPr txBox="1"/>
          <p:nvPr/>
        </p:nvSpPr>
        <p:spPr>
          <a:xfrm>
            <a:off x="4150919" y="648751"/>
            <a:ext cx="3870026" cy="369332"/>
          </a:xfrm>
          <a:prstGeom prst="rect">
            <a:avLst/>
          </a:prstGeom>
          <a:noFill/>
        </p:spPr>
        <p:txBody>
          <a:bodyPr wrap="square" rtlCol="0">
            <a:spAutoFit/>
          </a:bodyPr>
          <a:lstStyle/>
          <a:p>
            <a:r>
              <a:rPr lang="en-US" b="1" dirty="0"/>
              <a:t>Aurora </a:t>
            </a:r>
            <a:r>
              <a:rPr lang="en-US" b="1" dirty="0" err="1"/>
              <a:t>Postgresql</a:t>
            </a:r>
            <a:r>
              <a:rPr lang="en-US" b="1" dirty="0"/>
              <a:t> </a:t>
            </a:r>
            <a:r>
              <a:rPr lang="en-US" dirty="0"/>
              <a:t>single database</a:t>
            </a:r>
          </a:p>
        </p:txBody>
      </p:sp>
      <p:sp>
        <p:nvSpPr>
          <p:cNvPr id="47" name="TextBox 46">
            <a:extLst>
              <a:ext uri="{FF2B5EF4-FFF2-40B4-BE49-F238E27FC236}">
                <a16:creationId xmlns:a16="http://schemas.microsoft.com/office/drawing/2014/main" id="{37487339-B0F0-9021-F9D4-2787EF8D8B6E}"/>
              </a:ext>
            </a:extLst>
          </p:cNvPr>
          <p:cNvSpPr txBox="1"/>
          <p:nvPr/>
        </p:nvSpPr>
        <p:spPr>
          <a:xfrm>
            <a:off x="1024837" y="5080246"/>
            <a:ext cx="9887778" cy="1200329"/>
          </a:xfrm>
          <a:prstGeom prst="rect">
            <a:avLst/>
          </a:prstGeom>
          <a:noFill/>
        </p:spPr>
        <p:txBody>
          <a:bodyPr wrap="square" rtlCol="0">
            <a:spAutoFit/>
          </a:bodyPr>
          <a:lstStyle/>
          <a:p>
            <a:pPr marL="285750" indent="-285750">
              <a:buFont typeface="Arial" panose="020B0604020202020204" pitchFamily="34" charset="0"/>
              <a:buChar char="•"/>
            </a:pPr>
            <a:r>
              <a:rPr lang="en-US" dirty="0"/>
              <a:t>Role per state that only has permissions on its own schema. Even if a query tried to cross schemas, the database would reject it.</a:t>
            </a:r>
          </a:p>
          <a:p>
            <a:pPr marL="285750" indent="-285750">
              <a:buFont typeface="Arial" panose="020B0604020202020204" pitchFamily="34" charset="0"/>
              <a:buChar char="•"/>
            </a:pPr>
            <a:r>
              <a:rPr lang="en-US" dirty="0"/>
              <a:t>App resolves the tenant (state) at the start of every request from the authenticated user's session and constructs all queries against that state's schema.</a:t>
            </a:r>
          </a:p>
        </p:txBody>
      </p:sp>
    </p:spTree>
    <p:extLst>
      <p:ext uri="{BB962C8B-B14F-4D97-AF65-F5344CB8AC3E}">
        <p14:creationId xmlns:p14="http://schemas.microsoft.com/office/powerpoint/2010/main" val="17403878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9BA53-926A-584E-8680-64C58B355ACA}"/>
            </a:ext>
          </a:extLst>
        </p:cNvPr>
        <p:cNvGrpSpPr/>
        <p:nvPr/>
      </p:nvGrpSpPr>
      <p:grpSpPr>
        <a:xfrm>
          <a:off x="0" y="0"/>
          <a:ext cx="0" cy="0"/>
          <a:chOff x="0" y="0"/>
          <a:chExt cx="0" cy="0"/>
        </a:xfrm>
      </p:grpSpPr>
      <p:pic>
        <p:nvPicPr>
          <p:cNvPr id="18" name="Picture 17" descr="A blue and black logo&#10;&#10;Description automatically generated">
            <a:extLst>
              <a:ext uri="{FF2B5EF4-FFF2-40B4-BE49-F238E27FC236}">
                <a16:creationId xmlns:a16="http://schemas.microsoft.com/office/drawing/2014/main" id="{39C1AFC8-F771-0F89-E768-305452B0B042}"/>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67104" y="6332798"/>
            <a:ext cx="1049020" cy="419608"/>
          </a:xfrm>
          <a:prstGeom prst="rect">
            <a:avLst/>
          </a:prstGeom>
        </p:spPr>
      </p:pic>
      <p:graphicFrame>
        <p:nvGraphicFramePr>
          <p:cNvPr id="19" name="Table 18">
            <a:extLst>
              <a:ext uri="{FF2B5EF4-FFF2-40B4-BE49-F238E27FC236}">
                <a16:creationId xmlns:a16="http://schemas.microsoft.com/office/drawing/2014/main" id="{1FFEA2D9-14D3-A19B-D14D-4141321FEF7B}"/>
              </a:ext>
            </a:extLst>
          </p:cNvPr>
          <p:cNvGraphicFramePr>
            <a:graphicFrameLocks noGrp="1"/>
          </p:cNvGraphicFramePr>
          <p:nvPr/>
        </p:nvGraphicFramePr>
        <p:xfrm>
          <a:off x="1667827" y="6501720"/>
          <a:ext cx="1932173" cy="255359"/>
        </p:xfrm>
        <a:graphic>
          <a:graphicData uri="http://schemas.openxmlformats.org/drawingml/2006/table">
            <a:tbl>
              <a:tblPr firstRow="1" bandRow="1">
                <a:tableStyleId>{5C22544A-7EE6-4342-B048-85BDC9FD1C3A}</a:tableStyleId>
              </a:tblPr>
              <a:tblGrid>
                <a:gridCol w="1932173">
                  <a:extLst>
                    <a:ext uri="{9D8B030D-6E8A-4147-A177-3AD203B41FA5}">
                      <a16:colId xmlns:a16="http://schemas.microsoft.com/office/drawing/2014/main" val="1979303119"/>
                    </a:ext>
                  </a:extLst>
                </a:gridCol>
              </a:tblGrid>
              <a:tr h="2553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50" b="0">
                          <a:solidFill>
                            <a:schemeClr val="bg1">
                              <a:lumMod val="50000"/>
                            </a:schemeClr>
                          </a:solidFill>
                        </a:rPr>
                        <a:t>© EMS LINQ, LLC. All rights reserved. </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11493861"/>
                  </a:ext>
                </a:extLst>
              </a:tr>
            </a:tbl>
          </a:graphicData>
        </a:graphic>
      </p:graphicFrame>
      <p:sp>
        <p:nvSpPr>
          <p:cNvPr id="4" name="Slide Number Placeholder 7">
            <a:extLst>
              <a:ext uri="{FF2B5EF4-FFF2-40B4-BE49-F238E27FC236}">
                <a16:creationId xmlns:a16="http://schemas.microsoft.com/office/drawing/2014/main" id="{899641BB-8438-A5CE-AE5E-BB11C561C8DC}"/>
              </a:ext>
            </a:extLst>
          </p:cNvPr>
          <p:cNvSpPr txBox="1">
            <a:spLocks/>
          </p:cNvSpPr>
          <p:nvPr/>
        </p:nvSpPr>
        <p:spPr>
          <a:xfrm>
            <a:off x="10664493" y="6483396"/>
            <a:ext cx="877691" cy="340477"/>
          </a:xfrm>
          <a:prstGeom prst="rect">
            <a:avLst/>
          </a:prstGeom>
        </p:spPr>
        <p:txBody>
          <a:bodyPr lIns="0" rIns="0">
            <a:noAutofit/>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r" defTabSz="1219170" rtl="0" eaLnBrk="1" fontAlgn="auto" latinLnBrk="0" hangingPunct="1">
              <a:lnSpc>
                <a:spcPct val="100000"/>
              </a:lnSpc>
              <a:spcBef>
                <a:spcPts val="0"/>
              </a:spcBef>
              <a:spcAft>
                <a:spcPts val="0"/>
              </a:spcAft>
              <a:buClrTx/>
              <a:buSzTx/>
              <a:buFontTx/>
              <a:buNone/>
              <a:tabLst/>
              <a:defRPr/>
            </a:pPr>
            <a:fld id="{F71C0B42-4AEE-41DE-B077-4156AA01E9D4}" type="slidenum">
              <a:rPr kumimoji="0" lang="en-US" sz="800" b="0" i="0" u="none" strike="noStrike" kern="1200" cap="none" spc="0" normalizeH="0" baseline="0" noProof="0" smtClean="0">
                <a:ln>
                  <a:noFill/>
                </a:ln>
                <a:solidFill>
                  <a:srgbClr val="0F2D4A"/>
                </a:solidFill>
                <a:effectLst/>
                <a:uLnTx/>
                <a:uFillTx/>
                <a:latin typeface="Nunito Sans Normal" pitchFamily="2" charset="77"/>
                <a:cs typeface="Segoe UI" panose="020B0502040204020203" pitchFamily="34" charset="0"/>
              </a:rPr>
              <a:pPr marL="0" marR="0" lvl="0" indent="0" algn="r" defTabSz="1219170" rtl="0" eaLnBrk="1" fontAlgn="auto" latinLnBrk="0" hangingPunct="1">
                <a:lnSpc>
                  <a:spcPct val="100000"/>
                </a:lnSpc>
                <a:spcBef>
                  <a:spcPts val="0"/>
                </a:spcBef>
                <a:spcAft>
                  <a:spcPts val="0"/>
                </a:spcAft>
                <a:buClrTx/>
                <a:buSzTx/>
                <a:buFontTx/>
                <a:buNone/>
                <a:tabLst/>
                <a:defRPr/>
              </a:pPr>
              <a:t>14</a:t>
            </a:fld>
            <a:endParaRPr kumimoji="0" lang="en-US" sz="800" b="0" i="0" u="none" strike="noStrike" kern="1200" cap="none" spc="0" normalizeH="0" baseline="0" noProof="0">
              <a:ln>
                <a:noFill/>
              </a:ln>
              <a:solidFill>
                <a:srgbClr val="0F2D4A"/>
              </a:solidFill>
              <a:effectLst/>
              <a:uLnTx/>
              <a:uFillTx/>
              <a:latin typeface="Nunito Sans Normal" pitchFamily="2" charset="77"/>
              <a:cs typeface="Segoe UI" panose="020B0502040204020203" pitchFamily="34" charset="0"/>
            </a:endParaRPr>
          </a:p>
        </p:txBody>
      </p:sp>
      <p:sp>
        <p:nvSpPr>
          <p:cNvPr id="3" name="Title 1">
            <a:extLst>
              <a:ext uri="{FF2B5EF4-FFF2-40B4-BE49-F238E27FC236}">
                <a16:creationId xmlns:a16="http://schemas.microsoft.com/office/drawing/2014/main" id="{8D6A7D3B-69FD-7E6C-B246-C36B234D3781}"/>
              </a:ext>
            </a:extLst>
          </p:cNvPr>
          <p:cNvSpPr txBox="1">
            <a:spLocks/>
          </p:cNvSpPr>
          <p:nvPr/>
        </p:nvSpPr>
        <p:spPr>
          <a:xfrm>
            <a:off x="447994" y="307321"/>
            <a:ext cx="5437414" cy="459611"/>
          </a:xfrm>
          <a:prstGeom prst="rect">
            <a:avLst/>
          </a:prstGeom>
        </p:spPr>
        <p:txBody>
          <a:bodyPr/>
          <a:lstStyle>
            <a:lvl1pPr algn="l" defTabSz="914400" rtl="0" eaLnBrk="1" latinLnBrk="0" hangingPunct="1">
              <a:lnSpc>
                <a:spcPct val="90000"/>
              </a:lnSpc>
              <a:spcBef>
                <a:spcPct val="0"/>
              </a:spcBef>
              <a:buNone/>
              <a:defRPr sz="2800" b="1" i="0" kern="1200">
                <a:solidFill>
                  <a:schemeClr val="tx1"/>
                </a:solidFill>
                <a:latin typeface="Segoe UI" panose="020B0502040204020203" pitchFamily="34" charset="0"/>
                <a:ea typeface="+mj-ea"/>
                <a:cs typeface="Segoe UI" panose="020B0502040204020203" pitchFamily="34" charset="0"/>
              </a:defRPr>
            </a:lvl1pPr>
          </a:lstStyle>
          <a:p>
            <a:r>
              <a:rPr lang="en-US" dirty="0"/>
              <a:t>Phase 2 – AI layer</a:t>
            </a:r>
          </a:p>
        </p:txBody>
      </p:sp>
      <p:sp>
        <p:nvSpPr>
          <p:cNvPr id="10" name="tb">
            <a:extLst>
              <a:ext uri="{FF2B5EF4-FFF2-40B4-BE49-F238E27FC236}">
                <a16:creationId xmlns:a16="http://schemas.microsoft.com/office/drawing/2014/main" id="{F04DDB95-4AF8-3DD0-88F9-40356E291D4B}"/>
              </a:ext>
            </a:extLst>
          </p:cNvPr>
          <p:cNvSpPr txBox="1">
            <a:spLocks noGrp="1"/>
          </p:cNvSpPr>
          <p:nvPr/>
        </p:nvSpPr>
        <p:spPr>
          <a:xfrm>
            <a:off x="365760" y="1104020"/>
            <a:ext cx="10515600" cy="292608"/>
          </a:xfrm>
          <a:prstGeom prst="rect">
            <a:avLst/>
          </a:prstGeom>
          <a:noFill/>
        </p:spPr>
        <p:txBody>
          <a:bodyPr wrap="square" lIns="91440" tIns="45720" rIns="91440" bIns="45720">
            <a:normAutofit/>
          </a:bodyPr>
          <a:lstStyle/>
          <a:p>
            <a:r>
              <a:rPr lang="en-US" sz="1200" dirty="0"/>
              <a:t>Every AI output requires human review before any platform action is taken.</a:t>
            </a:r>
          </a:p>
        </p:txBody>
      </p:sp>
      <p:sp>
        <p:nvSpPr>
          <p:cNvPr id="17" name="rect">
            <a:extLst>
              <a:ext uri="{FF2B5EF4-FFF2-40B4-BE49-F238E27FC236}">
                <a16:creationId xmlns:a16="http://schemas.microsoft.com/office/drawing/2014/main" id="{0E7F7C2A-4E3D-D7C0-CD93-28D76C5D48A6}"/>
              </a:ext>
            </a:extLst>
          </p:cNvPr>
          <p:cNvSpPr>
            <a:spLocks noGrp="1"/>
          </p:cNvSpPr>
          <p:nvPr/>
        </p:nvSpPr>
        <p:spPr>
          <a:xfrm>
            <a:off x="274320" y="1488068"/>
            <a:ext cx="5394960" cy="2084831"/>
          </a:xfrm>
          <a:prstGeom prst="rect">
            <a:avLst/>
          </a:prstGeom>
          <a:solidFill>
            <a:schemeClr val="bg1"/>
          </a:solidFill>
          <a:ln w="12700">
            <a:solidFill>
              <a:schemeClr val="tx1"/>
            </a:solidFill>
          </a:ln>
        </p:spPr>
        <p:txBody>
          <a:bodyPr/>
          <a:lstStyle/>
          <a:p>
            <a:endParaRPr lang="en-US" dirty="0"/>
          </a:p>
        </p:txBody>
      </p:sp>
      <p:sp>
        <p:nvSpPr>
          <p:cNvPr id="21" name="tb">
            <a:extLst>
              <a:ext uri="{FF2B5EF4-FFF2-40B4-BE49-F238E27FC236}">
                <a16:creationId xmlns:a16="http://schemas.microsoft.com/office/drawing/2014/main" id="{AF24B519-187A-AFF1-901E-6AF1AC2C22A8}"/>
              </a:ext>
            </a:extLst>
          </p:cNvPr>
          <p:cNvSpPr txBox="1">
            <a:spLocks noGrp="1"/>
          </p:cNvSpPr>
          <p:nvPr/>
        </p:nvSpPr>
        <p:spPr>
          <a:xfrm>
            <a:off x="384048" y="1579508"/>
            <a:ext cx="5175504" cy="347472"/>
          </a:xfrm>
          <a:prstGeom prst="rect">
            <a:avLst/>
          </a:prstGeom>
          <a:solidFill>
            <a:schemeClr val="bg1"/>
          </a:solidFill>
        </p:spPr>
        <p:txBody>
          <a:bodyPr wrap="square" lIns="91440" tIns="45720" rIns="91440" bIns="45720">
            <a:normAutofit/>
          </a:bodyPr>
          <a:lstStyle/>
          <a:p>
            <a:r>
              <a:rPr lang="en-US" sz="1600" b="1" dirty="0"/>
              <a:t>NLP Query Interface</a:t>
            </a:r>
          </a:p>
        </p:txBody>
      </p:sp>
      <p:sp>
        <p:nvSpPr>
          <p:cNvPr id="23" name="rect">
            <a:extLst>
              <a:ext uri="{FF2B5EF4-FFF2-40B4-BE49-F238E27FC236}">
                <a16:creationId xmlns:a16="http://schemas.microsoft.com/office/drawing/2014/main" id="{37883468-892C-38BF-BE0E-1A11230BFBD7}"/>
              </a:ext>
            </a:extLst>
          </p:cNvPr>
          <p:cNvSpPr>
            <a:spLocks noGrp="1"/>
          </p:cNvSpPr>
          <p:nvPr/>
        </p:nvSpPr>
        <p:spPr>
          <a:xfrm>
            <a:off x="384048" y="1963556"/>
            <a:ext cx="5175504" cy="18288"/>
          </a:xfrm>
          <a:prstGeom prst="rect">
            <a:avLst/>
          </a:prstGeom>
          <a:solidFill>
            <a:schemeClr val="bg1"/>
          </a:solidFill>
          <a:ln>
            <a:noFill/>
          </a:ln>
        </p:spPr>
        <p:txBody>
          <a:bodyPr/>
          <a:lstStyle/>
          <a:p>
            <a:endParaRPr lang="en-US" dirty="0"/>
          </a:p>
        </p:txBody>
      </p:sp>
      <p:sp>
        <p:nvSpPr>
          <p:cNvPr id="25" name="tb">
            <a:extLst>
              <a:ext uri="{FF2B5EF4-FFF2-40B4-BE49-F238E27FC236}">
                <a16:creationId xmlns:a16="http://schemas.microsoft.com/office/drawing/2014/main" id="{C5AF3D3D-B159-7479-D2EE-88889B8CD084}"/>
              </a:ext>
            </a:extLst>
          </p:cNvPr>
          <p:cNvSpPr txBox="1">
            <a:spLocks noGrp="1"/>
          </p:cNvSpPr>
          <p:nvPr/>
        </p:nvSpPr>
        <p:spPr>
          <a:xfrm>
            <a:off x="384048" y="2018420"/>
            <a:ext cx="5175504" cy="502920"/>
          </a:xfrm>
          <a:prstGeom prst="rect">
            <a:avLst/>
          </a:prstGeom>
          <a:solidFill>
            <a:schemeClr val="bg1"/>
          </a:solidFill>
        </p:spPr>
        <p:txBody>
          <a:bodyPr wrap="square" lIns="91440" tIns="45720" rIns="91440" bIns="45720">
            <a:normAutofit/>
          </a:bodyPr>
          <a:lstStyle/>
          <a:p>
            <a:r>
              <a:rPr lang="en-US" sz="1100" dirty="0"/>
              <a:t>Authorized directors, finance staff, and VDOE administrators ask questions in plain English.</a:t>
            </a:r>
          </a:p>
        </p:txBody>
      </p:sp>
      <p:sp>
        <p:nvSpPr>
          <p:cNvPr id="27" name="tb">
            <a:extLst>
              <a:ext uri="{FF2B5EF4-FFF2-40B4-BE49-F238E27FC236}">
                <a16:creationId xmlns:a16="http://schemas.microsoft.com/office/drawing/2014/main" id="{95FFF022-0876-83B9-F4D5-2EA5E9ECB9EE}"/>
              </a:ext>
            </a:extLst>
          </p:cNvPr>
          <p:cNvSpPr txBox="1">
            <a:spLocks noGrp="1"/>
          </p:cNvSpPr>
          <p:nvPr/>
        </p:nvSpPr>
        <p:spPr>
          <a:xfrm>
            <a:off x="384048" y="2539628"/>
            <a:ext cx="5175504" cy="438912"/>
          </a:xfrm>
          <a:prstGeom prst="rect">
            <a:avLst/>
          </a:prstGeom>
          <a:solidFill>
            <a:schemeClr val="bg1"/>
          </a:solidFill>
        </p:spPr>
        <p:txBody>
          <a:bodyPr wrap="square" lIns="91440" tIns="45720" rIns="91440" bIns="45720">
            <a:normAutofit/>
          </a:bodyPr>
          <a:lstStyle/>
          <a:p>
            <a:r>
              <a:rPr lang="en-US" sz="1050" dirty="0"/>
              <a:t>Intent classified → parameters extracted → curated views queried → results returned.</a:t>
            </a:r>
          </a:p>
        </p:txBody>
      </p:sp>
      <p:sp>
        <p:nvSpPr>
          <p:cNvPr id="29" name="tb">
            <a:extLst>
              <a:ext uri="{FF2B5EF4-FFF2-40B4-BE49-F238E27FC236}">
                <a16:creationId xmlns:a16="http://schemas.microsoft.com/office/drawing/2014/main" id="{E4F7CC58-D942-4729-6AF3-712458E7BF01}"/>
              </a:ext>
            </a:extLst>
          </p:cNvPr>
          <p:cNvSpPr txBox="1">
            <a:spLocks noGrp="1"/>
          </p:cNvSpPr>
          <p:nvPr/>
        </p:nvSpPr>
        <p:spPr>
          <a:xfrm>
            <a:off x="384048" y="2996828"/>
            <a:ext cx="5175504" cy="502920"/>
          </a:xfrm>
          <a:prstGeom prst="rect">
            <a:avLst/>
          </a:prstGeom>
          <a:solidFill>
            <a:schemeClr val="bg1"/>
          </a:solidFill>
        </p:spPr>
        <p:txBody>
          <a:bodyPr wrap="square" lIns="91440" tIns="45720" rIns="91440" bIns="45720">
            <a:normAutofit/>
          </a:bodyPr>
          <a:lstStyle/>
          <a:p>
            <a:r>
              <a:rPr lang="en-US" sz="1050" b="1" dirty="0"/>
              <a:t>⚠  Queries restricted to an approved catalog. No raw SQL. No PII in results.</a:t>
            </a:r>
          </a:p>
        </p:txBody>
      </p:sp>
      <p:sp>
        <p:nvSpPr>
          <p:cNvPr id="31" name="rect">
            <a:extLst>
              <a:ext uri="{FF2B5EF4-FFF2-40B4-BE49-F238E27FC236}">
                <a16:creationId xmlns:a16="http://schemas.microsoft.com/office/drawing/2014/main" id="{5E5F1372-B56D-550E-DD53-53833304BA91}"/>
              </a:ext>
            </a:extLst>
          </p:cNvPr>
          <p:cNvSpPr>
            <a:spLocks noGrp="1"/>
          </p:cNvSpPr>
          <p:nvPr/>
        </p:nvSpPr>
        <p:spPr>
          <a:xfrm>
            <a:off x="5943600" y="1488068"/>
            <a:ext cx="5394960" cy="2084831"/>
          </a:xfrm>
          <a:prstGeom prst="rect">
            <a:avLst/>
          </a:prstGeom>
          <a:solidFill>
            <a:schemeClr val="bg1"/>
          </a:solidFill>
          <a:ln w="12700">
            <a:solidFill>
              <a:schemeClr val="tx1"/>
            </a:solidFill>
          </a:ln>
        </p:spPr>
        <p:txBody>
          <a:bodyPr/>
          <a:lstStyle/>
          <a:p>
            <a:endParaRPr lang="en-US" dirty="0"/>
          </a:p>
        </p:txBody>
      </p:sp>
      <p:sp>
        <p:nvSpPr>
          <p:cNvPr id="33" name="tb">
            <a:extLst>
              <a:ext uri="{FF2B5EF4-FFF2-40B4-BE49-F238E27FC236}">
                <a16:creationId xmlns:a16="http://schemas.microsoft.com/office/drawing/2014/main" id="{B013539E-FF8B-16A9-071E-259680F1849D}"/>
              </a:ext>
            </a:extLst>
          </p:cNvPr>
          <p:cNvSpPr txBox="1">
            <a:spLocks noGrp="1"/>
          </p:cNvSpPr>
          <p:nvPr/>
        </p:nvSpPr>
        <p:spPr>
          <a:xfrm>
            <a:off x="6053328" y="1579508"/>
            <a:ext cx="5175504" cy="347472"/>
          </a:xfrm>
          <a:prstGeom prst="rect">
            <a:avLst/>
          </a:prstGeom>
          <a:solidFill>
            <a:schemeClr val="bg1"/>
          </a:solidFill>
        </p:spPr>
        <p:txBody>
          <a:bodyPr wrap="square" lIns="91440" tIns="45720" rIns="91440" bIns="45720">
            <a:normAutofit/>
          </a:bodyPr>
          <a:lstStyle/>
          <a:p>
            <a:r>
              <a:rPr lang="en-US" sz="1600" b="1" dirty="0"/>
              <a:t>Risk Scoring AI</a:t>
            </a:r>
          </a:p>
        </p:txBody>
      </p:sp>
      <p:sp>
        <p:nvSpPr>
          <p:cNvPr id="35" name="rect">
            <a:extLst>
              <a:ext uri="{FF2B5EF4-FFF2-40B4-BE49-F238E27FC236}">
                <a16:creationId xmlns:a16="http://schemas.microsoft.com/office/drawing/2014/main" id="{0D69EBD3-EB12-2EC2-529C-255D29F237A8}"/>
              </a:ext>
            </a:extLst>
          </p:cNvPr>
          <p:cNvSpPr>
            <a:spLocks noGrp="1"/>
          </p:cNvSpPr>
          <p:nvPr/>
        </p:nvSpPr>
        <p:spPr>
          <a:xfrm>
            <a:off x="6053328" y="1963556"/>
            <a:ext cx="5175504" cy="18288"/>
          </a:xfrm>
          <a:prstGeom prst="rect">
            <a:avLst/>
          </a:prstGeom>
          <a:solidFill>
            <a:schemeClr val="bg1"/>
          </a:solidFill>
          <a:ln>
            <a:noFill/>
          </a:ln>
        </p:spPr>
        <p:txBody>
          <a:bodyPr/>
          <a:lstStyle/>
          <a:p>
            <a:endParaRPr lang="en-US" dirty="0"/>
          </a:p>
        </p:txBody>
      </p:sp>
      <p:sp>
        <p:nvSpPr>
          <p:cNvPr id="37" name="tb">
            <a:extLst>
              <a:ext uri="{FF2B5EF4-FFF2-40B4-BE49-F238E27FC236}">
                <a16:creationId xmlns:a16="http://schemas.microsoft.com/office/drawing/2014/main" id="{215832F6-F324-F36E-B155-8B307E3F6416}"/>
              </a:ext>
            </a:extLst>
          </p:cNvPr>
          <p:cNvSpPr txBox="1">
            <a:spLocks noGrp="1"/>
          </p:cNvSpPr>
          <p:nvPr/>
        </p:nvSpPr>
        <p:spPr>
          <a:xfrm>
            <a:off x="6053328" y="2018420"/>
            <a:ext cx="5175504" cy="502920"/>
          </a:xfrm>
          <a:prstGeom prst="rect">
            <a:avLst/>
          </a:prstGeom>
          <a:solidFill>
            <a:schemeClr val="bg1"/>
          </a:solidFill>
        </p:spPr>
        <p:txBody>
          <a:bodyPr wrap="square" lIns="91440" tIns="45720" rIns="91440" bIns="45720">
            <a:normAutofit/>
          </a:bodyPr>
          <a:lstStyle/>
          <a:p>
            <a:r>
              <a:rPr lang="en-US" sz="1100" dirty="0"/>
              <a:t>Gradient-boosted model scores sponsors and sites for compliance risk before review selection.</a:t>
            </a:r>
          </a:p>
        </p:txBody>
      </p:sp>
      <p:sp>
        <p:nvSpPr>
          <p:cNvPr id="39" name="tb">
            <a:extLst>
              <a:ext uri="{FF2B5EF4-FFF2-40B4-BE49-F238E27FC236}">
                <a16:creationId xmlns:a16="http://schemas.microsoft.com/office/drawing/2014/main" id="{F9724BF2-8EA8-B8E4-FDFD-C9217BCFF670}"/>
              </a:ext>
            </a:extLst>
          </p:cNvPr>
          <p:cNvSpPr txBox="1">
            <a:spLocks noGrp="1"/>
          </p:cNvSpPr>
          <p:nvPr/>
        </p:nvSpPr>
        <p:spPr>
          <a:xfrm>
            <a:off x="6053328" y="2539628"/>
            <a:ext cx="5175504" cy="438912"/>
          </a:xfrm>
          <a:prstGeom prst="rect">
            <a:avLst/>
          </a:prstGeom>
          <a:solidFill>
            <a:schemeClr val="bg1"/>
          </a:solidFill>
        </p:spPr>
        <p:txBody>
          <a:bodyPr wrap="square" lIns="91440" tIns="45720" rIns="91440" bIns="45720">
            <a:normAutofit/>
          </a:bodyPr>
          <a:lstStyle/>
          <a:p>
            <a:r>
              <a:rPr lang="en-US" sz="1050" dirty="0"/>
              <a:t>6 signal groups · Nightly refresh · Quarterly retrain on outcomes. SHAP explainability shows top 3 factors.</a:t>
            </a:r>
          </a:p>
        </p:txBody>
      </p:sp>
      <p:sp>
        <p:nvSpPr>
          <p:cNvPr id="41" name="tb">
            <a:extLst>
              <a:ext uri="{FF2B5EF4-FFF2-40B4-BE49-F238E27FC236}">
                <a16:creationId xmlns:a16="http://schemas.microsoft.com/office/drawing/2014/main" id="{A8C25C52-BF48-99F7-B5D1-F17071FB4FFF}"/>
              </a:ext>
            </a:extLst>
          </p:cNvPr>
          <p:cNvSpPr txBox="1">
            <a:spLocks noGrp="1"/>
          </p:cNvSpPr>
          <p:nvPr/>
        </p:nvSpPr>
        <p:spPr>
          <a:xfrm>
            <a:off x="6053328" y="2996828"/>
            <a:ext cx="5175504" cy="502920"/>
          </a:xfrm>
          <a:prstGeom prst="rect">
            <a:avLst/>
          </a:prstGeom>
          <a:solidFill>
            <a:schemeClr val="bg1"/>
          </a:solidFill>
        </p:spPr>
        <p:txBody>
          <a:bodyPr wrap="square" lIns="91440" tIns="45720" rIns="91440" bIns="45720">
            <a:normAutofit/>
          </a:bodyPr>
          <a:lstStyle/>
          <a:p>
            <a:r>
              <a:rPr lang="en-US" sz="1050" b="1" dirty="0"/>
              <a:t>⚠  Informational only.  Never auto-triggers a review. Human decides next step.</a:t>
            </a:r>
          </a:p>
        </p:txBody>
      </p:sp>
      <p:sp>
        <p:nvSpPr>
          <p:cNvPr id="43" name="rect">
            <a:extLst>
              <a:ext uri="{FF2B5EF4-FFF2-40B4-BE49-F238E27FC236}">
                <a16:creationId xmlns:a16="http://schemas.microsoft.com/office/drawing/2014/main" id="{0EFCF6EC-34BE-AC66-FFEB-0B23BD37A00F}"/>
              </a:ext>
            </a:extLst>
          </p:cNvPr>
          <p:cNvSpPr>
            <a:spLocks noGrp="1"/>
          </p:cNvSpPr>
          <p:nvPr/>
        </p:nvSpPr>
        <p:spPr>
          <a:xfrm>
            <a:off x="274320" y="3700916"/>
            <a:ext cx="5394960" cy="2084831"/>
          </a:xfrm>
          <a:prstGeom prst="rect">
            <a:avLst/>
          </a:prstGeom>
          <a:solidFill>
            <a:schemeClr val="bg1"/>
          </a:solidFill>
          <a:ln w="12700">
            <a:solidFill>
              <a:schemeClr val="tx1"/>
            </a:solidFill>
          </a:ln>
        </p:spPr>
        <p:txBody>
          <a:bodyPr/>
          <a:lstStyle/>
          <a:p>
            <a:endParaRPr lang="en-US" dirty="0"/>
          </a:p>
        </p:txBody>
      </p:sp>
      <p:sp>
        <p:nvSpPr>
          <p:cNvPr id="45" name="tb">
            <a:extLst>
              <a:ext uri="{FF2B5EF4-FFF2-40B4-BE49-F238E27FC236}">
                <a16:creationId xmlns:a16="http://schemas.microsoft.com/office/drawing/2014/main" id="{2B059EE6-0EC3-FD39-24F4-5A0B5E043320}"/>
              </a:ext>
            </a:extLst>
          </p:cNvPr>
          <p:cNvSpPr txBox="1">
            <a:spLocks noGrp="1"/>
          </p:cNvSpPr>
          <p:nvPr/>
        </p:nvSpPr>
        <p:spPr>
          <a:xfrm>
            <a:off x="384048" y="3792356"/>
            <a:ext cx="5175504" cy="347472"/>
          </a:xfrm>
          <a:prstGeom prst="rect">
            <a:avLst/>
          </a:prstGeom>
          <a:solidFill>
            <a:schemeClr val="bg1"/>
          </a:solidFill>
        </p:spPr>
        <p:txBody>
          <a:bodyPr wrap="square" lIns="91440" tIns="45720" rIns="91440" bIns="45720">
            <a:normAutofit/>
          </a:bodyPr>
          <a:lstStyle/>
          <a:p>
            <a:r>
              <a:rPr lang="en-US" sz="1600" b="1" dirty="0"/>
              <a:t>Anomaly Detection</a:t>
            </a:r>
          </a:p>
        </p:txBody>
      </p:sp>
      <p:sp>
        <p:nvSpPr>
          <p:cNvPr id="54" name="rect">
            <a:extLst>
              <a:ext uri="{FF2B5EF4-FFF2-40B4-BE49-F238E27FC236}">
                <a16:creationId xmlns:a16="http://schemas.microsoft.com/office/drawing/2014/main" id="{7C0CB7DA-CD2B-3634-F0C5-3B558CE01C00}"/>
              </a:ext>
            </a:extLst>
          </p:cNvPr>
          <p:cNvSpPr>
            <a:spLocks noGrp="1"/>
          </p:cNvSpPr>
          <p:nvPr/>
        </p:nvSpPr>
        <p:spPr>
          <a:xfrm>
            <a:off x="384048" y="4176403"/>
            <a:ext cx="5175504" cy="18288"/>
          </a:xfrm>
          <a:prstGeom prst="rect">
            <a:avLst/>
          </a:prstGeom>
          <a:solidFill>
            <a:schemeClr val="bg1"/>
          </a:solidFill>
          <a:ln>
            <a:noFill/>
          </a:ln>
        </p:spPr>
        <p:txBody>
          <a:bodyPr/>
          <a:lstStyle/>
          <a:p>
            <a:endParaRPr lang="en-US" dirty="0"/>
          </a:p>
        </p:txBody>
      </p:sp>
      <p:sp>
        <p:nvSpPr>
          <p:cNvPr id="56" name="tb">
            <a:extLst>
              <a:ext uri="{FF2B5EF4-FFF2-40B4-BE49-F238E27FC236}">
                <a16:creationId xmlns:a16="http://schemas.microsoft.com/office/drawing/2014/main" id="{E02181EE-45D1-63FD-B6F6-D09EBE95C4CA}"/>
              </a:ext>
            </a:extLst>
          </p:cNvPr>
          <p:cNvSpPr txBox="1">
            <a:spLocks noGrp="1"/>
          </p:cNvSpPr>
          <p:nvPr/>
        </p:nvSpPr>
        <p:spPr>
          <a:xfrm>
            <a:off x="384048" y="4231268"/>
            <a:ext cx="5175504" cy="502920"/>
          </a:xfrm>
          <a:prstGeom prst="rect">
            <a:avLst/>
          </a:prstGeom>
          <a:solidFill>
            <a:schemeClr val="bg1"/>
          </a:solidFill>
        </p:spPr>
        <p:txBody>
          <a:bodyPr wrap="square" lIns="91440" tIns="45720" rIns="91440" bIns="45720">
            <a:normAutofit/>
          </a:bodyPr>
          <a:lstStyle/>
          <a:p>
            <a:r>
              <a:rPr lang="en-US" sz="1100" dirty="0"/>
              <a:t>Identifies unusual patterns in claims, DC match rates, and submission timing across the state.</a:t>
            </a:r>
          </a:p>
        </p:txBody>
      </p:sp>
      <p:sp>
        <p:nvSpPr>
          <p:cNvPr id="77" name="tb">
            <a:extLst>
              <a:ext uri="{FF2B5EF4-FFF2-40B4-BE49-F238E27FC236}">
                <a16:creationId xmlns:a16="http://schemas.microsoft.com/office/drawing/2014/main" id="{085CC2BE-32EF-0514-C218-ACEBCB0A7881}"/>
              </a:ext>
            </a:extLst>
          </p:cNvPr>
          <p:cNvSpPr txBox="1">
            <a:spLocks noGrp="1"/>
          </p:cNvSpPr>
          <p:nvPr/>
        </p:nvSpPr>
        <p:spPr>
          <a:xfrm>
            <a:off x="384048" y="4752476"/>
            <a:ext cx="5175504" cy="438912"/>
          </a:xfrm>
          <a:prstGeom prst="rect">
            <a:avLst/>
          </a:prstGeom>
          <a:solidFill>
            <a:schemeClr val="bg1"/>
          </a:solidFill>
        </p:spPr>
        <p:txBody>
          <a:bodyPr wrap="square" lIns="91440" tIns="45720" rIns="91440" bIns="45720">
            <a:normAutofit/>
          </a:bodyPr>
          <a:lstStyle/>
          <a:p>
            <a:r>
              <a:rPr lang="en-US" sz="1050" dirty="0"/>
              <a:t>Claim spikes, disbursement outliers, late submission clusters — surfaced to state administrators.</a:t>
            </a:r>
          </a:p>
        </p:txBody>
      </p:sp>
      <p:sp>
        <p:nvSpPr>
          <p:cNvPr id="85" name="tb">
            <a:extLst>
              <a:ext uri="{FF2B5EF4-FFF2-40B4-BE49-F238E27FC236}">
                <a16:creationId xmlns:a16="http://schemas.microsoft.com/office/drawing/2014/main" id="{20A30AE7-57AA-0249-91EF-D16CEBA1BBB7}"/>
              </a:ext>
            </a:extLst>
          </p:cNvPr>
          <p:cNvSpPr txBox="1">
            <a:spLocks noGrp="1"/>
          </p:cNvSpPr>
          <p:nvPr/>
        </p:nvSpPr>
        <p:spPr>
          <a:xfrm>
            <a:off x="384048" y="5209676"/>
            <a:ext cx="5175504" cy="502920"/>
          </a:xfrm>
          <a:prstGeom prst="rect">
            <a:avLst/>
          </a:prstGeom>
          <a:solidFill>
            <a:schemeClr val="bg1"/>
          </a:solidFill>
        </p:spPr>
        <p:txBody>
          <a:bodyPr wrap="square" lIns="91440" tIns="45720" rIns="91440" bIns="45720">
            <a:normAutofit/>
          </a:bodyPr>
          <a:lstStyle/>
          <a:p>
            <a:r>
              <a:rPr lang="en-US" sz="1050" b="1" dirty="0"/>
              <a:t>⚠  No auto-actions. Flags are informational. A human decides what to do.</a:t>
            </a:r>
          </a:p>
        </p:txBody>
      </p:sp>
      <p:sp>
        <p:nvSpPr>
          <p:cNvPr id="91" name="rect">
            <a:extLst>
              <a:ext uri="{FF2B5EF4-FFF2-40B4-BE49-F238E27FC236}">
                <a16:creationId xmlns:a16="http://schemas.microsoft.com/office/drawing/2014/main" id="{DEA1C2C5-963D-5F9F-47AF-4333CAF82298}"/>
              </a:ext>
            </a:extLst>
          </p:cNvPr>
          <p:cNvSpPr>
            <a:spLocks noGrp="1"/>
          </p:cNvSpPr>
          <p:nvPr/>
        </p:nvSpPr>
        <p:spPr>
          <a:xfrm>
            <a:off x="5943600" y="3700916"/>
            <a:ext cx="5394960" cy="2084831"/>
          </a:xfrm>
          <a:prstGeom prst="rect">
            <a:avLst/>
          </a:prstGeom>
          <a:solidFill>
            <a:schemeClr val="bg1"/>
          </a:solidFill>
          <a:ln w="12700">
            <a:solidFill>
              <a:schemeClr val="tx1"/>
            </a:solidFill>
          </a:ln>
        </p:spPr>
        <p:txBody>
          <a:bodyPr/>
          <a:lstStyle/>
          <a:p>
            <a:endParaRPr lang="en-US" dirty="0"/>
          </a:p>
        </p:txBody>
      </p:sp>
      <p:sp>
        <p:nvSpPr>
          <p:cNvPr id="99" name="tb">
            <a:extLst>
              <a:ext uri="{FF2B5EF4-FFF2-40B4-BE49-F238E27FC236}">
                <a16:creationId xmlns:a16="http://schemas.microsoft.com/office/drawing/2014/main" id="{936B9055-C44F-AE0F-A108-7B741441C97A}"/>
              </a:ext>
            </a:extLst>
          </p:cNvPr>
          <p:cNvSpPr txBox="1">
            <a:spLocks noGrp="1"/>
          </p:cNvSpPr>
          <p:nvPr/>
        </p:nvSpPr>
        <p:spPr>
          <a:xfrm>
            <a:off x="6053328" y="3792356"/>
            <a:ext cx="5175504" cy="347472"/>
          </a:xfrm>
          <a:prstGeom prst="rect">
            <a:avLst/>
          </a:prstGeom>
          <a:solidFill>
            <a:schemeClr val="bg1"/>
          </a:solidFill>
        </p:spPr>
        <p:txBody>
          <a:bodyPr wrap="square" lIns="91440" tIns="45720" rIns="91440" bIns="45720">
            <a:normAutofit/>
          </a:bodyPr>
          <a:lstStyle/>
          <a:p>
            <a:r>
              <a:rPr lang="en-US" sz="1600" b="1" dirty="0"/>
              <a:t>New State Config Assist</a:t>
            </a:r>
          </a:p>
        </p:txBody>
      </p:sp>
      <p:sp>
        <p:nvSpPr>
          <p:cNvPr id="103" name="rect">
            <a:extLst>
              <a:ext uri="{FF2B5EF4-FFF2-40B4-BE49-F238E27FC236}">
                <a16:creationId xmlns:a16="http://schemas.microsoft.com/office/drawing/2014/main" id="{DC0D30AF-90DF-ED45-2228-241D37EA844B}"/>
              </a:ext>
            </a:extLst>
          </p:cNvPr>
          <p:cNvSpPr>
            <a:spLocks noGrp="1"/>
          </p:cNvSpPr>
          <p:nvPr/>
        </p:nvSpPr>
        <p:spPr>
          <a:xfrm>
            <a:off x="6053328" y="4176403"/>
            <a:ext cx="5175504" cy="18288"/>
          </a:xfrm>
          <a:prstGeom prst="rect">
            <a:avLst/>
          </a:prstGeom>
          <a:solidFill>
            <a:schemeClr val="bg1"/>
          </a:solidFill>
          <a:ln>
            <a:noFill/>
          </a:ln>
        </p:spPr>
        <p:txBody>
          <a:bodyPr/>
          <a:lstStyle/>
          <a:p>
            <a:endParaRPr lang="en-US" dirty="0"/>
          </a:p>
        </p:txBody>
      </p:sp>
      <p:sp>
        <p:nvSpPr>
          <p:cNvPr id="111" name="tb">
            <a:extLst>
              <a:ext uri="{FF2B5EF4-FFF2-40B4-BE49-F238E27FC236}">
                <a16:creationId xmlns:a16="http://schemas.microsoft.com/office/drawing/2014/main" id="{0833D35F-CFF9-A97B-5BA4-769AA45D237C}"/>
              </a:ext>
            </a:extLst>
          </p:cNvPr>
          <p:cNvSpPr txBox="1">
            <a:spLocks noGrp="1"/>
          </p:cNvSpPr>
          <p:nvPr/>
        </p:nvSpPr>
        <p:spPr>
          <a:xfrm>
            <a:off x="6053328" y="4231268"/>
            <a:ext cx="5175504" cy="502920"/>
          </a:xfrm>
          <a:prstGeom prst="rect">
            <a:avLst/>
          </a:prstGeom>
          <a:solidFill>
            <a:schemeClr val="bg1"/>
          </a:solidFill>
        </p:spPr>
        <p:txBody>
          <a:bodyPr wrap="square" lIns="91440" tIns="45720" rIns="91440" bIns="45720">
            <a:normAutofit/>
          </a:bodyPr>
          <a:lstStyle/>
          <a:p>
            <a:r>
              <a:rPr lang="en-US" sz="1100" dirty="0"/>
              <a:t>When onboarding a new state, AI scaffolds initial configuration by matching against similar existing states.</a:t>
            </a:r>
          </a:p>
        </p:txBody>
      </p:sp>
      <p:sp>
        <p:nvSpPr>
          <p:cNvPr id="119" name="tb">
            <a:extLst>
              <a:ext uri="{FF2B5EF4-FFF2-40B4-BE49-F238E27FC236}">
                <a16:creationId xmlns:a16="http://schemas.microsoft.com/office/drawing/2014/main" id="{5801D6A8-180C-1994-5EB6-8B8025DBE871}"/>
              </a:ext>
            </a:extLst>
          </p:cNvPr>
          <p:cNvSpPr txBox="1">
            <a:spLocks noGrp="1"/>
          </p:cNvSpPr>
          <p:nvPr/>
        </p:nvSpPr>
        <p:spPr>
          <a:xfrm>
            <a:off x="6053328" y="4752476"/>
            <a:ext cx="5175504" cy="438912"/>
          </a:xfrm>
          <a:prstGeom prst="rect">
            <a:avLst/>
          </a:prstGeom>
          <a:solidFill>
            <a:schemeClr val="bg1"/>
          </a:solidFill>
        </p:spPr>
        <p:txBody>
          <a:bodyPr wrap="square" lIns="91440" tIns="45720" rIns="91440" bIns="45720">
            <a:normAutofit/>
          </a:bodyPr>
          <a:lstStyle/>
          <a:p>
            <a:r>
              <a:rPr lang="en-US" sz="1050" dirty="0"/>
              <a:t>POST /tenants/{code}/scaffold?similarTo= · Onshore team reviews and approves all suggestions.</a:t>
            </a:r>
          </a:p>
        </p:txBody>
      </p:sp>
      <p:sp>
        <p:nvSpPr>
          <p:cNvPr id="127" name="tb">
            <a:extLst>
              <a:ext uri="{FF2B5EF4-FFF2-40B4-BE49-F238E27FC236}">
                <a16:creationId xmlns:a16="http://schemas.microsoft.com/office/drawing/2014/main" id="{957B2194-93C5-96C0-6611-8E09D457E08C}"/>
              </a:ext>
            </a:extLst>
          </p:cNvPr>
          <p:cNvSpPr txBox="1">
            <a:spLocks noGrp="1"/>
          </p:cNvSpPr>
          <p:nvPr/>
        </p:nvSpPr>
        <p:spPr>
          <a:xfrm>
            <a:off x="6053328" y="5209676"/>
            <a:ext cx="5175504" cy="502920"/>
          </a:xfrm>
          <a:prstGeom prst="rect">
            <a:avLst/>
          </a:prstGeom>
          <a:solidFill>
            <a:schemeClr val="bg1"/>
          </a:solidFill>
        </p:spPr>
        <p:txBody>
          <a:bodyPr wrap="square" lIns="91440" tIns="45720" rIns="91440" bIns="45720">
            <a:normAutofit/>
          </a:bodyPr>
          <a:lstStyle/>
          <a:p>
            <a:r>
              <a:rPr lang="en-US" sz="1050" b="1" dirty="0"/>
              <a:t>⚠  Zero deployments to add a state. All suggestions require explicit onshore approval.</a:t>
            </a:r>
          </a:p>
        </p:txBody>
      </p:sp>
      <p:sp>
        <p:nvSpPr>
          <p:cNvPr id="133" name="tb">
            <a:extLst>
              <a:ext uri="{FF2B5EF4-FFF2-40B4-BE49-F238E27FC236}">
                <a16:creationId xmlns:a16="http://schemas.microsoft.com/office/drawing/2014/main" id="{7D8E7235-255C-D4CF-C4C1-7BAB1B2D1054}"/>
              </a:ext>
            </a:extLst>
          </p:cNvPr>
          <p:cNvSpPr txBox="1">
            <a:spLocks noGrp="1"/>
          </p:cNvSpPr>
          <p:nvPr/>
        </p:nvSpPr>
        <p:spPr>
          <a:xfrm>
            <a:off x="274320" y="5880516"/>
            <a:ext cx="10881360" cy="292608"/>
          </a:xfrm>
          <a:prstGeom prst="rect">
            <a:avLst/>
          </a:prstGeom>
          <a:noFill/>
        </p:spPr>
        <p:txBody>
          <a:bodyPr wrap="square" lIns="91440" tIns="45720" rIns="91440" bIns="45720">
            <a:normAutofit/>
          </a:bodyPr>
          <a:lstStyle/>
          <a:p>
            <a:r>
              <a:rPr lang="en-US" sz="1100" dirty="0">
                <a:solidFill>
                  <a:srgbClr val="6B7280"/>
                </a:solidFill>
              </a:rPr>
              <a:t>EO 30 compliance: the NLP Query Interface must be registered with VITA via EA-225 before deployment. AI is a Phase 2 investment contingent on Phase 1 go-live.</a:t>
            </a:r>
          </a:p>
        </p:txBody>
      </p:sp>
    </p:spTree>
    <p:extLst>
      <p:ext uri="{BB962C8B-B14F-4D97-AF65-F5344CB8AC3E}">
        <p14:creationId xmlns:p14="http://schemas.microsoft.com/office/powerpoint/2010/main" val="16073436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DD9BFC-9CFA-90EA-0005-5B5945388EF9}"/>
              </a:ext>
            </a:extLst>
          </p:cNvPr>
          <p:cNvPicPr>
            <a:picLocks noChangeAspect="1"/>
          </p:cNvPicPr>
          <p:nvPr/>
        </p:nvPicPr>
        <p:blipFill>
          <a:blip r:embed="rId2"/>
          <a:stretch>
            <a:fillRect/>
          </a:stretch>
        </p:blipFill>
        <p:spPr>
          <a:xfrm>
            <a:off x="3376583" y="1815910"/>
            <a:ext cx="7178387" cy="6080949"/>
          </a:xfrm>
          <a:prstGeom prst="rect">
            <a:avLst/>
          </a:prstGeom>
        </p:spPr>
      </p:pic>
      <p:sp>
        <p:nvSpPr>
          <p:cNvPr id="5" name="Title 1">
            <a:extLst>
              <a:ext uri="{FF2B5EF4-FFF2-40B4-BE49-F238E27FC236}">
                <a16:creationId xmlns:a16="http://schemas.microsoft.com/office/drawing/2014/main" id="{D79E1041-144B-1180-4D1C-DFBBA953C100}"/>
              </a:ext>
            </a:extLst>
          </p:cNvPr>
          <p:cNvSpPr txBox="1">
            <a:spLocks/>
          </p:cNvSpPr>
          <p:nvPr/>
        </p:nvSpPr>
        <p:spPr>
          <a:xfrm>
            <a:off x="447994" y="307321"/>
            <a:ext cx="5437414" cy="459611"/>
          </a:xfrm>
          <a:prstGeom prst="rect">
            <a:avLst/>
          </a:prstGeom>
        </p:spPr>
        <p:txBody>
          <a:bodyPr/>
          <a:lstStyle>
            <a:lvl1pPr algn="l" defTabSz="914400" rtl="0" eaLnBrk="1" latinLnBrk="0" hangingPunct="1">
              <a:lnSpc>
                <a:spcPct val="90000"/>
              </a:lnSpc>
              <a:spcBef>
                <a:spcPct val="0"/>
              </a:spcBef>
              <a:buNone/>
              <a:defRPr sz="2800" b="1" i="0" kern="1200">
                <a:solidFill>
                  <a:schemeClr val="tx1"/>
                </a:solidFill>
                <a:latin typeface="Segoe UI" panose="020B0502040204020203" pitchFamily="34" charset="0"/>
                <a:ea typeface="+mj-ea"/>
                <a:cs typeface="Segoe UI" panose="020B0502040204020203" pitchFamily="34" charset="0"/>
              </a:defRPr>
            </a:lvl1pPr>
          </a:lstStyle>
          <a:p>
            <a:r>
              <a:rPr lang="en-US" dirty="0"/>
              <a:t>AWS Architecture</a:t>
            </a:r>
          </a:p>
        </p:txBody>
      </p:sp>
    </p:spTree>
    <p:extLst>
      <p:ext uri="{BB962C8B-B14F-4D97-AF65-F5344CB8AC3E}">
        <p14:creationId xmlns:p14="http://schemas.microsoft.com/office/powerpoint/2010/main" val="5917569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FBC3C1-04E7-A00C-5ADB-1415F691424A}"/>
              </a:ext>
            </a:extLst>
          </p:cNvPr>
          <p:cNvPicPr>
            <a:picLocks noChangeAspect="1"/>
          </p:cNvPicPr>
          <p:nvPr/>
        </p:nvPicPr>
        <p:blipFill>
          <a:blip r:embed="rId2"/>
          <a:stretch>
            <a:fillRect/>
          </a:stretch>
        </p:blipFill>
        <p:spPr>
          <a:xfrm>
            <a:off x="3016250" y="1058222"/>
            <a:ext cx="7534179" cy="5799777"/>
          </a:xfrm>
          <a:prstGeom prst="rect">
            <a:avLst/>
          </a:prstGeom>
        </p:spPr>
      </p:pic>
      <p:sp>
        <p:nvSpPr>
          <p:cNvPr id="7" name="Title 1">
            <a:extLst>
              <a:ext uri="{FF2B5EF4-FFF2-40B4-BE49-F238E27FC236}">
                <a16:creationId xmlns:a16="http://schemas.microsoft.com/office/drawing/2014/main" id="{CBCDCDBE-0F3E-30BF-7853-9FAF802E6F72}"/>
              </a:ext>
            </a:extLst>
          </p:cNvPr>
          <p:cNvSpPr txBox="1">
            <a:spLocks/>
          </p:cNvSpPr>
          <p:nvPr/>
        </p:nvSpPr>
        <p:spPr>
          <a:xfrm>
            <a:off x="447994" y="307321"/>
            <a:ext cx="5437414" cy="459611"/>
          </a:xfrm>
          <a:prstGeom prst="rect">
            <a:avLst/>
          </a:prstGeom>
        </p:spPr>
        <p:txBody>
          <a:bodyPr/>
          <a:lstStyle>
            <a:lvl1pPr algn="l" defTabSz="914400" rtl="0" eaLnBrk="1" latinLnBrk="0" hangingPunct="1">
              <a:lnSpc>
                <a:spcPct val="90000"/>
              </a:lnSpc>
              <a:spcBef>
                <a:spcPct val="0"/>
              </a:spcBef>
              <a:buNone/>
              <a:defRPr sz="2800" b="1" i="0" kern="1200">
                <a:solidFill>
                  <a:schemeClr val="tx1"/>
                </a:solidFill>
                <a:latin typeface="Segoe UI" panose="020B0502040204020203" pitchFamily="34" charset="0"/>
                <a:ea typeface="+mj-ea"/>
                <a:cs typeface="Segoe UI" panose="020B0502040204020203" pitchFamily="34" charset="0"/>
              </a:defRPr>
            </a:lvl1pPr>
          </a:lstStyle>
          <a:p>
            <a:r>
              <a:rPr lang="en-US" dirty="0"/>
              <a:t>Data Flow</a:t>
            </a:r>
          </a:p>
        </p:txBody>
      </p:sp>
    </p:spTree>
    <p:extLst>
      <p:ext uri="{BB962C8B-B14F-4D97-AF65-F5344CB8AC3E}">
        <p14:creationId xmlns:p14="http://schemas.microsoft.com/office/powerpoint/2010/main" val="41132910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67FCB5E-6E58-B915-5E73-8713C0F408D8}"/>
              </a:ext>
            </a:extLst>
          </p:cNvPr>
          <p:cNvSpPr>
            <a:spLocks noGrp="1"/>
          </p:cNvSpPr>
          <p:nvPr>
            <p:ph type="body" sz="quarter" idx="10"/>
          </p:nvPr>
        </p:nvSpPr>
        <p:spPr/>
        <p:txBody>
          <a:bodyPr/>
          <a:lstStyle/>
          <a:p>
            <a:r>
              <a:rPr lang="en-US" dirty="0"/>
              <a:t>Q&amp;A</a:t>
            </a:r>
          </a:p>
        </p:txBody>
      </p:sp>
      <p:sp>
        <p:nvSpPr>
          <p:cNvPr id="3" name="Slide Number Placeholder 2">
            <a:extLst>
              <a:ext uri="{FF2B5EF4-FFF2-40B4-BE49-F238E27FC236}">
                <a16:creationId xmlns:a16="http://schemas.microsoft.com/office/drawing/2014/main" id="{73BADDBC-C5C5-DBB4-EBB1-8B24E9B5792A}"/>
              </a:ext>
            </a:extLst>
          </p:cNvPr>
          <p:cNvSpPr>
            <a:spLocks noGrp="1"/>
          </p:cNvSpPr>
          <p:nvPr>
            <p:ph type="sldNum" sz="quarter" idx="11"/>
          </p:nvPr>
        </p:nvSpPr>
        <p:spPr/>
        <p:txBody>
          <a:bodyPr/>
          <a:lstStyle/>
          <a:p>
            <a:fld id="{F71C0B42-4AEE-41DE-B077-4156AA01E9D4}" type="slidenum">
              <a:rPr lang="en-US" smtClean="0"/>
              <a:pPr/>
              <a:t>17</a:t>
            </a:fld>
            <a:endParaRPr lang="en-US"/>
          </a:p>
        </p:txBody>
      </p:sp>
    </p:spTree>
    <p:extLst>
      <p:ext uri="{BB962C8B-B14F-4D97-AF65-F5344CB8AC3E}">
        <p14:creationId xmlns:p14="http://schemas.microsoft.com/office/powerpoint/2010/main" val="3782689002"/>
      </p:ext>
    </p:extLst>
  </p:cSld>
  <p:clrMapOvr>
    <a:masterClrMapping/>
  </p:clrMapOvr>
</p:sld>
</file>

<file path=ppt/theme/theme1.xml><?xml version="1.0" encoding="utf-8"?>
<a:theme xmlns:a="http://schemas.openxmlformats.org/drawingml/2006/main" name="Custom Design">
  <a:themeElements>
    <a:clrScheme name="testing">
      <a:dk1>
        <a:srgbClr val="002A59"/>
      </a:dk1>
      <a:lt1>
        <a:srgbClr val="FFFFFF"/>
      </a:lt1>
      <a:dk2>
        <a:srgbClr val="2E2E2E"/>
      </a:dk2>
      <a:lt2>
        <a:srgbClr val="F7F0E3"/>
      </a:lt2>
      <a:accent1>
        <a:srgbClr val="FF8823"/>
      </a:accent1>
      <a:accent2>
        <a:srgbClr val="1BAAC1"/>
      </a:accent2>
      <a:accent3>
        <a:srgbClr val="FFD78E"/>
      </a:accent3>
      <a:accent4>
        <a:srgbClr val="FFA500"/>
      </a:accent4>
      <a:accent5>
        <a:srgbClr val="FDFDF6"/>
      </a:accent5>
      <a:accent6>
        <a:srgbClr val="7C8080"/>
      </a:accent6>
      <a:hlink>
        <a:srgbClr val="1BAAC1"/>
      </a:hlink>
      <a:folHlink>
        <a:srgbClr val="002A59"/>
      </a:folHlink>
    </a:clrScheme>
    <a:fontScheme name="LINQ2025">
      <a:majorFont>
        <a:latin typeface="SegoeUI"/>
        <a:ea typeface=""/>
        <a:cs typeface=""/>
      </a:majorFont>
      <a:minorFont>
        <a:latin typeface="Segoe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LINQ_2025_Presentation_Tempate" id="{318CD3F7-38ED-EA41-B7F2-558C262E9FE7}" vid="{D34F3F0F-9772-D840-8CA9-9AB89017B8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03C2F89-16A0-4A9D-91A8-1D2C50453CAC}">
  <we:reference id="WA200010725" version="1.0.0.1" store="Omex" storeType="OMEX"/>
  <we:alternateReferences>
    <we:reference id="WA200010725" version="1.0.0.1" store="WA200010725" storeType="OMEX"/>
  </we:alternateReferences>
  <we:properties>
    <we:property name="claude.fileId" value="&quot;2643b061-ae82-43ca-91c2-d540b9c5a34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4CBF37EDB674644B9E05A0C0FA0DAFF" ma:contentTypeVersion="10" ma:contentTypeDescription="Create a new document." ma:contentTypeScope="" ma:versionID="c33e466e80053f35a56612187e14b487">
  <xsd:schema xmlns:xsd="http://www.w3.org/2001/XMLSchema" xmlns:xs="http://www.w3.org/2001/XMLSchema" xmlns:p="http://schemas.microsoft.com/office/2006/metadata/properties" xmlns:ns2="ed551d30-b5f0-4a9e-9dc9-29e9498336d8" xmlns:ns3="66bc40d6-14cc-4453-99cf-1a4631af9087" targetNamespace="http://schemas.microsoft.com/office/2006/metadata/properties" ma:root="true" ma:fieldsID="a408baf7c5f5530e11895ff4d2c54da1" ns2:_="" ns3:_="">
    <xsd:import namespace="ed551d30-b5f0-4a9e-9dc9-29e9498336d8"/>
    <xsd:import namespace="66bc40d6-14cc-4453-99cf-1a4631af908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551d30-b5f0-4a9e-9dc9-29e9498336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6e56268b-d720-4abd-9dd3-1810dbcdc2a6"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66bc40d6-14cc-4453-99cf-1a4631af9087"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888d2de3-23ac-4489-8c52-36a16482ceca}" ma:internalName="TaxCatchAll" ma:showField="CatchAllData" ma:web="66bc40d6-14cc-4453-99cf-1a4631af908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ed551d30-b5f0-4a9e-9dc9-29e9498336d8">
      <Terms xmlns="http://schemas.microsoft.com/office/infopath/2007/PartnerControls"/>
    </lcf76f155ced4ddcb4097134ff3c332f>
    <TaxCatchAll xmlns="66bc40d6-14cc-4453-99cf-1a4631af9087"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3D431D9-03F3-4F09-92FF-866C2656B6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551d30-b5f0-4a9e-9dc9-29e9498336d8"/>
    <ds:schemaRef ds:uri="66bc40d6-14cc-4453-99cf-1a4631af908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AEE43A3-0B2B-4711-B490-6319765081DF}">
  <ds:schemaRefs>
    <ds:schemaRef ds:uri="http://schemas.microsoft.com/office/infopath/2007/PartnerControls"/>
    <ds:schemaRef ds:uri="http://schemas.microsoft.com/office/2006/documentManagement/types"/>
    <ds:schemaRef ds:uri="http://www.w3.org/XML/1998/namespace"/>
    <ds:schemaRef ds:uri="http://purl.org/dc/dcmitype/"/>
    <ds:schemaRef ds:uri="http://schemas.microsoft.com/office/2006/metadata/properties"/>
    <ds:schemaRef ds:uri="66bc40d6-14cc-4453-99cf-1a4631af9087"/>
    <ds:schemaRef ds:uri="http://purl.org/dc/terms/"/>
    <ds:schemaRef ds:uri="http://schemas.openxmlformats.org/package/2006/metadata/core-properties"/>
    <ds:schemaRef ds:uri="ed551d30-b5f0-4a9e-9dc9-29e9498336d8"/>
    <ds:schemaRef ds:uri="http://purl.org/dc/elements/1.1/"/>
  </ds:schemaRefs>
</ds:datastoreItem>
</file>

<file path=customXml/itemProps3.xml><?xml version="1.0" encoding="utf-8"?>
<ds:datastoreItem xmlns:ds="http://schemas.openxmlformats.org/officeDocument/2006/customXml" ds:itemID="{358D7F35-1165-4EE8-962D-A7DA6AACD47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LINQ 2025 Presentation Template</Template>
  <TotalTime>6427</TotalTime>
  <Words>3583</Words>
  <Application>Microsoft Office PowerPoint</Application>
  <PresentationFormat>Widescreen</PresentationFormat>
  <Paragraphs>419</Paragraphs>
  <Slides>17</Slides>
  <Notes>13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17</vt:i4>
      </vt:variant>
    </vt:vector>
  </HeadingPairs>
  <TitlesOfParts>
    <vt:vector size="29" baseType="lpstr">
      <vt:lpstr>Arial</vt:lpstr>
      <vt:lpstr>Calibri</vt:lpstr>
      <vt:lpstr>Century Gothic</vt:lpstr>
      <vt:lpstr>Garamond</vt:lpstr>
      <vt:lpstr>Nunito Sans</vt:lpstr>
      <vt:lpstr>Nunito Sans Normal</vt:lpstr>
      <vt:lpstr>Poppins</vt:lpstr>
      <vt:lpstr>Poppins Medium</vt:lpstr>
      <vt:lpstr>Segoe UI</vt:lpstr>
      <vt:lpstr>Segoe UI Semibold</vt:lpstr>
      <vt:lpstr>SegoeUI</vt:lpstr>
      <vt:lpstr>Custom Design</vt:lpstr>
      <vt:lpstr>A fresh future for Child Nutrition Programs</vt:lpstr>
      <vt:lpstr>PowerPoint Presentation</vt:lpstr>
      <vt:lpstr>PowerPoint Presentation</vt:lpstr>
      <vt:lpstr>Domains</vt:lpstr>
      <vt:lpstr>Multiple Domains, one container </vt:lpstr>
      <vt:lpstr>Architecture Overview</vt:lpstr>
      <vt:lpstr>Identity &amp; Security</vt:lpstr>
      <vt:lpstr>Core Engines</vt:lpstr>
      <vt:lpstr>Configuration Boundaries</vt:lpstr>
      <vt:lpstr>Domain Services</vt:lpstr>
      <vt:lpstr>Audit</vt:lpstr>
      <vt:lpstr>Integrations</vt:lpstr>
      <vt:lpstr>Database Structure</vt:lpstr>
      <vt:lpstr>PowerPoint Presentation</vt:lpstr>
      <vt:lpstr>PowerPoint Presentation</vt:lpstr>
      <vt:lpstr>PowerPoint Presentation</vt:lpstr>
      <vt:lpstr>PowerPoint Presentation</vt:lpstr>
    </vt:vector>
  </TitlesOfParts>
  <Company>LINQ</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Jenny Schultz</dc:creator>
  <cp:lastModifiedBy>Tosika Mukherjee</cp:lastModifiedBy>
  <cp:revision>21</cp:revision>
  <dcterms:created xsi:type="dcterms:W3CDTF">2026-06-22T16:02:44Z</dcterms:created>
  <dcterms:modified xsi:type="dcterms:W3CDTF">2026-09-03T14:32:53Z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0x01010074CBF37EDB674644B9E05A0C0FA0DAFF</vt:lpwstr>
  </property>
  <property fmtid="{D5CDD505-2E9C-101B-9397-08002B2CF9AE}" pid="3" name="MediaServiceImageTags">
    <vt:lpwstr/>
  </property>
</Properties>
</file>